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commentAuthors.xml" ContentType="application/vnd.openxmlformats-officedocument.presentationml.commentAuthors+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comments/comment4.xml" ContentType="application/vnd.openxmlformats-officedocument.presentationml.comments+xml"/>
  <Override PartName="/ppt/comments/comment5.xml" ContentType="application/vnd.openxmlformats-officedocument.presentationml.comment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3" r:id="rId5"/>
  </p:sldMasterIdLst>
  <p:notesMasterIdLst>
    <p:notesMasterId r:id="rId6"/>
  </p:notesMasterIdLst>
  <p:sldIdLst>
    <p:sldId id="256" r:id="rId7"/>
    <p:sldId id="257" r:id="rId8"/>
    <p:sldId id="258" r:id="rId9"/>
    <p:sldId id="259" r:id="rId10"/>
    <p:sldId id="260" r:id="rId11"/>
    <p:sldId id="261" r:id="rId12"/>
    <p:sldId id="265" r:id="rId24"/>
    <p:sldId id="266" r:id="rId25"/>
    <p:sldId id="262" r:id="rId13"/>
    <p:sldId id="263" r:id="rId14"/>
    <p:sldId id="267" r:id="rId26"/>
    <p:sldId id="268" r:id="rId27"/>
    <p:sldId id="264" r:id="rId15"/>
  </p:sldIdLst>
  <p:sldSz cy="5143500" cx="9144000"/>
  <p:notesSz cx="6858000" cy="9144000"/>
  <p:embeddedFontLst>
    <p:embeddedFont>
      <p:font typeface="Quantico"/>
      <p:regular r:id="rId16"/>
      <p:bold r:id="rId17"/>
      <p:italic r:id="rId18"/>
      <p:boldItalic r:id="rId19"/>
    </p:embeddedFont>
    <p:embeddedFont>
      <p:font typeface="Lato"/>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5" name="Isaiah Milkey"/>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font" Target="fonts/Quantico-regular.fntdata"/><Relationship Id="rId17" Type="http://schemas.openxmlformats.org/officeDocument/2006/relationships/font" Target="fonts/Quantico-bold.fntdata"/><Relationship Id="rId18" Type="http://schemas.openxmlformats.org/officeDocument/2006/relationships/font" Target="fonts/Quantico-italic.fntdata"/><Relationship Id="rId19" Type="http://schemas.openxmlformats.org/officeDocument/2006/relationships/font" Target="fonts/Quantico-boldItalic.fntdata"/><Relationship Id="rId20" Type="http://schemas.openxmlformats.org/officeDocument/2006/relationships/font" Target="fonts/Lato-regular.fntdata"/><Relationship Id="rId21" Type="http://schemas.openxmlformats.org/officeDocument/2006/relationships/font" Target="fonts/Lato-bold.fntdata"/><Relationship Id="rId22" Type="http://schemas.openxmlformats.org/officeDocument/2006/relationships/font" Target="fonts/Lato-italic.fntdata"/><Relationship Id="rId23" Type="http://schemas.openxmlformats.org/officeDocument/2006/relationships/font" Target="fonts/Lato-boldItalic.fntdata"/><Relationship Id="rId24" Type="http://schemas.openxmlformats.org/officeDocument/2006/relationships/slide" Target="slides/slide10.xml"/><Relationship Id="rId25" Type="http://schemas.openxmlformats.org/officeDocument/2006/relationships/slide" Target="slides/slide11.xml"/><Relationship Id="rId26" Type="http://schemas.openxmlformats.org/officeDocument/2006/relationships/slide" Target="slides/slide12.xml"/><Relationship Id="rId27" Type="http://schemas.openxmlformats.org/officeDocument/2006/relationships/slide" Target="slides/slide13.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3-18T20:05:02.548">
    <p:pos x="6000" y="0"/>
    <p:text>Model Architecture
DINOv2 backbone
Embedding → prototype similarity
Binary classifier (Stage 1)
Keep it high level — the "what" and "why:
no code
no excessive layers
DINOv2 backbone, embedding head, prototype inference.  DINOv2", not implementation detail.</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03-18T20:07:14.667">
    <p:pos x="6000" y="0"/>
    <p:text>Lead with the headline numbers: 87.7% overall, 0.909 balanced accuracy, 91.25% avg defect recall. Show the confusion matrix and the class accuracy vs occurrence plot. Make the "we beat 85%" moment obvious.
Overall accuracy: 87.7%
Balanced accuracy: 0.909
Defect recall: ~91%
Include:
confusion matrix (small)
highlight defect performance</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6-03-18T20:06:32.019">
    <p:pos x="6000" y="0"/>
    <p:text>The learning curve (~54% at 1-shot, rising with more examples). Emphasise that new defect types can be registered at runtime with no retraining — this is a genuine differentiator for Intel's use case.
Title it clearly:
“Learning from 1 example”
Show:
k-shot curve (1 → 20)
runtime class registration
👉 Reframe as:
“no retraining required”
“instant adaptation”</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4" dt="2026-03-18T20:08:42.505">
    <p:pos x="6000" y="0"/>
    <p:text>Talk about what future work could be done to improve downsides
Be honest: defect8 recall is only 50%, few-shot curve plateaus early, no distribution shift testing. Shows self-awareness judges appreciate.</p:tex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5" dt="2026-03-18T20:09:30.096">
    <p:pos x="6000" y="0"/>
    <p:text>One-sentence answer to "why does this work?" and a call back to the real-world impact framing.
Re-state contribution:
solves imbalance + few-shot
Real-world impact:
improves yield
reduces missed defects</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3d7bf4cb6e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3d7bf4cb6e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3d7bf4cb6eb_0_10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3d7bf4cb6eb_0_10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3d7bf4cb6eb_0_1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7" name="Google Shape;447;g3d7bf4cb6eb_0_1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3d7bf4cb6eb_0_1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3d7bf4cb6eb_0_1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396431715a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6" name="Google Shape;486;g396431715a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3d7bf4cb6eb_0_1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3d7bf4cb6eb_0_1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3d7bf4cb6eb_0_1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4" name="Google Shape;524;g3d7bf4cb6eb_0_1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3d7bf4cb6eb_0_1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2" name="Google Shape;532;g3d7bf4cb6eb_0_1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3d7bf4cb6eb_0_1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0" name="Google Shape;540;g3d7bf4cb6eb_0_1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BLANK_16_1_1">
    <p:bg>
      <p:bgPr>
        <a:solidFill>
          <a:schemeClr val="lt2"/>
        </a:solidFill>
      </p:bgPr>
    </p:bg>
    <p:spTree>
      <p:nvGrpSpPr>
        <p:cNvPr id="8" name="Shape 8"/>
        <p:cNvGrpSpPr/>
        <p:nvPr/>
      </p:nvGrpSpPr>
      <p:grpSpPr>
        <a:xfrm>
          <a:off x="0" y="0"/>
          <a:ext cx="0" cy="0"/>
          <a:chOff x="0" y="0"/>
          <a:chExt cx="0" cy="0"/>
        </a:xfrm>
      </p:grpSpPr>
      <p:sp>
        <p:nvSpPr>
          <p:cNvPr id="9" name="Google Shape;9;p2"/>
          <p:cNvSpPr/>
          <p:nvPr/>
        </p:nvSpPr>
        <p:spPr>
          <a:xfrm>
            <a:off x="0" y="0"/>
            <a:ext cx="54402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0" name="Google Shape;10;p2"/>
          <p:cNvSpPr/>
          <p:nvPr/>
        </p:nvSpPr>
        <p:spPr>
          <a:xfrm>
            <a:off x="5440200" y="555250"/>
            <a:ext cx="3703800" cy="45882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1" name="Google Shape;11;p2"/>
          <p:cNvSpPr/>
          <p:nvPr/>
        </p:nvSpPr>
        <p:spPr>
          <a:xfrm>
            <a:off x="636875" y="563400"/>
            <a:ext cx="4803000" cy="45882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2" name="Google Shape;12;p2"/>
          <p:cNvSpPr txBox="1"/>
          <p:nvPr>
            <p:ph type="title"/>
          </p:nvPr>
        </p:nvSpPr>
        <p:spPr>
          <a:xfrm>
            <a:off x="876900" y="874250"/>
            <a:ext cx="4387500" cy="2632500"/>
          </a:xfrm>
          <a:prstGeom prst="rect">
            <a:avLst/>
          </a:prstGeom>
        </p:spPr>
        <p:txBody>
          <a:bodyPr anchorCtr="0" anchor="t" bIns="0" lIns="0" spcFirstLastPara="1" rIns="91425" wrap="square" tIns="0">
            <a:noAutofit/>
          </a:bodyPr>
          <a:lstStyle>
            <a:lvl1pPr lvl="0">
              <a:lnSpc>
                <a:spcPct val="80000"/>
              </a:lnSpc>
              <a:spcBef>
                <a:spcPts val="0"/>
              </a:spcBef>
              <a:spcAft>
                <a:spcPts val="0"/>
              </a:spcAft>
              <a:buSzPts val="3000"/>
              <a:buNone/>
              <a:defRPr sz="7500"/>
            </a:lvl1pPr>
            <a:lvl2pPr lvl="1">
              <a:lnSpc>
                <a:spcPct val="80000"/>
              </a:lnSpc>
              <a:spcBef>
                <a:spcPts val="0"/>
              </a:spcBef>
              <a:spcAft>
                <a:spcPts val="0"/>
              </a:spcAft>
              <a:buSzPts val="3000"/>
              <a:buNone/>
              <a:defRPr sz="7500">
                <a:latin typeface="Quantico"/>
                <a:ea typeface="Quantico"/>
                <a:cs typeface="Quantico"/>
                <a:sym typeface="Quantico"/>
              </a:defRPr>
            </a:lvl2pPr>
            <a:lvl3pPr lvl="2">
              <a:lnSpc>
                <a:spcPct val="80000"/>
              </a:lnSpc>
              <a:spcBef>
                <a:spcPts val="0"/>
              </a:spcBef>
              <a:spcAft>
                <a:spcPts val="0"/>
              </a:spcAft>
              <a:buSzPts val="3000"/>
              <a:buNone/>
              <a:defRPr sz="7500">
                <a:latin typeface="Quantico"/>
                <a:ea typeface="Quantico"/>
                <a:cs typeface="Quantico"/>
                <a:sym typeface="Quantico"/>
              </a:defRPr>
            </a:lvl3pPr>
            <a:lvl4pPr lvl="3">
              <a:lnSpc>
                <a:spcPct val="80000"/>
              </a:lnSpc>
              <a:spcBef>
                <a:spcPts val="0"/>
              </a:spcBef>
              <a:spcAft>
                <a:spcPts val="0"/>
              </a:spcAft>
              <a:buSzPts val="3000"/>
              <a:buNone/>
              <a:defRPr sz="7500">
                <a:latin typeface="Quantico"/>
                <a:ea typeface="Quantico"/>
                <a:cs typeface="Quantico"/>
                <a:sym typeface="Quantico"/>
              </a:defRPr>
            </a:lvl4pPr>
            <a:lvl5pPr lvl="4">
              <a:lnSpc>
                <a:spcPct val="80000"/>
              </a:lnSpc>
              <a:spcBef>
                <a:spcPts val="0"/>
              </a:spcBef>
              <a:spcAft>
                <a:spcPts val="0"/>
              </a:spcAft>
              <a:buSzPts val="3000"/>
              <a:buNone/>
              <a:defRPr sz="7500">
                <a:latin typeface="Quantico"/>
                <a:ea typeface="Quantico"/>
                <a:cs typeface="Quantico"/>
                <a:sym typeface="Quantico"/>
              </a:defRPr>
            </a:lvl5pPr>
            <a:lvl6pPr lvl="5">
              <a:lnSpc>
                <a:spcPct val="80000"/>
              </a:lnSpc>
              <a:spcBef>
                <a:spcPts val="0"/>
              </a:spcBef>
              <a:spcAft>
                <a:spcPts val="0"/>
              </a:spcAft>
              <a:buSzPts val="3000"/>
              <a:buNone/>
              <a:defRPr sz="7500">
                <a:latin typeface="Quantico"/>
                <a:ea typeface="Quantico"/>
                <a:cs typeface="Quantico"/>
                <a:sym typeface="Quantico"/>
              </a:defRPr>
            </a:lvl6pPr>
            <a:lvl7pPr lvl="6">
              <a:lnSpc>
                <a:spcPct val="80000"/>
              </a:lnSpc>
              <a:spcBef>
                <a:spcPts val="0"/>
              </a:spcBef>
              <a:spcAft>
                <a:spcPts val="0"/>
              </a:spcAft>
              <a:buSzPts val="3000"/>
              <a:buNone/>
              <a:defRPr sz="7500">
                <a:latin typeface="Quantico"/>
                <a:ea typeface="Quantico"/>
                <a:cs typeface="Quantico"/>
                <a:sym typeface="Quantico"/>
              </a:defRPr>
            </a:lvl7pPr>
            <a:lvl8pPr lvl="7">
              <a:lnSpc>
                <a:spcPct val="80000"/>
              </a:lnSpc>
              <a:spcBef>
                <a:spcPts val="0"/>
              </a:spcBef>
              <a:spcAft>
                <a:spcPts val="0"/>
              </a:spcAft>
              <a:buSzPts val="3000"/>
              <a:buNone/>
              <a:defRPr sz="7500">
                <a:latin typeface="Quantico"/>
                <a:ea typeface="Quantico"/>
                <a:cs typeface="Quantico"/>
                <a:sym typeface="Quantico"/>
              </a:defRPr>
            </a:lvl8pPr>
            <a:lvl9pPr lvl="8">
              <a:lnSpc>
                <a:spcPct val="80000"/>
              </a:lnSpc>
              <a:spcBef>
                <a:spcPts val="0"/>
              </a:spcBef>
              <a:spcAft>
                <a:spcPts val="0"/>
              </a:spcAft>
              <a:buSzPts val="3000"/>
              <a:buNone/>
              <a:defRPr sz="7500">
                <a:latin typeface="Quantico"/>
                <a:ea typeface="Quantico"/>
                <a:cs typeface="Quantico"/>
                <a:sym typeface="Quantico"/>
              </a:defRPr>
            </a:lvl9pPr>
          </a:lstStyle>
          <a:p/>
        </p:txBody>
      </p:sp>
      <p:sp>
        <p:nvSpPr>
          <p:cNvPr id="13" name="Google Shape;13;p2"/>
          <p:cNvSpPr txBox="1"/>
          <p:nvPr>
            <p:ph idx="1" type="subTitle"/>
          </p:nvPr>
        </p:nvSpPr>
        <p:spPr>
          <a:xfrm>
            <a:off x="958450" y="4298625"/>
            <a:ext cx="2008500" cy="4527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dk1"/>
              </a:buClr>
              <a:buSzPts val="1100"/>
              <a:buNone/>
              <a:defRPr>
                <a:solidFill>
                  <a:schemeClr val="dk1"/>
                </a:solidFill>
              </a:defRPr>
            </a:lvl1pPr>
            <a:lvl2pPr lvl="1">
              <a:lnSpc>
                <a:spcPct val="115000"/>
              </a:lnSpc>
              <a:spcBef>
                <a:spcPts val="1000"/>
              </a:spcBef>
              <a:spcAft>
                <a:spcPts val="0"/>
              </a:spcAft>
              <a:buClr>
                <a:schemeClr val="dk1"/>
              </a:buClr>
              <a:buSzPts val="1100"/>
              <a:buNone/>
              <a:defRPr>
                <a:solidFill>
                  <a:schemeClr val="dk1"/>
                </a:solidFill>
              </a:defRPr>
            </a:lvl2pPr>
            <a:lvl3pPr lvl="2">
              <a:lnSpc>
                <a:spcPct val="115000"/>
              </a:lnSpc>
              <a:spcBef>
                <a:spcPts val="1000"/>
              </a:spcBef>
              <a:spcAft>
                <a:spcPts val="0"/>
              </a:spcAft>
              <a:buClr>
                <a:schemeClr val="dk1"/>
              </a:buClr>
              <a:buSzPts val="1100"/>
              <a:buNone/>
              <a:defRPr>
                <a:solidFill>
                  <a:schemeClr val="dk1"/>
                </a:solidFill>
              </a:defRPr>
            </a:lvl3pPr>
            <a:lvl4pPr lvl="3">
              <a:lnSpc>
                <a:spcPct val="115000"/>
              </a:lnSpc>
              <a:spcBef>
                <a:spcPts val="1000"/>
              </a:spcBef>
              <a:spcAft>
                <a:spcPts val="0"/>
              </a:spcAft>
              <a:buClr>
                <a:schemeClr val="dk1"/>
              </a:buClr>
              <a:buSzPts val="1100"/>
              <a:buNone/>
              <a:defRPr>
                <a:solidFill>
                  <a:schemeClr val="dk1"/>
                </a:solidFill>
              </a:defRPr>
            </a:lvl4pPr>
            <a:lvl5pPr lvl="4">
              <a:lnSpc>
                <a:spcPct val="115000"/>
              </a:lnSpc>
              <a:spcBef>
                <a:spcPts val="1000"/>
              </a:spcBef>
              <a:spcAft>
                <a:spcPts val="0"/>
              </a:spcAft>
              <a:buClr>
                <a:schemeClr val="dk1"/>
              </a:buClr>
              <a:buSzPts val="1100"/>
              <a:buNone/>
              <a:defRPr>
                <a:solidFill>
                  <a:schemeClr val="dk1"/>
                </a:solidFill>
              </a:defRPr>
            </a:lvl5pPr>
            <a:lvl6pPr lvl="5">
              <a:lnSpc>
                <a:spcPct val="115000"/>
              </a:lnSpc>
              <a:spcBef>
                <a:spcPts val="1000"/>
              </a:spcBef>
              <a:spcAft>
                <a:spcPts val="0"/>
              </a:spcAft>
              <a:buClr>
                <a:schemeClr val="dk1"/>
              </a:buClr>
              <a:buSzPts val="1100"/>
              <a:buNone/>
              <a:defRPr>
                <a:solidFill>
                  <a:schemeClr val="dk1"/>
                </a:solidFill>
              </a:defRPr>
            </a:lvl6pPr>
            <a:lvl7pPr lvl="6">
              <a:lnSpc>
                <a:spcPct val="115000"/>
              </a:lnSpc>
              <a:spcBef>
                <a:spcPts val="1000"/>
              </a:spcBef>
              <a:spcAft>
                <a:spcPts val="0"/>
              </a:spcAft>
              <a:buClr>
                <a:schemeClr val="dk1"/>
              </a:buClr>
              <a:buSzPts val="1100"/>
              <a:buNone/>
              <a:defRPr>
                <a:solidFill>
                  <a:schemeClr val="dk1"/>
                </a:solidFill>
              </a:defRPr>
            </a:lvl7pPr>
            <a:lvl8pPr lvl="7">
              <a:lnSpc>
                <a:spcPct val="115000"/>
              </a:lnSpc>
              <a:spcBef>
                <a:spcPts val="1000"/>
              </a:spcBef>
              <a:spcAft>
                <a:spcPts val="0"/>
              </a:spcAft>
              <a:buClr>
                <a:schemeClr val="dk1"/>
              </a:buClr>
              <a:buSzPts val="1100"/>
              <a:buNone/>
              <a:defRPr>
                <a:solidFill>
                  <a:schemeClr val="dk1"/>
                </a:solidFill>
              </a:defRPr>
            </a:lvl8pPr>
            <a:lvl9pPr lvl="8">
              <a:lnSpc>
                <a:spcPct val="115000"/>
              </a:lnSpc>
              <a:spcBef>
                <a:spcPts val="1000"/>
              </a:spcBef>
              <a:spcAft>
                <a:spcPts val="1000"/>
              </a:spcAft>
              <a:buClr>
                <a:schemeClr val="dk1"/>
              </a:buClr>
              <a:buSzPts val="1100"/>
              <a:buNone/>
              <a:defRPr>
                <a:solidFill>
                  <a:schemeClr val="dk1"/>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2">
  <p:cSld name="BLANK_1_1_1_1_1_1_1_1_1_1_1">
    <p:bg>
      <p:bgPr>
        <a:solidFill>
          <a:schemeClr val="lt1"/>
        </a:solidFill>
      </p:bgPr>
    </p:bg>
    <p:spTree>
      <p:nvGrpSpPr>
        <p:cNvPr id="14" name="Shape 14"/>
        <p:cNvGrpSpPr/>
        <p:nvPr/>
      </p:nvGrpSpPr>
      <p:grpSpPr>
        <a:xfrm>
          <a:off x="0" y="0"/>
          <a:ext cx="0" cy="0"/>
          <a:chOff x="0" y="0"/>
          <a:chExt cx="0" cy="0"/>
        </a:xfrm>
      </p:grpSpPr>
      <p:sp>
        <p:nvSpPr>
          <p:cNvPr id="15" name="Google Shape;15;p3"/>
          <p:cNvSpPr txBox="1"/>
          <p:nvPr>
            <p:ph idx="1" type="subTitle"/>
          </p:nvPr>
        </p:nvSpPr>
        <p:spPr>
          <a:xfrm>
            <a:off x="411875" y="389750"/>
            <a:ext cx="2237100" cy="8169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1pPr>
            <a:lvl2pPr lvl="1">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2pPr>
            <a:lvl3pPr lvl="2">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3pPr>
            <a:lvl4pPr lvl="3">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4pPr>
            <a:lvl5pPr lvl="4">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5pPr>
            <a:lvl6pPr lvl="5">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6pPr>
            <a:lvl7pPr lvl="6">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7pPr>
            <a:lvl8pPr lvl="7">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8pPr>
            <a:lvl9pPr lvl="8">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9pPr>
          </a:lstStyle>
          <a:p/>
        </p:txBody>
      </p:sp>
      <p:sp>
        <p:nvSpPr>
          <p:cNvPr id="16" name="Google Shape;16;p3"/>
          <p:cNvSpPr txBox="1"/>
          <p:nvPr>
            <p:ph idx="2" type="subTitle"/>
          </p:nvPr>
        </p:nvSpPr>
        <p:spPr>
          <a:xfrm>
            <a:off x="3469838" y="218278"/>
            <a:ext cx="5659800" cy="452700"/>
          </a:xfrm>
          <a:prstGeom prst="rect">
            <a:avLst/>
          </a:prstGeom>
        </p:spPr>
        <p:txBody>
          <a:bodyPr anchorCtr="0" anchor="ctr" bIns="0" lIns="0" spcFirstLastPara="1" rIns="91425" wrap="square" tIns="0">
            <a:noAutofit/>
          </a:bodyPr>
          <a:lstStyle>
            <a:lvl1pPr lvl="0">
              <a:lnSpc>
                <a:spcPct val="80000"/>
              </a:lnSpc>
              <a:spcBef>
                <a:spcPts val="0"/>
              </a:spcBef>
              <a:spcAft>
                <a:spcPts val="0"/>
              </a:spcAft>
              <a:buClr>
                <a:schemeClr val="accent6"/>
              </a:buClr>
              <a:buSzPts val="1000"/>
              <a:buNone/>
              <a:defRPr sz="2200">
                <a:solidFill>
                  <a:schemeClr val="accent6"/>
                </a:solidFill>
              </a:defRPr>
            </a:lvl1pPr>
            <a:lvl2pPr lvl="1">
              <a:lnSpc>
                <a:spcPct val="80000"/>
              </a:lnSpc>
              <a:spcBef>
                <a:spcPts val="0"/>
              </a:spcBef>
              <a:spcAft>
                <a:spcPts val="0"/>
              </a:spcAft>
              <a:buClr>
                <a:schemeClr val="accent6"/>
              </a:buClr>
              <a:buSzPts val="1000"/>
              <a:buNone/>
              <a:defRPr sz="2200">
                <a:solidFill>
                  <a:schemeClr val="accent6"/>
                </a:solidFill>
              </a:defRPr>
            </a:lvl2pPr>
            <a:lvl3pPr lvl="2">
              <a:lnSpc>
                <a:spcPct val="80000"/>
              </a:lnSpc>
              <a:spcBef>
                <a:spcPts val="0"/>
              </a:spcBef>
              <a:spcAft>
                <a:spcPts val="0"/>
              </a:spcAft>
              <a:buClr>
                <a:schemeClr val="accent6"/>
              </a:buClr>
              <a:buSzPts val="1000"/>
              <a:buNone/>
              <a:defRPr sz="2200">
                <a:solidFill>
                  <a:schemeClr val="accent6"/>
                </a:solidFill>
              </a:defRPr>
            </a:lvl3pPr>
            <a:lvl4pPr lvl="3">
              <a:lnSpc>
                <a:spcPct val="80000"/>
              </a:lnSpc>
              <a:spcBef>
                <a:spcPts val="0"/>
              </a:spcBef>
              <a:spcAft>
                <a:spcPts val="0"/>
              </a:spcAft>
              <a:buClr>
                <a:schemeClr val="accent6"/>
              </a:buClr>
              <a:buSzPts val="1000"/>
              <a:buNone/>
              <a:defRPr sz="2200">
                <a:solidFill>
                  <a:schemeClr val="accent6"/>
                </a:solidFill>
              </a:defRPr>
            </a:lvl4pPr>
            <a:lvl5pPr lvl="4">
              <a:lnSpc>
                <a:spcPct val="80000"/>
              </a:lnSpc>
              <a:spcBef>
                <a:spcPts val="0"/>
              </a:spcBef>
              <a:spcAft>
                <a:spcPts val="0"/>
              </a:spcAft>
              <a:buClr>
                <a:schemeClr val="accent6"/>
              </a:buClr>
              <a:buSzPts val="1000"/>
              <a:buNone/>
              <a:defRPr sz="2200">
                <a:solidFill>
                  <a:schemeClr val="accent6"/>
                </a:solidFill>
              </a:defRPr>
            </a:lvl5pPr>
            <a:lvl6pPr lvl="5">
              <a:lnSpc>
                <a:spcPct val="80000"/>
              </a:lnSpc>
              <a:spcBef>
                <a:spcPts val="0"/>
              </a:spcBef>
              <a:spcAft>
                <a:spcPts val="0"/>
              </a:spcAft>
              <a:buClr>
                <a:schemeClr val="accent6"/>
              </a:buClr>
              <a:buSzPts val="1000"/>
              <a:buNone/>
              <a:defRPr sz="2200">
                <a:solidFill>
                  <a:schemeClr val="accent6"/>
                </a:solidFill>
              </a:defRPr>
            </a:lvl6pPr>
            <a:lvl7pPr lvl="6">
              <a:lnSpc>
                <a:spcPct val="80000"/>
              </a:lnSpc>
              <a:spcBef>
                <a:spcPts val="0"/>
              </a:spcBef>
              <a:spcAft>
                <a:spcPts val="0"/>
              </a:spcAft>
              <a:buClr>
                <a:schemeClr val="accent6"/>
              </a:buClr>
              <a:buSzPts val="1000"/>
              <a:buNone/>
              <a:defRPr sz="2200">
                <a:solidFill>
                  <a:schemeClr val="accent6"/>
                </a:solidFill>
              </a:defRPr>
            </a:lvl7pPr>
            <a:lvl8pPr lvl="7">
              <a:lnSpc>
                <a:spcPct val="80000"/>
              </a:lnSpc>
              <a:spcBef>
                <a:spcPts val="0"/>
              </a:spcBef>
              <a:spcAft>
                <a:spcPts val="0"/>
              </a:spcAft>
              <a:buClr>
                <a:schemeClr val="accent6"/>
              </a:buClr>
              <a:buSzPts val="1000"/>
              <a:buNone/>
              <a:defRPr sz="2200">
                <a:solidFill>
                  <a:schemeClr val="accent6"/>
                </a:solidFill>
              </a:defRPr>
            </a:lvl8pPr>
            <a:lvl9pPr lvl="8">
              <a:lnSpc>
                <a:spcPct val="80000"/>
              </a:lnSpc>
              <a:spcBef>
                <a:spcPts val="0"/>
              </a:spcBef>
              <a:spcAft>
                <a:spcPts val="0"/>
              </a:spcAft>
              <a:buClr>
                <a:schemeClr val="accent6"/>
              </a:buClr>
              <a:buSzPts val="1000"/>
              <a:buNone/>
              <a:defRPr sz="2200">
                <a:solidFill>
                  <a:schemeClr val="accent6"/>
                </a:solidFill>
              </a:defRPr>
            </a:lvl9pPr>
          </a:lstStyle>
          <a:p/>
        </p:txBody>
      </p:sp>
      <p:sp>
        <p:nvSpPr>
          <p:cNvPr id="17" name="Google Shape;17;p3"/>
          <p:cNvSpPr txBox="1"/>
          <p:nvPr>
            <p:ph idx="3" type="subTitle"/>
          </p:nvPr>
        </p:nvSpPr>
        <p:spPr>
          <a:xfrm>
            <a:off x="3469838" y="1064402"/>
            <a:ext cx="5659800" cy="452700"/>
          </a:xfrm>
          <a:prstGeom prst="rect">
            <a:avLst/>
          </a:prstGeom>
        </p:spPr>
        <p:txBody>
          <a:bodyPr anchorCtr="0" anchor="ctr" bIns="0" lIns="0" spcFirstLastPara="1" rIns="91425" wrap="square" tIns="0">
            <a:noAutofit/>
          </a:bodyPr>
          <a:lstStyle>
            <a:lvl1pPr lvl="0">
              <a:lnSpc>
                <a:spcPct val="80000"/>
              </a:lnSpc>
              <a:spcBef>
                <a:spcPts val="0"/>
              </a:spcBef>
              <a:spcAft>
                <a:spcPts val="0"/>
              </a:spcAft>
              <a:buClr>
                <a:schemeClr val="accent6"/>
              </a:buClr>
              <a:buSzPts val="1000"/>
              <a:buNone/>
              <a:defRPr sz="2200">
                <a:solidFill>
                  <a:schemeClr val="accent6"/>
                </a:solidFill>
              </a:defRPr>
            </a:lvl1pPr>
            <a:lvl2pPr lvl="1">
              <a:lnSpc>
                <a:spcPct val="80000"/>
              </a:lnSpc>
              <a:spcBef>
                <a:spcPts val="0"/>
              </a:spcBef>
              <a:spcAft>
                <a:spcPts val="0"/>
              </a:spcAft>
              <a:buClr>
                <a:schemeClr val="accent6"/>
              </a:buClr>
              <a:buSzPts val="1000"/>
              <a:buNone/>
              <a:defRPr sz="2200">
                <a:solidFill>
                  <a:schemeClr val="accent6"/>
                </a:solidFill>
              </a:defRPr>
            </a:lvl2pPr>
            <a:lvl3pPr lvl="2">
              <a:lnSpc>
                <a:spcPct val="80000"/>
              </a:lnSpc>
              <a:spcBef>
                <a:spcPts val="0"/>
              </a:spcBef>
              <a:spcAft>
                <a:spcPts val="0"/>
              </a:spcAft>
              <a:buClr>
                <a:schemeClr val="accent6"/>
              </a:buClr>
              <a:buSzPts val="1000"/>
              <a:buNone/>
              <a:defRPr sz="2200">
                <a:solidFill>
                  <a:schemeClr val="accent6"/>
                </a:solidFill>
              </a:defRPr>
            </a:lvl3pPr>
            <a:lvl4pPr lvl="3">
              <a:lnSpc>
                <a:spcPct val="80000"/>
              </a:lnSpc>
              <a:spcBef>
                <a:spcPts val="0"/>
              </a:spcBef>
              <a:spcAft>
                <a:spcPts val="0"/>
              </a:spcAft>
              <a:buClr>
                <a:schemeClr val="accent6"/>
              </a:buClr>
              <a:buSzPts val="1000"/>
              <a:buNone/>
              <a:defRPr sz="2200">
                <a:solidFill>
                  <a:schemeClr val="accent6"/>
                </a:solidFill>
              </a:defRPr>
            </a:lvl4pPr>
            <a:lvl5pPr lvl="4">
              <a:lnSpc>
                <a:spcPct val="80000"/>
              </a:lnSpc>
              <a:spcBef>
                <a:spcPts val="0"/>
              </a:spcBef>
              <a:spcAft>
                <a:spcPts val="0"/>
              </a:spcAft>
              <a:buClr>
                <a:schemeClr val="accent6"/>
              </a:buClr>
              <a:buSzPts val="1000"/>
              <a:buNone/>
              <a:defRPr sz="2200">
                <a:solidFill>
                  <a:schemeClr val="accent6"/>
                </a:solidFill>
              </a:defRPr>
            </a:lvl5pPr>
            <a:lvl6pPr lvl="5">
              <a:lnSpc>
                <a:spcPct val="80000"/>
              </a:lnSpc>
              <a:spcBef>
                <a:spcPts val="0"/>
              </a:spcBef>
              <a:spcAft>
                <a:spcPts val="0"/>
              </a:spcAft>
              <a:buClr>
                <a:schemeClr val="accent6"/>
              </a:buClr>
              <a:buSzPts val="1000"/>
              <a:buNone/>
              <a:defRPr sz="2200">
                <a:solidFill>
                  <a:schemeClr val="accent6"/>
                </a:solidFill>
              </a:defRPr>
            </a:lvl6pPr>
            <a:lvl7pPr lvl="6">
              <a:lnSpc>
                <a:spcPct val="80000"/>
              </a:lnSpc>
              <a:spcBef>
                <a:spcPts val="0"/>
              </a:spcBef>
              <a:spcAft>
                <a:spcPts val="0"/>
              </a:spcAft>
              <a:buClr>
                <a:schemeClr val="accent6"/>
              </a:buClr>
              <a:buSzPts val="1000"/>
              <a:buNone/>
              <a:defRPr sz="2200">
                <a:solidFill>
                  <a:schemeClr val="accent6"/>
                </a:solidFill>
              </a:defRPr>
            </a:lvl7pPr>
            <a:lvl8pPr lvl="7">
              <a:lnSpc>
                <a:spcPct val="80000"/>
              </a:lnSpc>
              <a:spcBef>
                <a:spcPts val="0"/>
              </a:spcBef>
              <a:spcAft>
                <a:spcPts val="0"/>
              </a:spcAft>
              <a:buClr>
                <a:schemeClr val="accent6"/>
              </a:buClr>
              <a:buSzPts val="1000"/>
              <a:buNone/>
              <a:defRPr sz="2200">
                <a:solidFill>
                  <a:schemeClr val="accent6"/>
                </a:solidFill>
              </a:defRPr>
            </a:lvl8pPr>
            <a:lvl9pPr lvl="8">
              <a:lnSpc>
                <a:spcPct val="80000"/>
              </a:lnSpc>
              <a:spcBef>
                <a:spcPts val="0"/>
              </a:spcBef>
              <a:spcAft>
                <a:spcPts val="0"/>
              </a:spcAft>
              <a:buClr>
                <a:schemeClr val="accent6"/>
              </a:buClr>
              <a:buSzPts val="1000"/>
              <a:buNone/>
              <a:defRPr sz="2200">
                <a:solidFill>
                  <a:schemeClr val="accent6"/>
                </a:solidFill>
              </a:defRPr>
            </a:lvl9pPr>
          </a:lstStyle>
          <a:p/>
        </p:txBody>
      </p:sp>
      <p:sp>
        <p:nvSpPr>
          <p:cNvPr id="18" name="Google Shape;18;p3"/>
          <p:cNvSpPr txBox="1"/>
          <p:nvPr>
            <p:ph idx="4" type="subTitle"/>
          </p:nvPr>
        </p:nvSpPr>
        <p:spPr>
          <a:xfrm>
            <a:off x="3469838" y="1923965"/>
            <a:ext cx="5659800" cy="452700"/>
          </a:xfrm>
          <a:prstGeom prst="rect">
            <a:avLst/>
          </a:prstGeom>
        </p:spPr>
        <p:txBody>
          <a:bodyPr anchorCtr="0" anchor="ctr" bIns="0" lIns="0" spcFirstLastPara="1" rIns="91425" wrap="square" tIns="0">
            <a:noAutofit/>
          </a:bodyPr>
          <a:lstStyle>
            <a:lvl1pPr lvl="0">
              <a:lnSpc>
                <a:spcPct val="80000"/>
              </a:lnSpc>
              <a:spcBef>
                <a:spcPts val="0"/>
              </a:spcBef>
              <a:spcAft>
                <a:spcPts val="0"/>
              </a:spcAft>
              <a:buClr>
                <a:schemeClr val="accent6"/>
              </a:buClr>
              <a:buSzPts val="1000"/>
              <a:buNone/>
              <a:defRPr sz="2200">
                <a:solidFill>
                  <a:schemeClr val="accent6"/>
                </a:solidFill>
              </a:defRPr>
            </a:lvl1pPr>
            <a:lvl2pPr lvl="1">
              <a:lnSpc>
                <a:spcPct val="80000"/>
              </a:lnSpc>
              <a:spcBef>
                <a:spcPts val="0"/>
              </a:spcBef>
              <a:spcAft>
                <a:spcPts val="0"/>
              </a:spcAft>
              <a:buClr>
                <a:schemeClr val="accent6"/>
              </a:buClr>
              <a:buSzPts val="1000"/>
              <a:buNone/>
              <a:defRPr sz="2200">
                <a:solidFill>
                  <a:schemeClr val="accent6"/>
                </a:solidFill>
              </a:defRPr>
            </a:lvl2pPr>
            <a:lvl3pPr lvl="2">
              <a:lnSpc>
                <a:spcPct val="80000"/>
              </a:lnSpc>
              <a:spcBef>
                <a:spcPts val="0"/>
              </a:spcBef>
              <a:spcAft>
                <a:spcPts val="0"/>
              </a:spcAft>
              <a:buClr>
                <a:schemeClr val="accent6"/>
              </a:buClr>
              <a:buSzPts val="1000"/>
              <a:buNone/>
              <a:defRPr sz="2200">
                <a:solidFill>
                  <a:schemeClr val="accent6"/>
                </a:solidFill>
              </a:defRPr>
            </a:lvl3pPr>
            <a:lvl4pPr lvl="3">
              <a:lnSpc>
                <a:spcPct val="80000"/>
              </a:lnSpc>
              <a:spcBef>
                <a:spcPts val="0"/>
              </a:spcBef>
              <a:spcAft>
                <a:spcPts val="0"/>
              </a:spcAft>
              <a:buClr>
                <a:schemeClr val="accent6"/>
              </a:buClr>
              <a:buSzPts val="1000"/>
              <a:buNone/>
              <a:defRPr sz="2200">
                <a:solidFill>
                  <a:schemeClr val="accent6"/>
                </a:solidFill>
              </a:defRPr>
            </a:lvl4pPr>
            <a:lvl5pPr lvl="4">
              <a:lnSpc>
                <a:spcPct val="80000"/>
              </a:lnSpc>
              <a:spcBef>
                <a:spcPts val="0"/>
              </a:spcBef>
              <a:spcAft>
                <a:spcPts val="0"/>
              </a:spcAft>
              <a:buClr>
                <a:schemeClr val="accent6"/>
              </a:buClr>
              <a:buSzPts val="1000"/>
              <a:buNone/>
              <a:defRPr sz="2200">
                <a:solidFill>
                  <a:schemeClr val="accent6"/>
                </a:solidFill>
              </a:defRPr>
            </a:lvl5pPr>
            <a:lvl6pPr lvl="5">
              <a:lnSpc>
                <a:spcPct val="80000"/>
              </a:lnSpc>
              <a:spcBef>
                <a:spcPts val="0"/>
              </a:spcBef>
              <a:spcAft>
                <a:spcPts val="0"/>
              </a:spcAft>
              <a:buClr>
                <a:schemeClr val="accent6"/>
              </a:buClr>
              <a:buSzPts val="1000"/>
              <a:buNone/>
              <a:defRPr sz="2200">
                <a:solidFill>
                  <a:schemeClr val="accent6"/>
                </a:solidFill>
              </a:defRPr>
            </a:lvl6pPr>
            <a:lvl7pPr lvl="6">
              <a:lnSpc>
                <a:spcPct val="80000"/>
              </a:lnSpc>
              <a:spcBef>
                <a:spcPts val="0"/>
              </a:spcBef>
              <a:spcAft>
                <a:spcPts val="0"/>
              </a:spcAft>
              <a:buClr>
                <a:schemeClr val="accent6"/>
              </a:buClr>
              <a:buSzPts val="1000"/>
              <a:buNone/>
              <a:defRPr sz="2200">
                <a:solidFill>
                  <a:schemeClr val="accent6"/>
                </a:solidFill>
              </a:defRPr>
            </a:lvl7pPr>
            <a:lvl8pPr lvl="7">
              <a:lnSpc>
                <a:spcPct val="80000"/>
              </a:lnSpc>
              <a:spcBef>
                <a:spcPts val="0"/>
              </a:spcBef>
              <a:spcAft>
                <a:spcPts val="0"/>
              </a:spcAft>
              <a:buClr>
                <a:schemeClr val="accent6"/>
              </a:buClr>
              <a:buSzPts val="1000"/>
              <a:buNone/>
              <a:defRPr sz="2200">
                <a:solidFill>
                  <a:schemeClr val="accent6"/>
                </a:solidFill>
              </a:defRPr>
            </a:lvl8pPr>
            <a:lvl9pPr lvl="8">
              <a:lnSpc>
                <a:spcPct val="80000"/>
              </a:lnSpc>
              <a:spcBef>
                <a:spcPts val="0"/>
              </a:spcBef>
              <a:spcAft>
                <a:spcPts val="0"/>
              </a:spcAft>
              <a:buClr>
                <a:schemeClr val="accent6"/>
              </a:buClr>
              <a:buSzPts val="1000"/>
              <a:buNone/>
              <a:defRPr sz="2200">
                <a:solidFill>
                  <a:schemeClr val="accent6"/>
                </a:solidFill>
              </a:defRPr>
            </a:lvl9pPr>
          </a:lstStyle>
          <a:p/>
        </p:txBody>
      </p:sp>
      <p:sp>
        <p:nvSpPr>
          <p:cNvPr id="19" name="Google Shape;19;p3"/>
          <p:cNvSpPr txBox="1"/>
          <p:nvPr>
            <p:ph idx="5" type="subTitle"/>
          </p:nvPr>
        </p:nvSpPr>
        <p:spPr>
          <a:xfrm>
            <a:off x="3469838" y="2810376"/>
            <a:ext cx="5659800" cy="452700"/>
          </a:xfrm>
          <a:prstGeom prst="rect">
            <a:avLst/>
          </a:prstGeom>
        </p:spPr>
        <p:txBody>
          <a:bodyPr anchorCtr="0" anchor="ctr" bIns="0" lIns="0" spcFirstLastPara="1" rIns="91425" wrap="square" tIns="0">
            <a:noAutofit/>
          </a:bodyPr>
          <a:lstStyle>
            <a:lvl1pPr lvl="0">
              <a:lnSpc>
                <a:spcPct val="80000"/>
              </a:lnSpc>
              <a:spcBef>
                <a:spcPts val="0"/>
              </a:spcBef>
              <a:spcAft>
                <a:spcPts val="0"/>
              </a:spcAft>
              <a:buClr>
                <a:schemeClr val="dk1"/>
              </a:buClr>
              <a:buSzPts val="1000"/>
              <a:buNone/>
              <a:defRPr sz="2200">
                <a:solidFill>
                  <a:schemeClr val="dk1"/>
                </a:solidFill>
              </a:defRPr>
            </a:lvl1pPr>
            <a:lvl2pPr lvl="1">
              <a:lnSpc>
                <a:spcPct val="80000"/>
              </a:lnSpc>
              <a:spcBef>
                <a:spcPts val="0"/>
              </a:spcBef>
              <a:spcAft>
                <a:spcPts val="0"/>
              </a:spcAft>
              <a:buClr>
                <a:schemeClr val="dk1"/>
              </a:buClr>
              <a:buSzPts val="1000"/>
              <a:buNone/>
              <a:defRPr sz="2200">
                <a:solidFill>
                  <a:schemeClr val="dk1"/>
                </a:solidFill>
              </a:defRPr>
            </a:lvl2pPr>
            <a:lvl3pPr lvl="2">
              <a:lnSpc>
                <a:spcPct val="80000"/>
              </a:lnSpc>
              <a:spcBef>
                <a:spcPts val="0"/>
              </a:spcBef>
              <a:spcAft>
                <a:spcPts val="0"/>
              </a:spcAft>
              <a:buClr>
                <a:schemeClr val="dk1"/>
              </a:buClr>
              <a:buSzPts val="1000"/>
              <a:buNone/>
              <a:defRPr sz="2200">
                <a:solidFill>
                  <a:schemeClr val="dk1"/>
                </a:solidFill>
              </a:defRPr>
            </a:lvl3pPr>
            <a:lvl4pPr lvl="3">
              <a:lnSpc>
                <a:spcPct val="80000"/>
              </a:lnSpc>
              <a:spcBef>
                <a:spcPts val="0"/>
              </a:spcBef>
              <a:spcAft>
                <a:spcPts val="0"/>
              </a:spcAft>
              <a:buClr>
                <a:schemeClr val="dk1"/>
              </a:buClr>
              <a:buSzPts val="1000"/>
              <a:buNone/>
              <a:defRPr sz="2200">
                <a:solidFill>
                  <a:schemeClr val="dk1"/>
                </a:solidFill>
              </a:defRPr>
            </a:lvl4pPr>
            <a:lvl5pPr lvl="4">
              <a:lnSpc>
                <a:spcPct val="80000"/>
              </a:lnSpc>
              <a:spcBef>
                <a:spcPts val="0"/>
              </a:spcBef>
              <a:spcAft>
                <a:spcPts val="0"/>
              </a:spcAft>
              <a:buClr>
                <a:schemeClr val="dk1"/>
              </a:buClr>
              <a:buSzPts val="1000"/>
              <a:buNone/>
              <a:defRPr sz="2200">
                <a:solidFill>
                  <a:schemeClr val="dk1"/>
                </a:solidFill>
              </a:defRPr>
            </a:lvl5pPr>
            <a:lvl6pPr lvl="5">
              <a:lnSpc>
                <a:spcPct val="80000"/>
              </a:lnSpc>
              <a:spcBef>
                <a:spcPts val="0"/>
              </a:spcBef>
              <a:spcAft>
                <a:spcPts val="0"/>
              </a:spcAft>
              <a:buClr>
                <a:schemeClr val="dk1"/>
              </a:buClr>
              <a:buSzPts val="1000"/>
              <a:buNone/>
              <a:defRPr sz="2200">
                <a:solidFill>
                  <a:schemeClr val="dk1"/>
                </a:solidFill>
              </a:defRPr>
            </a:lvl6pPr>
            <a:lvl7pPr lvl="6">
              <a:lnSpc>
                <a:spcPct val="80000"/>
              </a:lnSpc>
              <a:spcBef>
                <a:spcPts val="0"/>
              </a:spcBef>
              <a:spcAft>
                <a:spcPts val="0"/>
              </a:spcAft>
              <a:buClr>
                <a:schemeClr val="dk1"/>
              </a:buClr>
              <a:buSzPts val="1000"/>
              <a:buNone/>
              <a:defRPr sz="2200">
                <a:solidFill>
                  <a:schemeClr val="dk1"/>
                </a:solidFill>
              </a:defRPr>
            </a:lvl7pPr>
            <a:lvl8pPr lvl="7">
              <a:lnSpc>
                <a:spcPct val="80000"/>
              </a:lnSpc>
              <a:spcBef>
                <a:spcPts val="0"/>
              </a:spcBef>
              <a:spcAft>
                <a:spcPts val="0"/>
              </a:spcAft>
              <a:buClr>
                <a:schemeClr val="dk1"/>
              </a:buClr>
              <a:buSzPts val="1000"/>
              <a:buNone/>
              <a:defRPr sz="2200">
                <a:solidFill>
                  <a:schemeClr val="dk1"/>
                </a:solidFill>
              </a:defRPr>
            </a:lvl8pPr>
            <a:lvl9pPr lvl="8">
              <a:lnSpc>
                <a:spcPct val="80000"/>
              </a:lnSpc>
              <a:spcBef>
                <a:spcPts val="0"/>
              </a:spcBef>
              <a:spcAft>
                <a:spcPts val="0"/>
              </a:spcAft>
              <a:buClr>
                <a:schemeClr val="dk1"/>
              </a:buClr>
              <a:buSzPts val="1000"/>
              <a:buNone/>
              <a:defRPr sz="2200">
                <a:solidFill>
                  <a:schemeClr val="dk1"/>
                </a:solidFill>
              </a:defRPr>
            </a:lvl9pPr>
          </a:lstStyle>
          <a:p/>
        </p:txBody>
      </p:sp>
      <p:sp>
        <p:nvSpPr>
          <p:cNvPr id="20" name="Google Shape;20;p3"/>
          <p:cNvSpPr txBox="1"/>
          <p:nvPr>
            <p:ph idx="6" type="subTitle"/>
          </p:nvPr>
        </p:nvSpPr>
        <p:spPr>
          <a:xfrm>
            <a:off x="3469838" y="3646164"/>
            <a:ext cx="5659800" cy="452700"/>
          </a:xfrm>
          <a:prstGeom prst="rect">
            <a:avLst/>
          </a:prstGeom>
        </p:spPr>
        <p:txBody>
          <a:bodyPr anchorCtr="0" anchor="ctr" bIns="0" lIns="0" spcFirstLastPara="1" rIns="91425" wrap="square" tIns="0">
            <a:noAutofit/>
          </a:bodyPr>
          <a:lstStyle>
            <a:lvl1pPr lvl="0">
              <a:lnSpc>
                <a:spcPct val="80000"/>
              </a:lnSpc>
              <a:spcBef>
                <a:spcPts val="0"/>
              </a:spcBef>
              <a:spcAft>
                <a:spcPts val="0"/>
              </a:spcAft>
              <a:buClr>
                <a:schemeClr val="dk1"/>
              </a:buClr>
              <a:buSzPts val="1000"/>
              <a:buNone/>
              <a:defRPr sz="2200">
                <a:solidFill>
                  <a:schemeClr val="dk1"/>
                </a:solidFill>
              </a:defRPr>
            </a:lvl1pPr>
            <a:lvl2pPr lvl="1">
              <a:lnSpc>
                <a:spcPct val="80000"/>
              </a:lnSpc>
              <a:spcBef>
                <a:spcPts val="0"/>
              </a:spcBef>
              <a:spcAft>
                <a:spcPts val="0"/>
              </a:spcAft>
              <a:buClr>
                <a:schemeClr val="dk1"/>
              </a:buClr>
              <a:buSzPts val="1000"/>
              <a:buNone/>
              <a:defRPr sz="2200">
                <a:solidFill>
                  <a:schemeClr val="dk1"/>
                </a:solidFill>
              </a:defRPr>
            </a:lvl2pPr>
            <a:lvl3pPr lvl="2">
              <a:lnSpc>
                <a:spcPct val="80000"/>
              </a:lnSpc>
              <a:spcBef>
                <a:spcPts val="0"/>
              </a:spcBef>
              <a:spcAft>
                <a:spcPts val="0"/>
              </a:spcAft>
              <a:buClr>
                <a:schemeClr val="dk1"/>
              </a:buClr>
              <a:buSzPts val="1000"/>
              <a:buNone/>
              <a:defRPr sz="2200">
                <a:solidFill>
                  <a:schemeClr val="dk1"/>
                </a:solidFill>
              </a:defRPr>
            </a:lvl3pPr>
            <a:lvl4pPr lvl="3">
              <a:lnSpc>
                <a:spcPct val="80000"/>
              </a:lnSpc>
              <a:spcBef>
                <a:spcPts val="0"/>
              </a:spcBef>
              <a:spcAft>
                <a:spcPts val="0"/>
              </a:spcAft>
              <a:buClr>
                <a:schemeClr val="dk1"/>
              </a:buClr>
              <a:buSzPts val="1000"/>
              <a:buNone/>
              <a:defRPr sz="2200">
                <a:solidFill>
                  <a:schemeClr val="dk1"/>
                </a:solidFill>
              </a:defRPr>
            </a:lvl4pPr>
            <a:lvl5pPr lvl="4">
              <a:lnSpc>
                <a:spcPct val="80000"/>
              </a:lnSpc>
              <a:spcBef>
                <a:spcPts val="0"/>
              </a:spcBef>
              <a:spcAft>
                <a:spcPts val="0"/>
              </a:spcAft>
              <a:buClr>
                <a:schemeClr val="dk1"/>
              </a:buClr>
              <a:buSzPts val="1000"/>
              <a:buNone/>
              <a:defRPr sz="2200">
                <a:solidFill>
                  <a:schemeClr val="dk1"/>
                </a:solidFill>
              </a:defRPr>
            </a:lvl5pPr>
            <a:lvl6pPr lvl="5">
              <a:lnSpc>
                <a:spcPct val="80000"/>
              </a:lnSpc>
              <a:spcBef>
                <a:spcPts val="0"/>
              </a:spcBef>
              <a:spcAft>
                <a:spcPts val="0"/>
              </a:spcAft>
              <a:buClr>
                <a:schemeClr val="dk1"/>
              </a:buClr>
              <a:buSzPts val="1000"/>
              <a:buNone/>
              <a:defRPr sz="2200">
                <a:solidFill>
                  <a:schemeClr val="dk1"/>
                </a:solidFill>
              </a:defRPr>
            </a:lvl6pPr>
            <a:lvl7pPr lvl="6">
              <a:lnSpc>
                <a:spcPct val="80000"/>
              </a:lnSpc>
              <a:spcBef>
                <a:spcPts val="0"/>
              </a:spcBef>
              <a:spcAft>
                <a:spcPts val="0"/>
              </a:spcAft>
              <a:buClr>
                <a:schemeClr val="dk1"/>
              </a:buClr>
              <a:buSzPts val="1000"/>
              <a:buNone/>
              <a:defRPr sz="2200">
                <a:solidFill>
                  <a:schemeClr val="dk1"/>
                </a:solidFill>
              </a:defRPr>
            </a:lvl7pPr>
            <a:lvl8pPr lvl="7">
              <a:lnSpc>
                <a:spcPct val="80000"/>
              </a:lnSpc>
              <a:spcBef>
                <a:spcPts val="0"/>
              </a:spcBef>
              <a:spcAft>
                <a:spcPts val="0"/>
              </a:spcAft>
              <a:buClr>
                <a:schemeClr val="dk1"/>
              </a:buClr>
              <a:buSzPts val="1000"/>
              <a:buNone/>
              <a:defRPr sz="2200">
                <a:solidFill>
                  <a:schemeClr val="dk1"/>
                </a:solidFill>
              </a:defRPr>
            </a:lvl8pPr>
            <a:lvl9pPr lvl="8">
              <a:lnSpc>
                <a:spcPct val="80000"/>
              </a:lnSpc>
              <a:spcBef>
                <a:spcPts val="0"/>
              </a:spcBef>
              <a:spcAft>
                <a:spcPts val="0"/>
              </a:spcAft>
              <a:buClr>
                <a:schemeClr val="dk1"/>
              </a:buClr>
              <a:buSzPts val="1000"/>
              <a:buNone/>
              <a:defRPr sz="2200">
                <a:solidFill>
                  <a:schemeClr val="dk1"/>
                </a:solidFill>
              </a:defRPr>
            </a:lvl9pPr>
          </a:lstStyle>
          <a:p/>
        </p:txBody>
      </p:sp>
      <p:sp>
        <p:nvSpPr>
          <p:cNvPr id="21" name="Google Shape;21;p3"/>
          <p:cNvSpPr txBox="1"/>
          <p:nvPr>
            <p:ph idx="7" type="subTitle"/>
          </p:nvPr>
        </p:nvSpPr>
        <p:spPr>
          <a:xfrm>
            <a:off x="3469838" y="4530963"/>
            <a:ext cx="5659800" cy="452700"/>
          </a:xfrm>
          <a:prstGeom prst="rect">
            <a:avLst/>
          </a:prstGeom>
        </p:spPr>
        <p:txBody>
          <a:bodyPr anchorCtr="0" anchor="ctr" bIns="0" lIns="0" spcFirstLastPara="1" rIns="91425" wrap="square" tIns="0">
            <a:noAutofit/>
          </a:bodyPr>
          <a:lstStyle>
            <a:lvl1pPr lvl="0">
              <a:lnSpc>
                <a:spcPct val="80000"/>
              </a:lnSpc>
              <a:spcBef>
                <a:spcPts val="0"/>
              </a:spcBef>
              <a:spcAft>
                <a:spcPts val="0"/>
              </a:spcAft>
              <a:buClr>
                <a:schemeClr val="dk1"/>
              </a:buClr>
              <a:buSzPts val="1000"/>
              <a:buNone/>
              <a:defRPr sz="2200">
                <a:solidFill>
                  <a:schemeClr val="dk1"/>
                </a:solidFill>
              </a:defRPr>
            </a:lvl1pPr>
            <a:lvl2pPr lvl="1">
              <a:lnSpc>
                <a:spcPct val="80000"/>
              </a:lnSpc>
              <a:spcBef>
                <a:spcPts val="0"/>
              </a:spcBef>
              <a:spcAft>
                <a:spcPts val="0"/>
              </a:spcAft>
              <a:buClr>
                <a:schemeClr val="dk1"/>
              </a:buClr>
              <a:buSzPts val="1000"/>
              <a:buNone/>
              <a:defRPr sz="2200">
                <a:solidFill>
                  <a:schemeClr val="dk1"/>
                </a:solidFill>
              </a:defRPr>
            </a:lvl2pPr>
            <a:lvl3pPr lvl="2">
              <a:lnSpc>
                <a:spcPct val="80000"/>
              </a:lnSpc>
              <a:spcBef>
                <a:spcPts val="0"/>
              </a:spcBef>
              <a:spcAft>
                <a:spcPts val="0"/>
              </a:spcAft>
              <a:buClr>
                <a:schemeClr val="dk1"/>
              </a:buClr>
              <a:buSzPts val="1000"/>
              <a:buNone/>
              <a:defRPr sz="2200">
                <a:solidFill>
                  <a:schemeClr val="dk1"/>
                </a:solidFill>
              </a:defRPr>
            </a:lvl3pPr>
            <a:lvl4pPr lvl="3">
              <a:lnSpc>
                <a:spcPct val="80000"/>
              </a:lnSpc>
              <a:spcBef>
                <a:spcPts val="0"/>
              </a:spcBef>
              <a:spcAft>
                <a:spcPts val="0"/>
              </a:spcAft>
              <a:buClr>
                <a:schemeClr val="dk1"/>
              </a:buClr>
              <a:buSzPts val="1000"/>
              <a:buNone/>
              <a:defRPr sz="2200">
                <a:solidFill>
                  <a:schemeClr val="dk1"/>
                </a:solidFill>
              </a:defRPr>
            </a:lvl4pPr>
            <a:lvl5pPr lvl="4">
              <a:lnSpc>
                <a:spcPct val="80000"/>
              </a:lnSpc>
              <a:spcBef>
                <a:spcPts val="0"/>
              </a:spcBef>
              <a:spcAft>
                <a:spcPts val="0"/>
              </a:spcAft>
              <a:buClr>
                <a:schemeClr val="dk1"/>
              </a:buClr>
              <a:buSzPts val="1000"/>
              <a:buNone/>
              <a:defRPr sz="2200">
                <a:solidFill>
                  <a:schemeClr val="dk1"/>
                </a:solidFill>
              </a:defRPr>
            </a:lvl5pPr>
            <a:lvl6pPr lvl="5">
              <a:lnSpc>
                <a:spcPct val="80000"/>
              </a:lnSpc>
              <a:spcBef>
                <a:spcPts val="0"/>
              </a:spcBef>
              <a:spcAft>
                <a:spcPts val="0"/>
              </a:spcAft>
              <a:buClr>
                <a:schemeClr val="dk1"/>
              </a:buClr>
              <a:buSzPts val="1000"/>
              <a:buNone/>
              <a:defRPr sz="2200">
                <a:solidFill>
                  <a:schemeClr val="dk1"/>
                </a:solidFill>
              </a:defRPr>
            </a:lvl6pPr>
            <a:lvl7pPr lvl="6">
              <a:lnSpc>
                <a:spcPct val="80000"/>
              </a:lnSpc>
              <a:spcBef>
                <a:spcPts val="0"/>
              </a:spcBef>
              <a:spcAft>
                <a:spcPts val="0"/>
              </a:spcAft>
              <a:buClr>
                <a:schemeClr val="dk1"/>
              </a:buClr>
              <a:buSzPts val="1000"/>
              <a:buNone/>
              <a:defRPr sz="2200">
                <a:solidFill>
                  <a:schemeClr val="dk1"/>
                </a:solidFill>
              </a:defRPr>
            </a:lvl7pPr>
            <a:lvl8pPr lvl="7">
              <a:lnSpc>
                <a:spcPct val="80000"/>
              </a:lnSpc>
              <a:spcBef>
                <a:spcPts val="0"/>
              </a:spcBef>
              <a:spcAft>
                <a:spcPts val="0"/>
              </a:spcAft>
              <a:buClr>
                <a:schemeClr val="dk1"/>
              </a:buClr>
              <a:buSzPts val="1000"/>
              <a:buNone/>
              <a:defRPr sz="2200">
                <a:solidFill>
                  <a:schemeClr val="dk1"/>
                </a:solidFill>
              </a:defRPr>
            </a:lvl8pPr>
            <a:lvl9pPr lvl="8">
              <a:lnSpc>
                <a:spcPct val="80000"/>
              </a:lnSpc>
              <a:spcBef>
                <a:spcPts val="0"/>
              </a:spcBef>
              <a:spcAft>
                <a:spcPts val="0"/>
              </a:spcAft>
              <a:buClr>
                <a:schemeClr val="dk1"/>
              </a:buClr>
              <a:buSzPts val="1000"/>
              <a:buNone/>
              <a:defRPr sz="2200">
                <a:solidFill>
                  <a:schemeClr val="dk1"/>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
  <p:cSld name="BLANK_1_1_1_1_1_1_1_1">
    <p:bg>
      <p:bgPr>
        <a:solidFill>
          <a:schemeClr val="accent2"/>
        </a:solidFill>
      </p:bgPr>
    </p:bg>
    <p:spTree>
      <p:nvGrpSpPr>
        <p:cNvPr id="22" name="Shape 22"/>
        <p:cNvGrpSpPr/>
        <p:nvPr/>
      </p:nvGrpSpPr>
      <p:grpSpPr>
        <a:xfrm>
          <a:off x="0" y="0"/>
          <a:ext cx="0" cy="0"/>
          <a:chOff x="0" y="0"/>
          <a:chExt cx="0" cy="0"/>
        </a:xfrm>
      </p:grpSpPr>
      <p:sp>
        <p:nvSpPr>
          <p:cNvPr id="23" name="Google Shape;23;p4"/>
          <p:cNvSpPr/>
          <p:nvPr/>
        </p:nvSpPr>
        <p:spPr>
          <a:xfrm>
            <a:off x="99900" y="99900"/>
            <a:ext cx="8944200" cy="4936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24" name="Google Shape;24;p4"/>
          <p:cNvSpPr/>
          <p:nvPr/>
        </p:nvSpPr>
        <p:spPr>
          <a:xfrm>
            <a:off x="252300" y="252300"/>
            <a:ext cx="8639400" cy="4631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25" name="Google Shape;25;p4"/>
          <p:cNvSpPr/>
          <p:nvPr/>
        </p:nvSpPr>
        <p:spPr>
          <a:xfrm>
            <a:off x="404700" y="404700"/>
            <a:ext cx="8334600" cy="43269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26" name="Google Shape;26;p4"/>
          <p:cNvSpPr/>
          <p:nvPr/>
        </p:nvSpPr>
        <p:spPr>
          <a:xfrm>
            <a:off x="557100" y="557100"/>
            <a:ext cx="8029800" cy="4022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27" name="Google Shape;27;p4"/>
          <p:cNvSpPr txBox="1"/>
          <p:nvPr>
            <p:ph type="title"/>
          </p:nvPr>
        </p:nvSpPr>
        <p:spPr>
          <a:xfrm>
            <a:off x="941650" y="795275"/>
            <a:ext cx="2861400" cy="8166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3000"/>
              <a:buNone/>
              <a:defRPr sz="2400">
                <a:solidFill>
                  <a:schemeClr val="accent6"/>
                </a:solidFill>
              </a:defRPr>
            </a:lvl1pPr>
            <a:lvl2pPr lvl="1">
              <a:lnSpc>
                <a:spcPct val="10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2pPr>
            <a:lvl3pPr lvl="2">
              <a:lnSpc>
                <a:spcPct val="10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3pPr>
            <a:lvl4pPr lvl="3">
              <a:lnSpc>
                <a:spcPct val="10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4pPr>
            <a:lvl5pPr lvl="4">
              <a:lnSpc>
                <a:spcPct val="10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5pPr>
            <a:lvl6pPr lvl="5">
              <a:lnSpc>
                <a:spcPct val="10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6pPr>
            <a:lvl7pPr lvl="6">
              <a:lnSpc>
                <a:spcPct val="10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7pPr>
            <a:lvl8pPr lvl="7">
              <a:lnSpc>
                <a:spcPct val="10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8pPr>
            <a:lvl9pPr lvl="8">
              <a:lnSpc>
                <a:spcPct val="10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9pPr>
          </a:lstStyle>
          <a:p/>
        </p:txBody>
      </p:sp>
      <p:sp>
        <p:nvSpPr>
          <p:cNvPr id="28" name="Google Shape;28;p4"/>
          <p:cNvSpPr txBox="1"/>
          <p:nvPr>
            <p:ph idx="2" type="title"/>
          </p:nvPr>
        </p:nvSpPr>
        <p:spPr>
          <a:xfrm>
            <a:off x="4399600" y="835425"/>
            <a:ext cx="2703600" cy="772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3"/>
              </a:buClr>
              <a:buSzPts val="3000"/>
              <a:buNone/>
              <a:defRPr sz="2200">
                <a:solidFill>
                  <a:schemeClr val="accent3"/>
                </a:solidFill>
              </a:defRPr>
            </a:lvl1pPr>
            <a:lvl2pPr lvl="1">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2pPr>
            <a:lvl3pPr lvl="2">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3pPr>
            <a:lvl4pPr lvl="3">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4pPr>
            <a:lvl5pPr lvl="4">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5pPr>
            <a:lvl6pPr lvl="5">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6pPr>
            <a:lvl7pPr lvl="6">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7pPr>
            <a:lvl8pPr lvl="7">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8pPr>
            <a:lvl9pPr lvl="8">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9pPr>
          </a:lstStyle>
          <a:p/>
        </p:txBody>
      </p:sp>
      <p:sp>
        <p:nvSpPr>
          <p:cNvPr id="29" name="Google Shape;29;p4"/>
          <p:cNvSpPr txBox="1"/>
          <p:nvPr>
            <p:ph idx="3" type="title"/>
          </p:nvPr>
        </p:nvSpPr>
        <p:spPr>
          <a:xfrm>
            <a:off x="6496050" y="835425"/>
            <a:ext cx="2703600" cy="772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3"/>
              </a:buClr>
              <a:buSzPts val="3000"/>
              <a:buNone/>
              <a:defRPr sz="2200">
                <a:solidFill>
                  <a:schemeClr val="accent3"/>
                </a:solidFill>
              </a:defRPr>
            </a:lvl1pPr>
            <a:lvl2pPr lvl="1">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2pPr>
            <a:lvl3pPr lvl="2">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3pPr>
            <a:lvl4pPr lvl="3">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4pPr>
            <a:lvl5pPr lvl="4">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5pPr>
            <a:lvl6pPr lvl="5">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6pPr>
            <a:lvl7pPr lvl="6">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7pPr>
            <a:lvl8pPr lvl="7">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8pPr>
            <a:lvl9pPr lvl="8">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9pPr>
          </a:lstStyle>
          <a:p/>
        </p:txBody>
      </p:sp>
      <p:sp>
        <p:nvSpPr>
          <p:cNvPr id="30" name="Google Shape;30;p4"/>
          <p:cNvSpPr txBox="1"/>
          <p:nvPr>
            <p:ph idx="4" type="title"/>
          </p:nvPr>
        </p:nvSpPr>
        <p:spPr>
          <a:xfrm>
            <a:off x="4385600" y="2797575"/>
            <a:ext cx="2703600" cy="772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3"/>
              </a:buClr>
              <a:buSzPts val="3000"/>
              <a:buNone/>
              <a:defRPr sz="2200">
                <a:solidFill>
                  <a:schemeClr val="accent3"/>
                </a:solidFill>
              </a:defRPr>
            </a:lvl1pPr>
            <a:lvl2pPr lvl="1">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2pPr>
            <a:lvl3pPr lvl="2">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3pPr>
            <a:lvl4pPr lvl="3">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4pPr>
            <a:lvl5pPr lvl="4">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5pPr>
            <a:lvl6pPr lvl="5">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6pPr>
            <a:lvl7pPr lvl="6">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7pPr>
            <a:lvl8pPr lvl="7">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8pPr>
            <a:lvl9pPr lvl="8">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9pPr>
          </a:lstStyle>
          <a:p/>
        </p:txBody>
      </p:sp>
      <p:sp>
        <p:nvSpPr>
          <p:cNvPr id="31" name="Google Shape;31;p4"/>
          <p:cNvSpPr txBox="1"/>
          <p:nvPr>
            <p:ph idx="5" type="title"/>
          </p:nvPr>
        </p:nvSpPr>
        <p:spPr>
          <a:xfrm>
            <a:off x="6496050" y="2797575"/>
            <a:ext cx="2703600" cy="772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3"/>
              </a:buClr>
              <a:buSzPts val="3000"/>
              <a:buNone/>
              <a:defRPr sz="2200">
                <a:solidFill>
                  <a:schemeClr val="accent3"/>
                </a:solidFill>
              </a:defRPr>
            </a:lvl1pPr>
            <a:lvl2pPr lvl="1">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2pPr>
            <a:lvl3pPr lvl="2">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3pPr>
            <a:lvl4pPr lvl="3">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4pPr>
            <a:lvl5pPr lvl="4">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5pPr>
            <a:lvl6pPr lvl="5">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6pPr>
            <a:lvl7pPr lvl="6">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7pPr>
            <a:lvl8pPr lvl="7">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8pPr>
            <a:lvl9pPr lvl="8">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9pPr>
          </a:lstStyle>
          <a:p/>
        </p:txBody>
      </p:sp>
      <p:sp>
        <p:nvSpPr>
          <p:cNvPr id="32" name="Google Shape;32;p4"/>
          <p:cNvSpPr txBox="1"/>
          <p:nvPr>
            <p:ph idx="6" type="title"/>
          </p:nvPr>
        </p:nvSpPr>
        <p:spPr>
          <a:xfrm>
            <a:off x="4423700" y="1379550"/>
            <a:ext cx="1703700" cy="772200"/>
          </a:xfrm>
          <a:prstGeom prst="rect">
            <a:avLst/>
          </a:prstGeom>
        </p:spPr>
        <p:txBody>
          <a:bodyPr anchorCtr="0" anchor="t" bIns="0" lIns="0" spcFirstLastPara="1" rIns="91425" wrap="square" tIns="0">
            <a:noAutofit/>
          </a:bodyPr>
          <a:lstStyle>
            <a:lvl1pPr lvl="0">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9pPr>
          </a:lstStyle>
          <a:p/>
        </p:txBody>
      </p:sp>
      <p:sp>
        <p:nvSpPr>
          <p:cNvPr id="33" name="Google Shape;33;p4"/>
          <p:cNvSpPr txBox="1"/>
          <p:nvPr>
            <p:ph idx="7" type="title"/>
          </p:nvPr>
        </p:nvSpPr>
        <p:spPr>
          <a:xfrm>
            <a:off x="6562725" y="1379550"/>
            <a:ext cx="1703700" cy="772200"/>
          </a:xfrm>
          <a:prstGeom prst="rect">
            <a:avLst/>
          </a:prstGeom>
        </p:spPr>
        <p:txBody>
          <a:bodyPr anchorCtr="0" anchor="t" bIns="0" lIns="0" spcFirstLastPara="1" rIns="91425" wrap="square" tIns="0">
            <a:noAutofit/>
          </a:bodyPr>
          <a:lstStyle>
            <a:lvl1pPr lvl="0">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9pPr>
          </a:lstStyle>
          <a:p/>
        </p:txBody>
      </p:sp>
      <p:sp>
        <p:nvSpPr>
          <p:cNvPr id="34" name="Google Shape;34;p4"/>
          <p:cNvSpPr txBox="1"/>
          <p:nvPr>
            <p:ph idx="8" type="title"/>
          </p:nvPr>
        </p:nvSpPr>
        <p:spPr>
          <a:xfrm>
            <a:off x="4423700" y="3341700"/>
            <a:ext cx="1703700" cy="772200"/>
          </a:xfrm>
          <a:prstGeom prst="rect">
            <a:avLst/>
          </a:prstGeom>
        </p:spPr>
        <p:txBody>
          <a:bodyPr anchorCtr="0" anchor="t" bIns="0" lIns="0" spcFirstLastPara="1" rIns="91425" wrap="square" tIns="0">
            <a:noAutofit/>
          </a:bodyPr>
          <a:lstStyle>
            <a:lvl1pPr lvl="0">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9pPr>
          </a:lstStyle>
          <a:p/>
        </p:txBody>
      </p:sp>
      <p:sp>
        <p:nvSpPr>
          <p:cNvPr id="35" name="Google Shape;35;p4"/>
          <p:cNvSpPr txBox="1"/>
          <p:nvPr>
            <p:ph idx="9" type="title"/>
          </p:nvPr>
        </p:nvSpPr>
        <p:spPr>
          <a:xfrm>
            <a:off x="6562725" y="3341688"/>
            <a:ext cx="1703700" cy="772200"/>
          </a:xfrm>
          <a:prstGeom prst="rect">
            <a:avLst/>
          </a:prstGeom>
        </p:spPr>
        <p:txBody>
          <a:bodyPr anchorCtr="0" anchor="t" bIns="0" lIns="0" spcFirstLastPara="1" rIns="91425" wrap="square" tIns="0">
            <a:noAutofit/>
          </a:bodyPr>
          <a:lstStyle>
            <a:lvl1pPr lvl="0">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9pPr>
          </a:lstStyle>
          <a:p/>
        </p:txBody>
      </p:sp>
      <p:sp>
        <p:nvSpPr>
          <p:cNvPr id="36" name="Google Shape;36;p4"/>
          <p:cNvSpPr txBox="1"/>
          <p:nvPr>
            <p:ph idx="13" type="title"/>
          </p:nvPr>
        </p:nvSpPr>
        <p:spPr>
          <a:xfrm>
            <a:off x="966700" y="1417525"/>
            <a:ext cx="2072700" cy="1705200"/>
          </a:xfrm>
          <a:prstGeom prst="rect">
            <a:avLst/>
          </a:prstGeom>
        </p:spPr>
        <p:txBody>
          <a:bodyPr anchorCtr="0" anchor="t" bIns="0" lIns="0" spcFirstLastPara="1" rIns="91425" wrap="square" tIns="0">
            <a:noAutofit/>
          </a:bodyPr>
          <a:lstStyle>
            <a:lvl1pPr lvl="0">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1pPr>
            <a:lvl2pPr lvl="1">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2pPr>
            <a:lvl3pPr lvl="2">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3pPr>
            <a:lvl4pPr lvl="3">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4pPr>
            <a:lvl5pPr lvl="4">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5pPr>
            <a:lvl6pPr lvl="5">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6pPr>
            <a:lvl7pPr lvl="6">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7pPr>
            <a:lvl8pPr lvl="7">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8pPr>
            <a:lvl9pPr lvl="8">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BLANK_1_1_1_1_1_1_1_1_1_1_1_1_1_1_1_1_1_1_1_1">
    <p:bg>
      <p:bgPr>
        <a:solidFill>
          <a:schemeClr val="dk2"/>
        </a:solidFill>
      </p:bgPr>
    </p:bg>
    <p:spTree>
      <p:nvGrpSpPr>
        <p:cNvPr id="37" name="Shape 37"/>
        <p:cNvGrpSpPr/>
        <p:nvPr/>
      </p:nvGrpSpPr>
      <p:grpSpPr>
        <a:xfrm>
          <a:off x="0" y="0"/>
          <a:ext cx="0" cy="0"/>
          <a:chOff x="0" y="0"/>
          <a:chExt cx="0" cy="0"/>
        </a:xfrm>
      </p:grpSpPr>
      <p:sp>
        <p:nvSpPr>
          <p:cNvPr id="38" name="Google Shape;38;p5"/>
          <p:cNvSpPr/>
          <p:nvPr/>
        </p:nvSpPr>
        <p:spPr>
          <a:xfrm>
            <a:off x="5404500" y="-50"/>
            <a:ext cx="37395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39" name="Google Shape;39;p5"/>
          <p:cNvSpPr/>
          <p:nvPr/>
        </p:nvSpPr>
        <p:spPr>
          <a:xfrm>
            <a:off x="0" y="1499700"/>
            <a:ext cx="9144000" cy="3645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40" name="Google Shape;40;p5"/>
          <p:cNvSpPr/>
          <p:nvPr/>
        </p:nvSpPr>
        <p:spPr>
          <a:xfrm>
            <a:off x="5404500" y="1499700"/>
            <a:ext cx="3739500" cy="3645000"/>
          </a:xfrm>
          <a:prstGeom prst="snip1Rect">
            <a:avLst>
              <a:gd fmla="val 16667"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41" name="Google Shape;41;p5"/>
          <p:cNvSpPr txBox="1"/>
          <p:nvPr>
            <p:ph idx="1" type="subTitle"/>
          </p:nvPr>
        </p:nvSpPr>
        <p:spPr>
          <a:xfrm>
            <a:off x="5792075" y="1776150"/>
            <a:ext cx="2799600" cy="30921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1pPr>
            <a:lvl2pPr lvl="1">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2pPr>
            <a:lvl3pPr lvl="2">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3pPr>
            <a:lvl4pPr lvl="3">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4pPr>
            <a:lvl5pPr lvl="4">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5pPr>
            <a:lvl6pPr lvl="5">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6pPr>
            <a:lvl7pPr lvl="6">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7pPr>
            <a:lvl8pPr lvl="7">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8pPr>
            <a:lvl9pPr lvl="8">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9pPr>
          </a:lstStyle>
          <a:p/>
        </p:txBody>
      </p:sp>
      <p:sp>
        <p:nvSpPr>
          <p:cNvPr id="42" name="Google Shape;42;p5"/>
          <p:cNvSpPr/>
          <p:nvPr>
            <p:ph idx="2" type="pic"/>
          </p:nvPr>
        </p:nvSpPr>
        <p:spPr>
          <a:xfrm>
            <a:off x="1801500" y="1497750"/>
            <a:ext cx="1801500" cy="1822500"/>
          </a:xfrm>
          <a:prstGeom prst="snip1Rect">
            <a:avLst>
              <a:gd fmla="val 17337" name="adj"/>
            </a:avLst>
          </a:prstGeom>
          <a:noFill/>
          <a:ln>
            <a:noFill/>
          </a:ln>
        </p:spPr>
      </p:sp>
      <p:sp>
        <p:nvSpPr>
          <p:cNvPr id="43" name="Google Shape;43;p5"/>
          <p:cNvSpPr/>
          <p:nvPr>
            <p:ph idx="3" type="pic"/>
          </p:nvPr>
        </p:nvSpPr>
        <p:spPr>
          <a:xfrm>
            <a:off x="1801500" y="3320250"/>
            <a:ext cx="1801500" cy="1822500"/>
          </a:xfrm>
          <a:prstGeom prst="snip1Rect">
            <a:avLst>
              <a:gd fmla="val 17337" name="adj"/>
            </a:avLst>
          </a:prstGeom>
          <a:noFill/>
          <a:ln>
            <a:noFill/>
          </a:ln>
        </p:spPr>
      </p:sp>
      <p:sp>
        <p:nvSpPr>
          <p:cNvPr id="44" name="Google Shape;44;p5"/>
          <p:cNvSpPr/>
          <p:nvPr>
            <p:ph idx="4" type="pic"/>
          </p:nvPr>
        </p:nvSpPr>
        <p:spPr>
          <a:xfrm>
            <a:off x="0" y="1497750"/>
            <a:ext cx="1801500" cy="1822500"/>
          </a:xfrm>
          <a:prstGeom prst="snip1Rect">
            <a:avLst>
              <a:gd fmla="val 17337" name="adj"/>
            </a:avLst>
          </a:prstGeom>
          <a:noFill/>
          <a:ln>
            <a:noFill/>
          </a:ln>
        </p:spPr>
      </p:sp>
      <p:sp>
        <p:nvSpPr>
          <p:cNvPr id="45" name="Google Shape;45;p5"/>
          <p:cNvSpPr/>
          <p:nvPr>
            <p:ph idx="5" type="pic"/>
          </p:nvPr>
        </p:nvSpPr>
        <p:spPr>
          <a:xfrm>
            <a:off x="0" y="3320250"/>
            <a:ext cx="1801500" cy="1822500"/>
          </a:xfrm>
          <a:prstGeom prst="snip1Rect">
            <a:avLst>
              <a:gd fmla="val 17337" name="adj"/>
            </a:avLst>
          </a:prstGeom>
          <a:noFill/>
          <a:ln>
            <a:noFill/>
          </a:ln>
        </p:spPr>
      </p:sp>
      <p:sp>
        <p:nvSpPr>
          <p:cNvPr id="46" name="Google Shape;46;p5"/>
          <p:cNvSpPr/>
          <p:nvPr>
            <p:ph idx="6" type="pic"/>
          </p:nvPr>
        </p:nvSpPr>
        <p:spPr>
          <a:xfrm>
            <a:off x="3603000" y="1497750"/>
            <a:ext cx="1801500" cy="1822500"/>
          </a:xfrm>
          <a:prstGeom prst="snip1Rect">
            <a:avLst>
              <a:gd fmla="val 17337" name="adj"/>
            </a:avLst>
          </a:prstGeom>
          <a:noFill/>
          <a:ln>
            <a:noFill/>
          </a:ln>
        </p:spPr>
      </p:sp>
      <p:sp>
        <p:nvSpPr>
          <p:cNvPr id="47" name="Google Shape;47;p5"/>
          <p:cNvSpPr/>
          <p:nvPr>
            <p:ph idx="7" type="pic"/>
          </p:nvPr>
        </p:nvSpPr>
        <p:spPr>
          <a:xfrm>
            <a:off x="3603000" y="3320250"/>
            <a:ext cx="1801500" cy="1822500"/>
          </a:xfrm>
          <a:prstGeom prst="snip1Rect">
            <a:avLst>
              <a:gd fmla="val 17337" name="adj"/>
            </a:avLst>
          </a:prstGeom>
          <a:noFill/>
          <a:ln>
            <a:no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3">
  <p:cSld name="BLANK_1_1_1_1_1_1_1_1_1_1_1_1">
    <p:bg>
      <p:bgPr>
        <a:solidFill>
          <a:schemeClr val="lt1"/>
        </a:solidFill>
      </p:bgPr>
    </p:bg>
    <p:spTree>
      <p:nvGrpSpPr>
        <p:cNvPr id="48" name="Shape 48"/>
        <p:cNvGrpSpPr/>
        <p:nvPr/>
      </p:nvGrpSpPr>
      <p:grpSpPr>
        <a:xfrm>
          <a:off x="0" y="0"/>
          <a:ext cx="0" cy="0"/>
          <a:chOff x="0" y="0"/>
          <a:chExt cx="0" cy="0"/>
        </a:xfrm>
      </p:grpSpPr>
      <p:sp>
        <p:nvSpPr>
          <p:cNvPr id="49" name="Google Shape;49;p6"/>
          <p:cNvSpPr/>
          <p:nvPr/>
        </p:nvSpPr>
        <p:spPr>
          <a:xfrm>
            <a:off x="5404500" y="-50"/>
            <a:ext cx="37395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50" name="Google Shape;50;p6"/>
          <p:cNvSpPr/>
          <p:nvPr/>
        </p:nvSpPr>
        <p:spPr>
          <a:xfrm>
            <a:off x="0" y="1499700"/>
            <a:ext cx="9144000" cy="3645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51" name="Google Shape;51;p6"/>
          <p:cNvSpPr/>
          <p:nvPr/>
        </p:nvSpPr>
        <p:spPr>
          <a:xfrm>
            <a:off x="5404500" y="1499700"/>
            <a:ext cx="3739500" cy="3645000"/>
          </a:xfrm>
          <a:prstGeom prst="snip1Rect">
            <a:avLst>
              <a:gd fmla="val 16667"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52" name="Google Shape;52;p6"/>
          <p:cNvSpPr txBox="1"/>
          <p:nvPr>
            <p:ph type="title"/>
          </p:nvPr>
        </p:nvSpPr>
        <p:spPr>
          <a:xfrm>
            <a:off x="5821575" y="1709925"/>
            <a:ext cx="2882700" cy="6279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3600"/>
              <a:buFont typeface="Lato"/>
              <a:buNone/>
              <a:defRPr b="1" sz="2400">
                <a:latin typeface="Lato"/>
                <a:ea typeface="Lato"/>
                <a:cs typeface="Lato"/>
                <a:sym typeface="Lato"/>
              </a:defRPr>
            </a:lvl1pPr>
            <a:lvl2pPr lvl="1">
              <a:lnSpc>
                <a:spcPct val="80000"/>
              </a:lnSpc>
              <a:spcBef>
                <a:spcPts val="0"/>
              </a:spcBef>
              <a:spcAft>
                <a:spcPts val="0"/>
              </a:spcAft>
              <a:buClr>
                <a:schemeClr val="dk1"/>
              </a:buClr>
              <a:buSzPts val="3000"/>
              <a:buNone/>
              <a:defRPr sz="1800">
                <a:latin typeface="Quantico"/>
                <a:ea typeface="Quantico"/>
                <a:cs typeface="Quantico"/>
                <a:sym typeface="Quantico"/>
              </a:defRPr>
            </a:lvl2pPr>
            <a:lvl3pPr lvl="2">
              <a:lnSpc>
                <a:spcPct val="80000"/>
              </a:lnSpc>
              <a:spcBef>
                <a:spcPts val="0"/>
              </a:spcBef>
              <a:spcAft>
                <a:spcPts val="0"/>
              </a:spcAft>
              <a:buClr>
                <a:schemeClr val="dk1"/>
              </a:buClr>
              <a:buSzPts val="3000"/>
              <a:buNone/>
              <a:defRPr sz="1800">
                <a:latin typeface="Quantico"/>
                <a:ea typeface="Quantico"/>
                <a:cs typeface="Quantico"/>
                <a:sym typeface="Quantico"/>
              </a:defRPr>
            </a:lvl3pPr>
            <a:lvl4pPr lvl="3">
              <a:lnSpc>
                <a:spcPct val="80000"/>
              </a:lnSpc>
              <a:spcBef>
                <a:spcPts val="0"/>
              </a:spcBef>
              <a:spcAft>
                <a:spcPts val="0"/>
              </a:spcAft>
              <a:buClr>
                <a:schemeClr val="dk1"/>
              </a:buClr>
              <a:buSzPts val="3000"/>
              <a:buNone/>
              <a:defRPr sz="1800">
                <a:latin typeface="Quantico"/>
                <a:ea typeface="Quantico"/>
                <a:cs typeface="Quantico"/>
                <a:sym typeface="Quantico"/>
              </a:defRPr>
            </a:lvl4pPr>
            <a:lvl5pPr lvl="4">
              <a:lnSpc>
                <a:spcPct val="80000"/>
              </a:lnSpc>
              <a:spcBef>
                <a:spcPts val="0"/>
              </a:spcBef>
              <a:spcAft>
                <a:spcPts val="0"/>
              </a:spcAft>
              <a:buClr>
                <a:schemeClr val="dk1"/>
              </a:buClr>
              <a:buSzPts val="3000"/>
              <a:buNone/>
              <a:defRPr sz="1800">
                <a:latin typeface="Quantico"/>
                <a:ea typeface="Quantico"/>
                <a:cs typeface="Quantico"/>
                <a:sym typeface="Quantico"/>
              </a:defRPr>
            </a:lvl5pPr>
            <a:lvl6pPr lvl="5">
              <a:lnSpc>
                <a:spcPct val="80000"/>
              </a:lnSpc>
              <a:spcBef>
                <a:spcPts val="0"/>
              </a:spcBef>
              <a:spcAft>
                <a:spcPts val="0"/>
              </a:spcAft>
              <a:buClr>
                <a:schemeClr val="dk1"/>
              </a:buClr>
              <a:buSzPts val="3000"/>
              <a:buNone/>
              <a:defRPr sz="1800">
                <a:latin typeface="Quantico"/>
                <a:ea typeface="Quantico"/>
                <a:cs typeface="Quantico"/>
                <a:sym typeface="Quantico"/>
              </a:defRPr>
            </a:lvl6pPr>
            <a:lvl7pPr lvl="6">
              <a:lnSpc>
                <a:spcPct val="80000"/>
              </a:lnSpc>
              <a:spcBef>
                <a:spcPts val="0"/>
              </a:spcBef>
              <a:spcAft>
                <a:spcPts val="0"/>
              </a:spcAft>
              <a:buClr>
                <a:schemeClr val="dk1"/>
              </a:buClr>
              <a:buSzPts val="3000"/>
              <a:buNone/>
              <a:defRPr sz="1800">
                <a:latin typeface="Quantico"/>
                <a:ea typeface="Quantico"/>
                <a:cs typeface="Quantico"/>
                <a:sym typeface="Quantico"/>
              </a:defRPr>
            </a:lvl7pPr>
            <a:lvl8pPr lvl="7">
              <a:lnSpc>
                <a:spcPct val="80000"/>
              </a:lnSpc>
              <a:spcBef>
                <a:spcPts val="0"/>
              </a:spcBef>
              <a:spcAft>
                <a:spcPts val="0"/>
              </a:spcAft>
              <a:buClr>
                <a:schemeClr val="dk1"/>
              </a:buClr>
              <a:buSzPts val="3000"/>
              <a:buNone/>
              <a:defRPr sz="1800">
                <a:latin typeface="Quantico"/>
                <a:ea typeface="Quantico"/>
                <a:cs typeface="Quantico"/>
                <a:sym typeface="Quantico"/>
              </a:defRPr>
            </a:lvl8pPr>
            <a:lvl9pPr lvl="8">
              <a:lnSpc>
                <a:spcPct val="80000"/>
              </a:lnSpc>
              <a:spcBef>
                <a:spcPts val="0"/>
              </a:spcBef>
              <a:spcAft>
                <a:spcPts val="0"/>
              </a:spcAft>
              <a:buClr>
                <a:schemeClr val="dk1"/>
              </a:buClr>
              <a:buSzPts val="3000"/>
              <a:buNone/>
              <a:defRPr sz="1800">
                <a:latin typeface="Quantico"/>
                <a:ea typeface="Quantico"/>
                <a:cs typeface="Quantico"/>
                <a:sym typeface="Quantico"/>
              </a:defRPr>
            </a:lvl9pPr>
          </a:lstStyle>
          <a:p/>
        </p:txBody>
      </p:sp>
      <p:sp>
        <p:nvSpPr>
          <p:cNvPr id="53" name="Google Shape;53;p6"/>
          <p:cNvSpPr txBox="1"/>
          <p:nvPr>
            <p:ph idx="2" type="title"/>
          </p:nvPr>
        </p:nvSpPr>
        <p:spPr>
          <a:xfrm>
            <a:off x="516600" y="486575"/>
            <a:ext cx="3823500" cy="6780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accent6"/>
              </a:buClr>
              <a:buSzPts val="3200"/>
              <a:buNone/>
              <a:defRPr sz="2400">
                <a:solidFill>
                  <a:schemeClr val="accent6"/>
                </a:solidFill>
              </a:defRPr>
            </a:lvl1pPr>
            <a:lvl2pPr lvl="1">
              <a:lnSpc>
                <a:spcPct val="80000"/>
              </a:lnSpc>
              <a:spcBef>
                <a:spcPts val="0"/>
              </a:spcBef>
              <a:spcAft>
                <a:spcPts val="0"/>
              </a:spcAft>
              <a:buClr>
                <a:schemeClr val="accent6"/>
              </a:buClr>
              <a:buSzPts val="3200"/>
              <a:buNone/>
              <a:defRPr sz="2400">
                <a:solidFill>
                  <a:schemeClr val="accent6"/>
                </a:solidFill>
                <a:latin typeface="Quantico"/>
                <a:ea typeface="Quantico"/>
                <a:cs typeface="Quantico"/>
                <a:sym typeface="Quantico"/>
              </a:defRPr>
            </a:lvl2pPr>
            <a:lvl3pPr lvl="2">
              <a:lnSpc>
                <a:spcPct val="80000"/>
              </a:lnSpc>
              <a:spcBef>
                <a:spcPts val="0"/>
              </a:spcBef>
              <a:spcAft>
                <a:spcPts val="0"/>
              </a:spcAft>
              <a:buClr>
                <a:schemeClr val="accent6"/>
              </a:buClr>
              <a:buSzPts val="3200"/>
              <a:buNone/>
              <a:defRPr sz="2400">
                <a:solidFill>
                  <a:schemeClr val="accent6"/>
                </a:solidFill>
                <a:latin typeface="Quantico"/>
                <a:ea typeface="Quantico"/>
                <a:cs typeface="Quantico"/>
                <a:sym typeface="Quantico"/>
              </a:defRPr>
            </a:lvl3pPr>
            <a:lvl4pPr lvl="3">
              <a:lnSpc>
                <a:spcPct val="80000"/>
              </a:lnSpc>
              <a:spcBef>
                <a:spcPts val="0"/>
              </a:spcBef>
              <a:spcAft>
                <a:spcPts val="0"/>
              </a:spcAft>
              <a:buClr>
                <a:schemeClr val="accent6"/>
              </a:buClr>
              <a:buSzPts val="3200"/>
              <a:buNone/>
              <a:defRPr sz="2400">
                <a:solidFill>
                  <a:schemeClr val="accent6"/>
                </a:solidFill>
                <a:latin typeface="Quantico"/>
                <a:ea typeface="Quantico"/>
                <a:cs typeface="Quantico"/>
                <a:sym typeface="Quantico"/>
              </a:defRPr>
            </a:lvl4pPr>
            <a:lvl5pPr lvl="4">
              <a:lnSpc>
                <a:spcPct val="80000"/>
              </a:lnSpc>
              <a:spcBef>
                <a:spcPts val="0"/>
              </a:spcBef>
              <a:spcAft>
                <a:spcPts val="0"/>
              </a:spcAft>
              <a:buClr>
                <a:schemeClr val="accent6"/>
              </a:buClr>
              <a:buSzPts val="3200"/>
              <a:buNone/>
              <a:defRPr sz="2400">
                <a:solidFill>
                  <a:schemeClr val="accent6"/>
                </a:solidFill>
                <a:latin typeface="Quantico"/>
                <a:ea typeface="Quantico"/>
                <a:cs typeface="Quantico"/>
                <a:sym typeface="Quantico"/>
              </a:defRPr>
            </a:lvl5pPr>
            <a:lvl6pPr lvl="5">
              <a:lnSpc>
                <a:spcPct val="80000"/>
              </a:lnSpc>
              <a:spcBef>
                <a:spcPts val="0"/>
              </a:spcBef>
              <a:spcAft>
                <a:spcPts val="0"/>
              </a:spcAft>
              <a:buClr>
                <a:schemeClr val="accent6"/>
              </a:buClr>
              <a:buSzPts val="3200"/>
              <a:buNone/>
              <a:defRPr sz="2400">
                <a:solidFill>
                  <a:schemeClr val="accent6"/>
                </a:solidFill>
                <a:latin typeface="Quantico"/>
                <a:ea typeface="Quantico"/>
                <a:cs typeface="Quantico"/>
                <a:sym typeface="Quantico"/>
              </a:defRPr>
            </a:lvl6pPr>
            <a:lvl7pPr lvl="6">
              <a:lnSpc>
                <a:spcPct val="80000"/>
              </a:lnSpc>
              <a:spcBef>
                <a:spcPts val="0"/>
              </a:spcBef>
              <a:spcAft>
                <a:spcPts val="0"/>
              </a:spcAft>
              <a:buClr>
                <a:schemeClr val="accent6"/>
              </a:buClr>
              <a:buSzPts val="3200"/>
              <a:buNone/>
              <a:defRPr sz="2400">
                <a:solidFill>
                  <a:schemeClr val="accent6"/>
                </a:solidFill>
                <a:latin typeface="Quantico"/>
                <a:ea typeface="Quantico"/>
                <a:cs typeface="Quantico"/>
                <a:sym typeface="Quantico"/>
              </a:defRPr>
            </a:lvl7pPr>
            <a:lvl8pPr lvl="7">
              <a:lnSpc>
                <a:spcPct val="80000"/>
              </a:lnSpc>
              <a:spcBef>
                <a:spcPts val="0"/>
              </a:spcBef>
              <a:spcAft>
                <a:spcPts val="0"/>
              </a:spcAft>
              <a:buClr>
                <a:schemeClr val="accent6"/>
              </a:buClr>
              <a:buSzPts val="3200"/>
              <a:buNone/>
              <a:defRPr sz="2400">
                <a:solidFill>
                  <a:schemeClr val="accent6"/>
                </a:solidFill>
                <a:latin typeface="Quantico"/>
                <a:ea typeface="Quantico"/>
                <a:cs typeface="Quantico"/>
                <a:sym typeface="Quantico"/>
              </a:defRPr>
            </a:lvl8pPr>
            <a:lvl9pPr lvl="8">
              <a:lnSpc>
                <a:spcPct val="80000"/>
              </a:lnSpc>
              <a:spcBef>
                <a:spcPts val="0"/>
              </a:spcBef>
              <a:spcAft>
                <a:spcPts val="0"/>
              </a:spcAft>
              <a:buClr>
                <a:schemeClr val="accent6"/>
              </a:buClr>
              <a:buSzPts val="3200"/>
              <a:buNone/>
              <a:defRPr sz="2400">
                <a:solidFill>
                  <a:schemeClr val="accent6"/>
                </a:solidFill>
                <a:latin typeface="Quantico"/>
                <a:ea typeface="Quantico"/>
                <a:cs typeface="Quantico"/>
                <a:sym typeface="Quantico"/>
              </a:defRPr>
            </a:lvl9pPr>
          </a:lstStyle>
          <a:p/>
        </p:txBody>
      </p:sp>
      <p:sp>
        <p:nvSpPr>
          <p:cNvPr id="54" name="Google Shape;54;p6"/>
          <p:cNvSpPr txBox="1"/>
          <p:nvPr>
            <p:ph idx="1" type="subTitle"/>
          </p:nvPr>
        </p:nvSpPr>
        <p:spPr>
          <a:xfrm>
            <a:off x="5821575" y="2476500"/>
            <a:ext cx="2019900" cy="4557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55" name="Google Shape;55;p6"/>
          <p:cNvSpPr txBox="1"/>
          <p:nvPr>
            <p:ph idx="3" type="title"/>
          </p:nvPr>
        </p:nvSpPr>
        <p:spPr>
          <a:xfrm>
            <a:off x="5810125" y="3070875"/>
            <a:ext cx="2388600" cy="5295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1400"/>
              <a:buFont typeface="Quantico"/>
              <a:buNone/>
              <a:defRPr sz="1400"/>
            </a:lvl1pPr>
            <a:lvl2pPr lvl="1">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2pPr>
            <a:lvl3pPr lvl="2">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3pPr>
            <a:lvl4pPr lvl="3">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4pPr>
            <a:lvl5pPr lvl="4">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5pPr>
            <a:lvl6pPr lvl="5">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6pPr>
            <a:lvl7pPr lvl="6">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7pPr>
            <a:lvl8pPr lvl="7">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8pPr>
            <a:lvl9pPr lvl="8">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9pPr>
          </a:lstStyle>
          <a:p/>
        </p:txBody>
      </p:sp>
      <p:sp>
        <p:nvSpPr>
          <p:cNvPr id="56" name="Google Shape;56;p6"/>
          <p:cNvSpPr txBox="1"/>
          <p:nvPr>
            <p:ph idx="4" type="subTitle"/>
          </p:nvPr>
        </p:nvSpPr>
        <p:spPr>
          <a:xfrm>
            <a:off x="5821575" y="3426050"/>
            <a:ext cx="2650500" cy="898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spcBef>
                <a:spcPts val="1000"/>
              </a:spcBef>
              <a:spcAft>
                <a:spcPts val="0"/>
              </a:spcAft>
              <a:buClr>
                <a:schemeClr val="dk1"/>
              </a:buClr>
              <a:buSzPts val="1000"/>
              <a:buNone/>
              <a:defRPr>
                <a:solidFill>
                  <a:schemeClr val="dk1"/>
                </a:solidFill>
              </a:defRPr>
            </a:lvl2pPr>
            <a:lvl3pPr lvl="2">
              <a:spcBef>
                <a:spcPts val="1000"/>
              </a:spcBef>
              <a:spcAft>
                <a:spcPts val="0"/>
              </a:spcAft>
              <a:buClr>
                <a:schemeClr val="dk1"/>
              </a:buClr>
              <a:buSzPts val="1000"/>
              <a:buNone/>
              <a:defRPr>
                <a:solidFill>
                  <a:schemeClr val="dk1"/>
                </a:solidFill>
              </a:defRPr>
            </a:lvl3pPr>
            <a:lvl4pPr lvl="3">
              <a:spcBef>
                <a:spcPts val="1000"/>
              </a:spcBef>
              <a:spcAft>
                <a:spcPts val="0"/>
              </a:spcAft>
              <a:buClr>
                <a:schemeClr val="dk1"/>
              </a:buClr>
              <a:buSzPts val="1000"/>
              <a:buNone/>
              <a:defRPr>
                <a:solidFill>
                  <a:schemeClr val="dk1"/>
                </a:solidFill>
              </a:defRPr>
            </a:lvl4pPr>
            <a:lvl5pPr lvl="4">
              <a:spcBef>
                <a:spcPts val="1000"/>
              </a:spcBef>
              <a:spcAft>
                <a:spcPts val="0"/>
              </a:spcAft>
              <a:buClr>
                <a:schemeClr val="dk1"/>
              </a:buClr>
              <a:buSzPts val="1000"/>
              <a:buNone/>
              <a:defRPr>
                <a:solidFill>
                  <a:schemeClr val="dk1"/>
                </a:solidFill>
              </a:defRPr>
            </a:lvl5pPr>
            <a:lvl6pPr lvl="5">
              <a:spcBef>
                <a:spcPts val="1000"/>
              </a:spcBef>
              <a:spcAft>
                <a:spcPts val="0"/>
              </a:spcAft>
              <a:buClr>
                <a:schemeClr val="dk1"/>
              </a:buClr>
              <a:buSzPts val="1000"/>
              <a:buNone/>
              <a:defRPr>
                <a:solidFill>
                  <a:schemeClr val="dk1"/>
                </a:solidFill>
              </a:defRPr>
            </a:lvl6pPr>
            <a:lvl7pPr lvl="6">
              <a:spcBef>
                <a:spcPts val="1000"/>
              </a:spcBef>
              <a:spcAft>
                <a:spcPts val="0"/>
              </a:spcAft>
              <a:buClr>
                <a:schemeClr val="dk1"/>
              </a:buClr>
              <a:buSzPts val="1000"/>
              <a:buNone/>
              <a:defRPr>
                <a:solidFill>
                  <a:schemeClr val="dk1"/>
                </a:solidFill>
              </a:defRPr>
            </a:lvl7pPr>
            <a:lvl8pPr lvl="7">
              <a:spcBef>
                <a:spcPts val="1000"/>
              </a:spcBef>
              <a:spcAft>
                <a:spcPts val="0"/>
              </a:spcAft>
              <a:buClr>
                <a:schemeClr val="dk1"/>
              </a:buClr>
              <a:buSzPts val="1000"/>
              <a:buNone/>
              <a:defRPr>
                <a:solidFill>
                  <a:schemeClr val="dk1"/>
                </a:solidFill>
              </a:defRPr>
            </a:lvl8pPr>
            <a:lvl9pPr lvl="8">
              <a:spcBef>
                <a:spcPts val="1000"/>
              </a:spcBef>
              <a:spcAft>
                <a:spcPts val="1000"/>
              </a:spcAft>
              <a:buClr>
                <a:schemeClr val="dk1"/>
              </a:buClr>
              <a:buSzPts val="1000"/>
              <a:buNone/>
              <a:defRPr>
                <a:solidFill>
                  <a:schemeClr val="dk1"/>
                </a:solidFill>
              </a:defRPr>
            </a:lvl9pPr>
          </a:lstStyle>
          <a:p/>
        </p:txBody>
      </p:sp>
      <p:sp>
        <p:nvSpPr>
          <p:cNvPr id="57" name="Google Shape;57;p6"/>
          <p:cNvSpPr/>
          <p:nvPr>
            <p:ph idx="5" type="pic"/>
          </p:nvPr>
        </p:nvSpPr>
        <p:spPr>
          <a:xfrm>
            <a:off x="0" y="1502400"/>
            <a:ext cx="5404500" cy="3639600"/>
          </a:xfrm>
          <a:prstGeom prst="snip1Rect">
            <a:avLst>
              <a:gd fmla="val 16026" name="adj"/>
            </a:avLst>
          </a:prstGeom>
          <a:noFill/>
          <a:ln>
            <a:noFill/>
          </a:ln>
        </p:spPr>
      </p:sp>
      <p:sp>
        <p:nvSpPr>
          <p:cNvPr id="58" name="Google Shape;58;p6"/>
          <p:cNvSpPr txBox="1"/>
          <p:nvPr>
            <p:ph idx="6" type="subTitle"/>
          </p:nvPr>
        </p:nvSpPr>
        <p:spPr>
          <a:xfrm>
            <a:off x="5794900" y="4333425"/>
            <a:ext cx="2718300" cy="3540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1400"/>
              <a:buFont typeface="Quantico"/>
              <a:buNone/>
              <a:defRPr sz="1400">
                <a:solidFill>
                  <a:schemeClr val="dk1"/>
                </a:solidFill>
                <a:latin typeface="Quantico"/>
                <a:ea typeface="Quantico"/>
                <a:cs typeface="Quantico"/>
                <a:sym typeface="Quantico"/>
              </a:defRPr>
            </a:lvl1pPr>
            <a:lvl2pPr lvl="1">
              <a:spcBef>
                <a:spcPts val="1000"/>
              </a:spcBef>
              <a:spcAft>
                <a:spcPts val="0"/>
              </a:spcAft>
              <a:buClr>
                <a:schemeClr val="dk1"/>
              </a:buClr>
              <a:buSzPts val="1000"/>
              <a:buNone/>
              <a:defRPr>
                <a:solidFill>
                  <a:schemeClr val="dk1"/>
                </a:solidFill>
              </a:defRPr>
            </a:lvl2pPr>
            <a:lvl3pPr lvl="2">
              <a:spcBef>
                <a:spcPts val="1000"/>
              </a:spcBef>
              <a:spcAft>
                <a:spcPts val="0"/>
              </a:spcAft>
              <a:buClr>
                <a:schemeClr val="dk1"/>
              </a:buClr>
              <a:buSzPts val="1000"/>
              <a:buNone/>
              <a:defRPr>
                <a:solidFill>
                  <a:schemeClr val="dk1"/>
                </a:solidFill>
              </a:defRPr>
            </a:lvl3pPr>
            <a:lvl4pPr lvl="3">
              <a:spcBef>
                <a:spcPts val="1000"/>
              </a:spcBef>
              <a:spcAft>
                <a:spcPts val="0"/>
              </a:spcAft>
              <a:buClr>
                <a:schemeClr val="dk1"/>
              </a:buClr>
              <a:buSzPts val="1000"/>
              <a:buNone/>
              <a:defRPr>
                <a:solidFill>
                  <a:schemeClr val="dk1"/>
                </a:solidFill>
              </a:defRPr>
            </a:lvl4pPr>
            <a:lvl5pPr lvl="4">
              <a:spcBef>
                <a:spcPts val="1000"/>
              </a:spcBef>
              <a:spcAft>
                <a:spcPts val="0"/>
              </a:spcAft>
              <a:buClr>
                <a:schemeClr val="dk1"/>
              </a:buClr>
              <a:buSzPts val="1000"/>
              <a:buNone/>
              <a:defRPr>
                <a:solidFill>
                  <a:schemeClr val="dk1"/>
                </a:solidFill>
              </a:defRPr>
            </a:lvl5pPr>
            <a:lvl6pPr lvl="5">
              <a:spcBef>
                <a:spcPts val="1000"/>
              </a:spcBef>
              <a:spcAft>
                <a:spcPts val="0"/>
              </a:spcAft>
              <a:buClr>
                <a:schemeClr val="dk1"/>
              </a:buClr>
              <a:buSzPts val="1000"/>
              <a:buNone/>
              <a:defRPr>
                <a:solidFill>
                  <a:schemeClr val="dk1"/>
                </a:solidFill>
              </a:defRPr>
            </a:lvl6pPr>
            <a:lvl7pPr lvl="6">
              <a:spcBef>
                <a:spcPts val="1000"/>
              </a:spcBef>
              <a:spcAft>
                <a:spcPts val="0"/>
              </a:spcAft>
              <a:buClr>
                <a:schemeClr val="dk1"/>
              </a:buClr>
              <a:buSzPts val="1000"/>
              <a:buNone/>
              <a:defRPr>
                <a:solidFill>
                  <a:schemeClr val="dk1"/>
                </a:solidFill>
              </a:defRPr>
            </a:lvl7pPr>
            <a:lvl8pPr lvl="7">
              <a:spcBef>
                <a:spcPts val="1000"/>
              </a:spcBef>
              <a:spcAft>
                <a:spcPts val="0"/>
              </a:spcAft>
              <a:buClr>
                <a:schemeClr val="dk1"/>
              </a:buClr>
              <a:buSzPts val="1000"/>
              <a:buNone/>
              <a:defRPr>
                <a:solidFill>
                  <a:schemeClr val="dk1"/>
                </a:solidFill>
              </a:defRPr>
            </a:lvl8pPr>
            <a:lvl9pPr lvl="8">
              <a:spcBef>
                <a:spcPts val="1000"/>
              </a:spcBef>
              <a:spcAft>
                <a:spcPts val="1000"/>
              </a:spcAft>
              <a:buClr>
                <a:schemeClr val="dk1"/>
              </a:buClr>
              <a:buSzPts val="1000"/>
              <a:buNone/>
              <a:defRPr>
                <a:solidFill>
                  <a:schemeClr val="dk1"/>
                </a:solidFill>
              </a:defRPr>
            </a:lvl9pPr>
          </a:lstStyle>
          <a:p/>
        </p:txBody>
      </p:sp>
      <p:sp>
        <p:nvSpPr>
          <p:cNvPr id="59" name="Google Shape;59;p6"/>
          <p:cNvSpPr txBox="1"/>
          <p:nvPr>
            <p:ph idx="7" type="subTitle"/>
          </p:nvPr>
        </p:nvSpPr>
        <p:spPr>
          <a:xfrm>
            <a:off x="5821575" y="4501450"/>
            <a:ext cx="2650500" cy="898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spcBef>
                <a:spcPts val="1000"/>
              </a:spcBef>
              <a:spcAft>
                <a:spcPts val="0"/>
              </a:spcAft>
              <a:buClr>
                <a:schemeClr val="dk1"/>
              </a:buClr>
              <a:buSzPts val="1000"/>
              <a:buNone/>
              <a:defRPr>
                <a:solidFill>
                  <a:schemeClr val="dk1"/>
                </a:solidFill>
              </a:defRPr>
            </a:lvl2pPr>
            <a:lvl3pPr lvl="2">
              <a:spcBef>
                <a:spcPts val="1000"/>
              </a:spcBef>
              <a:spcAft>
                <a:spcPts val="0"/>
              </a:spcAft>
              <a:buClr>
                <a:schemeClr val="dk1"/>
              </a:buClr>
              <a:buSzPts val="1000"/>
              <a:buNone/>
              <a:defRPr>
                <a:solidFill>
                  <a:schemeClr val="dk1"/>
                </a:solidFill>
              </a:defRPr>
            </a:lvl3pPr>
            <a:lvl4pPr lvl="3">
              <a:spcBef>
                <a:spcPts val="1000"/>
              </a:spcBef>
              <a:spcAft>
                <a:spcPts val="0"/>
              </a:spcAft>
              <a:buClr>
                <a:schemeClr val="dk1"/>
              </a:buClr>
              <a:buSzPts val="1000"/>
              <a:buNone/>
              <a:defRPr>
                <a:solidFill>
                  <a:schemeClr val="dk1"/>
                </a:solidFill>
              </a:defRPr>
            </a:lvl4pPr>
            <a:lvl5pPr lvl="4">
              <a:spcBef>
                <a:spcPts val="1000"/>
              </a:spcBef>
              <a:spcAft>
                <a:spcPts val="0"/>
              </a:spcAft>
              <a:buClr>
                <a:schemeClr val="dk1"/>
              </a:buClr>
              <a:buSzPts val="1000"/>
              <a:buNone/>
              <a:defRPr>
                <a:solidFill>
                  <a:schemeClr val="dk1"/>
                </a:solidFill>
              </a:defRPr>
            </a:lvl5pPr>
            <a:lvl6pPr lvl="5">
              <a:spcBef>
                <a:spcPts val="1000"/>
              </a:spcBef>
              <a:spcAft>
                <a:spcPts val="0"/>
              </a:spcAft>
              <a:buClr>
                <a:schemeClr val="dk1"/>
              </a:buClr>
              <a:buSzPts val="1000"/>
              <a:buNone/>
              <a:defRPr>
                <a:solidFill>
                  <a:schemeClr val="dk1"/>
                </a:solidFill>
              </a:defRPr>
            </a:lvl6pPr>
            <a:lvl7pPr lvl="6">
              <a:spcBef>
                <a:spcPts val="1000"/>
              </a:spcBef>
              <a:spcAft>
                <a:spcPts val="0"/>
              </a:spcAft>
              <a:buClr>
                <a:schemeClr val="dk1"/>
              </a:buClr>
              <a:buSzPts val="1000"/>
              <a:buNone/>
              <a:defRPr>
                <a:solidFill>
                  <a:schemeClr val="dk1"/>
                </a:solidFill>
              </a:defRPr>
            </a:lvl7pPr>
            <a:lvl8pPr lvl="7">
              <a:spcBef>
                <a:spcPts val="1000"/>
              </a:spcBef>
              <a:spcAft>
                <a:spcPts val="0"/>
              </a:spcAft>
              <a:buClr>
                <a:schemeClr val="dk1"/>
              </a:buClr>
              <a:buSzPts val="1000"/>
              <a:buNone/>
              <a:defRPr>
                <a:solidFill>
                  <a:schemeClr val="dk1"/>
                </a:solidFill>
              </a:defRPr>
            </a:lvl8pPr>
            <a:lvl9pPr lvl="8">
              <a:spcBef>
                <a:spcPts val="1000"/>
              </a:spcBef>
              <a:spcAft>
                <a:spcPts val="1000"/>
              </a:spcAft>
              <a:buClr>
                <a:schemeClr val="dk1"/>
              </a:buClr>
              <a:buSzPts val="1000"/>
              <a:buNone/>
              <a:defRPr>
                <a:solidFill>
                  <a:schemeClr val="dk1"/>
                </a:solidFil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5 ">
  <p:cSld name="BLANK_1_1_1_1_1_1_1">
    <p:bg>
      <p:bgPr>
        <a:solidFill>
          <a:schemeClr val="accent5"/>
        </a:solidFill>
      </p:bgPr>
    </p:bg>
    <p:spTree>
      <p:nvGrpSpPr>
        <p:cNvPr id="60" name="Shape 60"/>
        <p:cNvGrpSpPr/>
        <p:nvPr/>
      </p:nvGrpSpPr>
      <p:grpSpPr>
        <a:xfrm>
          <a:off x="0" y="0"/>
          <a:ext cx="0" cy="0"/>
          <a:chOff x="0" y="0"/>
          <a:chExt cx="0" cy="0"/>
        </a:xfrm>
      </p:grpSpPr>
      <p:sp>
        <p:nvSpPr>
          <p:cNvPr id="61" name="Google Shape;61;p7"/>
          <p:cNvSpPr/>
          <p:nvPr/>
        </p:nvSpPr>
        <p:spPr>
          <a:xfrm>
            <a:off x="731650" y="619550"/>
            <a:ext cx="8412300" cy="45252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62" name="Google Shape;62;p7"/>
          <p:cNvSpPr txBox="1"/>
          <p:nvPr>
            <p:ph type="title"/>
          </p:nvPr>
        </p:nvSpPr>
        <p:spPr>
          <a:xfrm>
            <a:off x="920550" y="904500"/>
            <a:ext cx="7226700" cy="9087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3000"/>
              <a:buNone/>
              <a:defRPr sz="3700"/>
            </a:lvl1pPr>
            <a:lvl2pPr lvl="1">
              <a:spcBef>
                <a:spcPts val="0"/>
              </a:spcBef>
              <a:spcAft>
                <a:spcPts val="0"/>
              </a:spcAft>
              <a:buClr>
                <a:schemeClr val="dk1"/>
              </a:buClr>
              <a:buSzPts val="3000"/>
              <a:buNone/>
              <a:defRPr sz="3700">
                <a:latin typeface="Quantico"/>
                <a:ea typeface="Quantico"/>
                <a:cs typeface="Quantico"/>
                <a:sym typeface="Quantico"/>
              </a:defRPr>
            </a:lvl2pPr>
            <a:lvl3pPr lvl="2">
              <a:spcBef>
                <a:spcPts val="0"/>
              </a:spcBef>
              <a:spcAft>
                <a:spcPts val="0"/>
              </a:spcAft>
              <a:buClr>
                <a:schemeClr val="dk1"/>
              </a:buClr>
              <a:buSzPts val="3000"/>
              <a:buNone/>
              <a:defRPr sz="3700">
                <a:latin typeface="Quantico"/>
                <a:ea typeface="Quantico"/>
                <a:cs typeface="Quantico"/>
                <a:sym typeface="Quantico"/>
              </a:defRPr>
            </a:lvl3pPr>
            <a:lvl4pPr lvl="3">
              <a:spcBef>
                <a:spcPts val="0"/>
              </a:spcBef>
              <a:spcAft>
                <a:spcPts val="0"/>
              </a:spcAft>
              <a:buClr>
                <a:schemeClr val="dk1"/>
              </a:buClr>
              <a:buSzPts val="3000"/>
              <a:buNone/>
              <a:defRPr sz="3700">
                <a:latin typeface="Quantico"/>
                <a:ea typeface="Quantico"/>
                <a:cs typeface="Quantico"/>
                <a:sym typeface="Quantico"/>
              </a:defRPr>
            </a:lvl4pPr>
            <a:lvl5pPr lvl="4">
              <a:spcBef>
                <a:spcPts val="0"/>
              </a:spcBef>
              <a:spcAft>
                <a:spcPts val="0"/>
              </a:spcAft>
              <a:buClr>
                <a:schemeClr val="dk1"/>
              </a:buClr>
              <a:buSzPts val="3000"/>
              <a:buNone/>
              <a:defRPr sz="3700">
                <a:latin typeface="Quantico"/>
                <a:ea typeface="Quantico"/>
                <a:cs typeface="Quantico"/>
                <a:sym typeface="Quantico"/>
              </a:defRPr>
            </a:lvl5pPr>
            <a:lvl6pPr lvl="5">
              <a:spcBef>
                <a:spcPts val="0"/>
              </a:spcBef>
              <a:spcAft>
                <a:spcPts val="0"/>
              </a:spcAft>
              <a:buClr>
                <a:schemeClr val="dk1"/>
              </a:buClr>
              <a:buSzPts val="3000"/>
              <a:buNone/>
              <a:defRPr sz="3700">
                <a:latin typeface="Quantico"/>
                <a:ea typeface="Quantico"/>
                <a:cs typeface="Quantico"/>
                <a:sym typeface="Quantico"/>
              </a:defRPr>
            </a:lvl6pPr>
            <a:lvl7pPr lvl="6">
              <a:spcBef>
                <a:spcPts val="0"/>
              </a:spcBef>
              <a:spcAft>
                <a:spcPts val="0"/>
              </a:spcAft>
              <a:buClr>
                <a:schemeClr val="dk1"/>
              </a:buClr>
              <a:buSzPts val="3000"/>
              <a:buNone/>
              <a:defRPr sz="3700">
                <a:latin typeface="Quantico"/>
                <a:ea typeface="Quantico"/>
                <a:cs typeface="Quantico"/>
                <a:sym typeface="Quantico"/>
              </a:defRPr>
            </a:lvl7pPr>
            <a:lvl8pPr lvl="7">
              <a:spcBef>
                <a:spcPts val="0"/>
              </a:spcBef>
              <a:spcAft>
                <a:spcPts val="0"/>
              </a:spcAft>
              <a:buClr>
                <a:schemeClr val="dk1"/>
              </a:buClr>
              <a:buSzPts val="3000"/>
              <a:buNone/>
              <a:defRPr sz="3700">
                <a:latin typeface="Quantico"/>
                <a:ea typeface="Quantico"/>
                <a:cs typeface="Quantico"/>
                <a:sym typeface="Quantico"/>
              </a:defRPr>
            </a:lvl8pPr>
            <a:lvl9pPr lvl="8">
              <a:spcBef>
                <a:spcPts val="0"/>
              </a:spcBef>
              <a:spcAft>
                <a:spcPts val="0"/>
              </a:spcAft>
              <a:buClr>
                <a:schemeClr val="dk1"/>
              </a:buClr>
              <a:buSzPts val="3000"/>
              <a:buNone/>
              <a:defRPr sz="3700">
                <a:latin typeface="Quantico"/>
                <a:ea typeface="Quantico"/>
                <a:cs typeface="Quantico"/>
                <a:sym typeface="Quantico"/>
              </a:defRPr>
            </a:lvl9pPr>
          </a:lstStyle>
          <a:p/>
        </p:txBody>
      </p:sp>
      <p:sp>
        <p:nvSpPr>
          <p:cNvPr id="63" name="Google Shape;63;p7"/>
          <p:cNvSpPr txBox="1"/>
          <p:nvPr>
            <p:ph idx="2" type="title"/>
          </p:nvPr>
        </p:nvSpPr>
        <p:spPr>
          <a:xfrm>
            <a:off x="920550" y="1881950"/>
            <a:ext cx="5228400" cy="19440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600"/>
              <a:buFont typeface="Lato"/>
              <a:buNone/>
              <a:defRPr sz="1600">
                <a:latin typeface="Lato"/>
                <a:ea typeface="Lato"/>
                <a:cs typeface="Lato"/>
                <a:sym typeface="Lato"/>
              </a:defRPr>
            </a:lvl1pPr>
            <a:lvl2pPr lvl="1">
              <a:spcBef>
                <a:spcPts val="0"/>
              </a:spcBef>
              <a:spcAft>
                <a:spcPts val="0"/>
              </a:spcAft>
              <a:buClr>
                <a:schemeClr val="dk1"/>
              </a:buClr>
              <a:buSzPts val="1600"/>
              <a:buFont typeface="Lato"/>
              <a:buNone/>
              <a:defRPr sz="1600">
                <a:latin typeface="Lato"/>
                <a:ea typeface="Lato"/>
                <a:cs typeface="Lato"/>
                <a:sym typeface="Lato"/>
              </a:defRPr>
            </a:lvl2pPr>
            <a:lvl3pPr lvl="2">
              <a:spcBef>
                <a:spcPts val="0"/>
              </a:spcBef>
              <a:spcAft>
                <a:spcPts val="0"/>
              </a:spcAft>
              <a:buClr>
                <a:schemeClr val="dk1"/>
              </a:buClr>
              <a:buSzPts val="1600"/>
              <a:buFont typeface="Lato"/>
              <a:buNone/>
              <a:defRPr sz="1600">
                <a:latin typeface="Lato"/>
                <a:ea typeface="Lato"/>
                <a:cs typeface="Lato"/>
                <a:sym typeface="Lato"/>
              </a:defRPr>
            </a:lvl3pPr>
            <a:lvl4pPr lvl="3">
              <a:spcBef>
                <a:spcPts val="0"/>
              </a:spcBef>
              <a:spcAft>
                <a:spcPts val="0"/>
              </a:spcAft>
              <a:buClr>
                <a:schemeClr val="dk1"/>
              </a:buClr>
              <a:buSzPts val="1600"/>
              <a:buFont typeface="Lato"/>
              <a:buNone/>
              <a:defRPr sz="1600">
                <a:latin typeface="Lato"/>
                <a:ea typeface="Lato"/>
                <a:cs typeface="Lato"/>
                <a:sym typeface="Lato"/>
              </a:defRPr>
            </a:lvl4pPr>
            <a:lvl5pPr lvl="4">
              <a:spcBef>
                <a:spcPts val="0"/>
              </a:spcBef>
              <a:spcAft>
                <a:spcPts val="0"/>
              </a:spcAft>
              <a:buClr>
                <a:schemeClr val="dk1"/>
              </a:buClr>
              <a:buSzPts val="1600"/>
              <a:buFont typeface="Lato"/>
              <a:buNone/>
              <a:defRPr sz="1600">
                <a:latin typeface="Lato"/>
                <a:ea typeface="Lato"/>
                <a:cs typeface="Lato"/>
                <a:sym typeface="Lato"/>
              </a:defRPr>
            </a:lvl5pPr>
            <a:lvl6pPr lvl="5">
              <a:spcBef>
                <a:spcPts val="0"/>
              </a:spcBef>
              <a:spcAft>
                <a:spcPts val="0"/>
              </a:spcAft>
              <a:buClr>
                <a:schemeClr val="dk1"/>
              </a:buClr>
              <a:buSzPts val="1600"/>
              <a:buFont typeface="Lato"/>
              <a:buNone/>
              <a:defRPr sz="1600">
                <a:latin typeface="Lato"/>
                <a:ea typeface="Lato"/>
                <a:cs typeface="Lato"/>
                <a:sym typeface="Lato"/>
              </a:defRPr>
            </a:lvl6pPr>
            <a:lvl7pPr lvl="6">
              <a:spcBef>
                <a:spcPts val="0"/>
              </a:spcBef>
              <a:spcAft>
                <a:spcPts val="0"/>
              </a:spcAft>
              <a:buClr>
                <a:schemeClr val="dk1"/>
              </a:buClr>
              <a:buSzPts val="1600"/>
              <a:buFont typeface="Lato"/>
              <a:buNone/>
              <a:defRPr sz="1600">
                <a:latin typeface="Lato"/>
                <a:ea typeface="Lato"/>
                <a:cs typeface="Lato"/>
                <a:sym typeface="Lato"/>
              </a:defRPr>
            </a:lvl7pPr>
            <a:lvl8pPr lvl="7">
              <a:spcBef>
                <a:spcPts val="0"/>
              </a:spcBef>
              <a:spcAft>
                <a:spcPts val="0"/>
              </a:spcAft>
              <a:buClr>
                <a:schemeClr val="dk1"/>
              </a:buClr>
              <a:buSzPts val="1600"/>
              <a:buFont typeface="Lato"/>
              <a:buNone/>
              <a:defRPr sz="1600">
                <a:latin typeface="Lato"/>
                <a:ea typeface="Lato"/>
                <a:cs typeface="Lato"/>
                <a:sym typeface="Lato"/>
              </a:defRPr>
            </a:lvl8pPr>
            <a:lvl9pPr lvl="8">
              <a:spcBef>
                <a:spcPts val="0"/>
              </a:spcBef>
              <a:spcAft>
                <a:spcPts val="0"/>
              </a:spcAft>
              <a:buClr>
                <a:schemeClr val="dk1"/>
              </a:buClr>
              <a:buSzPts val="1600"/>
              <a:buFont typeface="Lato"/>
              <a:buNone/>
              <a:defRPr sz="1600">
                <a:latin typeface="Lato"/>
                <a:ea typeface="Lato"/>
                <a:cs typeface="Lato"/>
                <a:sym typeface="Lato"/>
              </a:defRPr>
            </a:lvl9pPr>
          </a:lstStyle>
          <a:p/>
        </p:txBody>
      </p:sp>
      <p:sp>
        <p:nvSpPr>
          <p:cNvPr id="64" name="Google Shape;64;p7"/>
          <p:cNvSpPr txBox="1"/>
          <p:nvPr>
            <p:ph idx="1" type="subTitle"/>
          </p:nvPr>
        </p:nvSpPr>
        <p:spPr>
          <a:xfrm>
            <a:off x="920550" y="4518700"/>
            <a:ext cx="1817400" cy="4527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dk1"/>
              </a:buClr>
              <a:buSzPts val="1000"/>
              <a:buFont typeface="Lato"/>
              <a:buNone/>
              <a:defRPr sz="900">
                <a:solidFill>
                  <a:schemeClr val="dk1"/>
                </a:solidFill>
              </a:defRPr>
            </a:lvl1pPr>
            <a:lvl2pPr lvl="1">
              <a:lnSpc>
                <a:spcPct val="115000"/>
              </a:lnSpc>
              <a:spcBef>
                <a:spcPts val="1000"/>
              </a:spcBef>
              <a:spcAft>
                <a:spcPts val="0"/>
              </a:spcAft>
              <a:buClr>
                <a:schemeClr val="dk1"/>
              </a:buClr>
              <a:buSzPts val="1000"/>
              <a:buFont typeface="Lato"/>
              <a:buNone/>
              <a:defRPr sz="900">
                <a:solidFill>
                  <a:schemeClr val="dk1"/>
                </a:solidFill>
              </a:defRPr>
            </a:lvl2pPr>
            <a:lvl3pPr lvl="2">
              <a:lnSpc>
                <a:spcPct val="115000"/>
              </a:lnSpc>
              <a:spcBef>
                <a:spcPts val="1000"/>
              </a:spcBef>
              <a:spcAft>
                <a:spcPts val="0"/>
              </a:spcAft>
              <a:buClr>
                <a:schemeClr val="dk1"/>
              </a:buClr>
              <a:buSzPts val="1000"/>
              <a:buFont typeface="Lato"/>
              <a:buNone/>
              <a:defRPr sz="900">
                <a:solidFill>
                  <a:schemeClr val="dk1"/>
                </a:solidFill>
              </a:defRPr>
            </a:lvl3pPr>
            <a:lvl4pPr lvl="3">
              <a:lnSpc>
                <a:spcPct val="115000"/>
              </a:lnSpc>
              <a:spcBef>
                <a:spcPts val="1000"/>
              </a:spcBef>
              <a:spcAft>
                <a:spcPts val="0"/>
              </a:spcAft>
              <a:buClr>
                <a:schemeClr val="dk1"/>
              </a:buClr>
              <a:buSzPts val="1000"/>
              <a:buFont typeface="Lato"/>
              <a:buNone/>
              <a:defRPr sz="900">
                <a:solidFill>
                  <a:schemeClr val="dk1"/>
                </a:solidFill>
              </a:defRPr>
            </a:lvl4pPr>
            <a:lvl5pPr lvl="4">
              <a:lnSpc>
                <a:spcPct val="115000"/>
              </a:lnSpc>
              <a:spcBef>
                <a:spcPts val="1000"/>
              </a:spcBef>
              <a:spcAft>
                <a:spcPts val="0"/>
              </a:spcAft>
              <a:buClr>
                <a:schemeClr val="dk1"/>
              </a:buClr>
              <a:buSzPts val="1000"/>
              <a:buFont typeface="Lato"/>
              <a:buNone/>
              <a:defRPr sz="900">
                <a:solidFill>
                  <a:schemeClr val="dk1"/>
                </a:solidFill>
              </a:defRPr>
            </a:lvl5pPr>
            <a:lvl6pPr lvl="5">
              <a:lnSpc>
                <a:spcPct val="115000"/>
              </a:lnSpc>
              <a:spcBef>
                <a:spcPts val="1000"/>
              </a:spcBef>
              <a:spcAft>
                <a:spcPts val="0"/>
              </a:spcAft>
              <a:buClr>
                <a:schemeClr val="dk1"/>
              </a:buClr>
              <a:buSzPts val="1000"/>
              <a:buFont typeface="Lato"/>
              <a:buNone/>
              <a:defRPr sz="900">
                <a:solidFill>
                  <a:schemeClr val="dk1"/>
                </a:solidFill>
              </a:defRPr>
            </a:lvl6pPr>
            <a:lvl7pPr lvl="6">
              <a:lnSpc>
                <a:spcPct val="115000"/>
              </a:lnSpc>
              <a:spcBef>
                <a:spcPts val="1000"/>
              </a:spcBef>
              <a:spcAft>
                <a:spcPts val="0"/>
              </a:spcAft>
              <a:buClr>
                <a:schemeClr val="dk1"/>
              </a:buClr>
              <a:buSzPts val="1000"/>
              <a:buFont typeface="Lato"/>
              <a:buNone/>
              <a:defRPr sz="900">
                <a:solidFill>
                  <a:schemeClr val="dk1"/>
                </a:solidFill>
              </a:defRPr>
            </a:lvl7pPr>
            <a:lvl8pPr lvl="7">
              <a:lnSpc>
                <a:spcPct val="115000"/>
              </a:lnSpc>
              <a:spcBef>
                <a:spcPts val="1000"/>
              </a:spcBef>
              <a:spcAft>
                <a:spcPts val="0"/>
              </a:spcAft>
              <a:buClr>
                <a:schemeClr val="dk1"/>
              </a:buClr>
              <a:buSzPts val="1000"/>
              <a:buFont typeface="Lato"/>
              <a:buNone/>
              <a:defRPr sz="900">
                <a:solidFill>
                  <a:schemeClr val="dk1"/>
                </a:solidFill>
              </a:defRPr>
            </a:lvl8pPr>
            <a:lvl9pPr lvl="8">
              <a:lnSpc>
                <a:spcPct val="115000"/>
              </a:lnSpc>
              <a:spcBef>
                <a:spcPts val="1000"/>
              </a:spcBef>
              <a:spcAft>
                <a:spcPts val="1000"/>
              </a:spcAft>
              <a:buClr>
                <a:schemeClr val="dk1"/>
              </a:buClr>
              <a:buSzPts val="1000"/>
              <a:buFont typeface="Lato"/>
              <a:buNone/>
              <a:defRPr sz="900">
                <a:solidFill>
                  <a:schemeClr val="dk1"/>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6">
  <p:cSld name="BLANK_1_1_1_1_1_1_2">
    <p:bg>
      <p:bgPr>
        <a:solidFill>
          <a:schemeClr val="accent2"/>
        </a:solidFill>
      </p:bgPr>
    </p:bg>
    <p:spTree>
      <p:nvGrpSpPr>
        <p:cNvPr id="65" name="Shape 65"/>
        <p:cNvGrpSpPr/>
        <p:nvPr/>
      </p:nvGrpSpPr>
      <p:grpSpPr>
        <a:xfrm>
          <a:off x="0" y="0"/>
          <a:ext cx="0" cy="0"/>
          <a:chOff x="0" y="0"/>
          <a:chExt cx="0" cy="0"/>
        </a:xfrm>
      </p:grpSpPr>
      <p:sp>
        <p:nvSpPr>
          <p:cNvPr id="66" name="Google Shape;66;p8"/>
          <p:cNvSpPr/>
          <p:nvPr/>
        </p:nvSpPr>
        <p:spPr>
          <a:xfrm>
            <a:off x="99900" y="99900"/>
            <a:ext cx="8944200" cy="4936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67" name="Google Shape;67;p8"/>
          <p:cNvSpPr/>
          <p:nvPr/>
        </p:nvSpPr>
        <p:spPr>
          <a:xfrm>
            <a:off x="252300" y="252300"/>
            <a:ext cx="8639400" cy="4631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68" name="Google Shape;68;p8"/>
          <p:cNvSpPr/>
          <p:nvPr/>
        </p:nvSpPr>
        <p:spPr>
          <a:xfrm>
            <a:off x="404700" y="404700"/>
            <a:ext cx="8334600" cy="43269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69" name="Google Shape;69;p8"/>
          <p:cNvSpPr/>
          <p:nvPr/>
        </p:nvSpPr>
        <p:spPr>
          <a:xfrm>
            <a:off x="557100" y="560700"/>
            <a:ext cx="8029800" cy="4022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70" name="Google Shape;70;p8"/>
          <p:cNvSpPr txBox="1"/>
          <p:nvPr>
            <p:ph type="title"/>
          </p:nvPr>
        </p:nvSpPr>
        <p:spPr>
          <a:xfrm>
            <a:off x="910650" y="1462775"/>
            <a:ext cx="7349400" cy="25134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6"/>
              </a:buClr>
              <a:buSzPts val="4800"/>
              <a:buNone/>
              <a:defRPr sz="4800">
                <a:solidFill>
                  <a:schemeClr val="accent6"/>
                </a:solidFill>
              </a:defRPr>
            </a:lvl1pPr>
            <a:lvl2pPr lvl="1">
              <a:lnSpc>
                <a:spcPct val="90000"/>
              </a:lnSpc>
              <a:spcBef>
                <a:spcPts val="0"/>
              </a:spcBef>
              <a:spcAft>
                <a:spcPts val="0"/>
              </a:spcAft>
              <a:buClr>
                <a:schemeClr val="accent6"/>
              </a:buClr>
              <a:buSzPts val="3000"/>
              <a:buNone/>
              <a:defRPr sz="1200" u="sng">
                <a:solidFill>
                  <a:schemeClr val="accent6"/>
                </a:solidFill>
                <a:latin typeface="Quantico"/>
                <a:ea typeface="Quantico"/>
                <a:cs typeface="Quantico"/>
                <a:sym typeface="Quantico"/>
              </a:defRPr>
            </a:lvl2pPr>
            <a:lvl3pPr lvl="2">
              <a:lnSpc>
                <a:spcPct val="90000"/>
              </a:lnSpc>
              <a:spcBef>
                <a:spcPts val="0"/>
              </a:spcBef>
              <a:spcAft>
                <a:spcPts val="0"/>
              </a:spcAft>
              <a:buClr>
                <a:schemeClr val="accent6"/>
              </a:buClr>
              <a:buSzPts val="3000"/>
              <a:buNone/>
              <a:defRPr sz="1200" u="sng">
                <a:solidFill>
                  <a:schemeClr val="accent6"/>
                </a:solidFill>
                <a:latin typeface="Quantico"/>
                <a:ea typeface="Quantico"/>
                <a:cs typeface="Quantico"/>
                <a:sym typeface="Quantico"/>
              </a:defRPr>
            </a:lvl3pPr>
            <a:lvl4pPr lvl="3">
              <a:lnSpc>
                <a:spcPct val="90000"/>
              </a:lnSpc>
              <a:spcBef>
                <a:spcPts val="0"/>
              </a:spcBef>
              <a:spcAft>
                <a:spcPts val="0"/>
              </a:spcAft>
              <a:buClr>
                <a:schemeClr val="accent6"/>
              </a:buClr>
              <a:buSzPts val="3000"/>
              <a:buNone/>
              <a:defRPr sz="1200" u="sng">
                <a:solidFill>
                  <a:schemeClr val="accent6"/>
                </a:solidFill>
                <a:latin typeface="Quantico"/>
                <a:ea typeface="Quantico"/>
                <a:cs typeface="Quantico"/>
                <a:sym typeface="Quantico"/>
              </a:defRPr>
            </a:lvl4pPr>
            <a:lvl5pPr lvl="4">
              <a:lnSpc>
                <a:spcPct val="90000"/>
              </a:lnSpc>
              <a:spcBef>
                <a:spcPts val="0"/>
              </a:spcBef>
              <a:spcAft>
                <a:spcPts val="0"/>
              </a:spcAft>
              <a:buClr>
                <a:schemeClr val="accent6"/>
              </a:buClr>
              <a:buSzPts val="3000"/>
              <a:buNone/>
              <a:defRPr sz="1200" u="sng">
                <a:solidFill>
                  <a:schemeClr val="accent6"/>
                </a:solidFill>
                <a:latin typeface="Quantico"/>
                <a:ea typeface="Quantico"/>
                <a:cs typeface="Quantico"/>
                <a:sym typeface="Quantico"/>
              </a:defRPr>
            </a:lvl5pPr>
            <a:lvl6pPr lvl="5">
              <a:lnSpc>
                <a:spcPct val="90000"/>
              </a:lnSpc>
              <a:spcBef>
                <a:spcPts val="0"/>
              </a:spcBef>
              <a:spcAft>
                <a:spcPts val="0"/>
              </a:spcAft>
              <a:buClr>
                <a:schemeClr val="accent6"/>
              </a:buClr>
              <a:buSzPts val="3000"/>
              <a:buNone/>
              <a:defRPr sz="1200" u="sng">
                <a:solidFill>
                  <a:schemeClr val="accent6"/>
                </a:solidFill>
                <a:latin typeface="Quantico"/>
                <a:ea typeface="Quantico"/>
                <a:cs typeface="Quantico"/>
                <a:sym typeface="Quantico"/>
              </a:defRPr>
            </a:lvl6pPr>
            <a:lvl7pPr lvl="6">
              <a:lnSpc>
                <a:spcPct val="90000"/>
              </a:lnSpc>
              <a:spcBef>
                <a:spcPts val="0"/>
              </a:spcBef>
              <a:spcAft>
                <a:spcPts val="0"/>
              </a:spcAft>
              <a:buClr>
                <a:schemeClr val="accent6"/>
              </a:buClr>
              <a:buSzPts val="3000"/>
              <a:buNone/>
              <a:defRPr sz="1200" u="sng">
                <a:solidFill>
                  <a:schemeClr val="accent6"/>
                </a:solidFill>
                <a:latin typeface="Quantico"/>
                <a:ea typeface="Quantico"/>
                <a:cs typeface="Quantico"/>
                <a:sym typeface="Quantico"/>
              </a:defRPr>
            </a:lvl7pPr>
            <a:lvl8pPr lvl="7">
              <a:lnSpc>
                <a:spcPct val="90000"/>
              </a:lnSpc>
              <a:spcBef>
                <a:spcPts val="0"/>
              </a:spcBef>
              <a:spcAft>
                <a:spcPts val="0"/>
              </a:spcAft>
              <a:buClr>
                <a:schemeClr val="accent6"/>
              </a:buClr>
              <a:buSzPts val="3000"/>
              <a:buNone/>
              <a:defRPr sz="1200" u="sng">
                <a:solidFill>
                  <a:schemeClr val="accent6"/>
                </a:solidFill>
                <a:latin typeface="Quantico"/>
                <a:ea typeface="Quantico"/>
                <a:cs typeface="Quantico"/>
                <a:sym typeface="Quantico"/>
              </a:defRPr>
            </a:lvl8pPr>
            <a:lvl9pPr lvl="8">
              <a:lnSpc>
                <a:spcPct val="90000"/>
              </a:lnSpc>
              <a:spcBef>
                <a:spcPts val="0"/>
              </a:spcBef>
              <a:spcAft>
                <a:spcPts val="0"/>
              </a:spcAft>
              <a:buClr>
                <a:schemeClr val="accent6"/>
              </a:buClr>
              <a:buSzPts val="3000"/>
              <a:buNone/>
              <a:defRPr sz="1200" u="sng">
                <a:solidFill>
                  <a:schemeClr val="accent6"/>
                </a:solidFill>
                <a:latin typeface="Quantico"/>
                <a:ea typeface="Quantico"/>
                <a:cs typeface="Quantico"/>
                <a:sym typeface="Quantico"/>
              </a:defRPr>
            </a:lvl9pPr>
          </a:lstStyle>
          <a:p/>
        </p:txBody>
      </p:sp>
      <p:sp>
        <p:nvSpPr>
          <p:cNvPr id="71" name="Google Shape;71;p8"/>
          <p:cNvSpPr txBox="1"/>
          <p:nvPr>
            <p:ph idx="1" type="subTitle"/>
          </p:nvPr>
        </p:nvSpPr>
        <p:spPr>
          <a:xfrm>
            <a:off x="948750" y="4188925"/>
            <a:ext cx="1817400" cy="4527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accent6"/>
              </a:buClr>
              <a:buSzPts val="1000"/>
              <a:buFont typeface="Lato"/>
              <a:buNone/>
              <a:defRPr sz="900">
                <a:solidFill>
                  <a:schemeClr val="accent6"/>
                </a:solidFill>
              </a:defRPr>
            </a:lvl1pPr>
            <a:lvl2pPr lvl="1">
              <a:lnSpc>
                <a:spcPct val="115000"/>
              </a:lnSpc>
              <a:spcBef>
                <a:spcPts val="1000"/>
              </a:spcBef>
              <a:spcAft>
                <a:spcPts val="0"/>
              </a:spcAft>
              <a:buClr>
                <a:schemeClr val="accent6"/>
              </a:buClr>
              <a:buSzPts val="1000"/>
              <a:buFont typeface="Lato"/>
              <a:buNone/>
              <a:defRPr sz="900">
                <a:solidFill>
                  <a:schemeClr val="accent6"/>
                </a:solidFill>
              </a:defRPr>
            </a:lvl2pPr>
            <a:lvl3pPr lvl="2">
              <a:lnSpc>
                <a:spcPct val="115000"/>
              </a:lnSpc>
              <a:spcBef>
                <a:spcPts val="1000"/>
              </a:spcBef>
              <a:spcAft>
                <a:spcPts val="0"/>
              </a:spcAft>
              <a:buClr>
                <a:schemeClr val="accent6"/>
              </a:buClr>
              <a:buSzPts val="1000"/>
              <a:buFont typeface="Lato"/>
              <a:buNone/>
              <a:defRPr sz="900">
                <a:solidFill>
                  <a:schemeClr val="accent6"/>
                </a:solidFill>
              </a:defRPr>
            </a:lvl3pPr>
            <a:lvl4pPr lvl="3">
              <a:lnSpc>
                <a:spcPct val="115000"/>
              </a:lnSpc>
              <a:spcBef>
                <a:spcPts val="1000"/>
              </a:spcBef>
              <a:spcAft>
                <a:spcPts val="0"/>
              </a:spcAft>
              <a:buClr>
                <a:schemeClr val="accent6"/>
              </a:buClr>
              <a:buSzPts val="1000"/>
              <a:buFont typeface="Lato"/>
              <a:buNone/>
              <a:defRPr sz="900">
                <a:solidFill>
                  <a:schemeClr val="accent6"/>
                </a:solidFill>
              </a:defRPr>
            </a:lvl4pPr>
            <a:lvl5pPr lvl="4">
              <a:lnSpc>
                <a:spcPct val="115000"/>
              </a:lnSpc>
              <a:spcBef>
                <a:spcPts val="1000"/>
              </a:spcBef>
              <a:spcAft>
                <a:spcPts val="0"/>
              </a:spcAft>
              <a:buClr>
                <a:schemeClr val="accent6"/>
              </a:buClr>
              <a:buSzPts val="1000"/>
              <a:buFont typeface="Lato"/>
              <a:buNone/>
              <a:defRPr sz="900">
                <a:solidFill>
                  <a:schemeClr val="accent6"/>
                </a:solidFill>
              </a:defRPr>
            </a:lvl5pPr>
            <a:lvl6pPr lvl="5">
              <a:lnSpc>
                <a:spcPct val="115000"/>
              </a:lnSpc>
              <a:spcBef>
                <a:spcPts val="1000"/>
              </a:spcBef>
              <a:spcAft>
                <a:spcPts val="0"/>
              </a:spcAft>
              <a:buClr>
                <a:schemeClr val="accent6"/>
              </a:buClr>
              <a:buSzPts val="1000"/>
              <a:buFont typeface="Lato"/>
              <a:buNone/>
              <a:defRPr sz="900">
                <a:solidFill>
                  <a:schemeClr val="accent6"/>
                </a:solidFill>
              </a:defRPr>
            </a:lvl6pPr>
            <a:lvl7pPr lvl="6">
              <a:lnSpc>
                <a:spcPct val="115000"/>
              </a:lnSpc>
              <a:spcBef>
                <a:spcPts val="1000"/>
              </a:spcBef>
              <a:spcAft>
                <a:spcPts val="0"/>
              </a:spcAft>
              <a:buClr>
                <a:schemeClr val="accent6"/>
              </a:buClr>
              <a:buSzPts val="1000"/>
              <a:buFont typeface="Lato"/>
              <a:buNone/>
              <a:defRPr sz="900">
                <a:solidFill>
                  <a:schemeClr val="accent6"/>
                </a:solidFill>
              </a:defRPr>
            </a:lvl7pPr>
            <a:lvl8pPr lvl="7">
              <a:lnSpc>
                <a:spcPct val="115000"/>
              </a:lnSpc>
              <a:spcBef>
                <a:spcPts val="1000"/>
              </a:spcBef>
              <a:spcAft>
                <a:spcPts val="0"/>
              </a:spcAft>
              <a:buClr>
                <a:schemeClr val="accent6"/>
              </a:buClr>
              <a:buSzPts val="1000"/>
              <a:buFont typeface="Lato"/>
              <a:buNone/>
              <a:defRPr sz="900">
                <a:solidFill>
                  <a:schemeClr val="accent6"/>
                </a:solidFill>
              </a:defRPr>
            </a:lvl8pPr>
            <a:lvl9pPr lvl="8">
              <a:lnSpc>
                <a:spcPct val="115000"/>
              </a:lnSpc>
              <a:spcBef>
                <a:spcPts val="1000"/>
              </a:spcBef>
              <a:spcAft>
                <a:spcPts val="1000"/>
              </a:spcAft>
              <a:buClr>
                <a:schemeClr val="accent6"/>
              </a:buClr>
              <a:buSzPts val="1000"/>
              <a:buFont typeface="Lato"/>
              <a:buNone/>
              <a:defRPr sz="900">
                <a:solidFill>
                  <a:schemeClr val="accent6"/>
                </a:solidFill>
              </a:defRPr>
            </a:lvl9pPr>
          </a:lstStyle>
          <a:p/>
        </p:txBody>
      </p:sp>
      <p:sp>
        <p:nvSpPr>
          <p:cNvPr id="72" name="Google Shape;72;p8"/>
          <p:cNvSpPr txBox="1"/>
          <p:nvPr>
            <p:ph idx="2" type="title"/>
          </p:nvPr>
        </p:nvSpPr>
        <p:spPr>
          <a:xfrm>
            <a:off x="948750" y="930950"/>
            <a:ext cx="7311300" cy="3156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accent3"/>
              </a:buClr>
              <a:buSzPts val="2400"/>
              <a:buNone/>
              <a:defRPr sz="2400">
                <a:solidFill>
                  <a:schemeClr val="accent3"/>
                </a:solidFill>
              </a:defRPr>
            </a:lvl1pPr>
            <a:lvl2pPr lvl="1">
              <a:spcBef>
                <a:spcPts val="0"/>
              </a:spcBef>
              <a:spcAft>
                <a:spcPts val="0"/>
              </a:spcAft>
              <a:buClr>
                <a:schemeClr val="accent3"/>
              </a:buClr>
              <a:buSzPts val="3000"/>
              <a:buNone/>
              <a:defRPr b="1" sz="5200">
                <a:solidFill>
                  <a:schemeClr val="accent3"/>
                </a:solidFill>
                <a:latin typeface="Quantico"/>
                <a:ea typeface="Quantico"/>
                <a:cs typeface="Quantico"/>
                <a:sym typeface="Quantico"/>
              </a:defRPr>
            </a:lvl2pPr>
            <a:lvl3pPr lvl="2">
              <a:spcBef>
                <a:spcPts val="0"/>
              </a:spcBef>
              <a:spcAft>
                <a:spcPts val="0"/>
              </a:spcAft>
              <a:buClr>
                <a:schemeClr val="accent3"/>
              </a:buClr>
              <a:buSzPts val="3000"/>
              <a:buNone/>
              <a:defRPr b="1" sz="5200">
                <a:solidFill>
                  <a:schemeClr val="accent3"/>
                </a:solidFill>
                <a:latin typeface="Quantico"/>
                <a:ea typeface="Quantico"/>
                <a:cs typeface="Quantico"/>
                <a:sym typeface="Quantico"/>
              </a:defRPr>
            </a:lvl3pPr>
            <a:lvl4pPr lvl="3">
              <a:spcBef>
                <a:spcPts val="0"/>
              </a:spcBef>
              <a:spcAft>
                <a:spcPts val="0"/>
              </a:spcAft>
              <a:buClr>
                <a:schemeClr val="accent3"/>
              </a:buClr>
              <a:buSzPts val="3000"/>
              <a:buNone/>
              <a:defRPr b="1" sz="5200">
                <a:solidFill>
                  <a:schemeClr val="accent3"/>
                </a:solidFill>
                <a:latin typeface="Quantico"/>
                <a:ea typeface="Quantico"/>
                <a:cs typeface="Quantico"/>
                <a:sym typeface="Quantico"/>
              </a:defRPr>
            </a:lvl4pPr>
            <a:lvl5pPr lvl="4">
              <a:spcBef>
                <a:spcPts val="0"/>
              </a:spcBef>
              <a:spcAft>
                <a:spcPts val="0"/>
              </a:spcAft>
              <a:buClr>
                <a:schemeClr val="accent3"/>
              </a:buClr>
              <a:buSzPts val="3000"/>
              <a:buNone/>
              <a:defRPr b="1" sz="5200">
                <a:solidFill>
                  <a:schemeClr val="accent3"/>
                </a:solidFill>
                <a:latin typeface="Quantico"/>
                <a:ea typeface="Quantico"/>
                <a:cs typeface="Quantico"/>
                <a:sym typeface="Quantico"/>
              </a:defRPr>
            </a:lvl5pPr>
            <a:lvl6pPr lvl="5">
              <a:spcBef>
                <a:spcPts val="0"/>
              </a:spcBef>
              <a:spcAft>
                <a:spcPts val="0"/>
              </a:spcAft>
              <a:buClr>
                <a:schemeClr val="accent3"/>
              </a:buClr>
              <a:buSzPts val="3000"/>
              <a:buNone/>
              <a:defRPr b="1" sz="5200">
                <a:solidFill>
                  <a:schemeClr val="accent3"/>
                </a:solidFill>
                <a:latin typeface="Quantico"/>
                <a:ea typeface="Quantico"/>
                <a:cs typeface="Quantico"/>
                <a:sym typeface="Quantico"/>
              </a:defRPr>
            </a:lvl6pPr>
            <a:lvl7pPr lvl="6">
              <a:spcBef>
                <a:spcPts val="0"/>
              </a:spcBef>
              <a:spcAft>
                <a:spcPts val="0"/>
              </a:spcAft>
              <a:buClr>
                <a:schemeClr val="accent3"/>
              </a:buClr>
              <a:buSzPts val="3000"/>
              <a:buNone/>
              <a:defRPr b="1" sz="5200">
                <a:solidFill>
                  <a:schemeClr val="accent3"/>
                </a:solidFill>
                <a:latin typeface="Quantico"/>
                <a:ea typeface="Quantico"/>
                <a:cs typeface="Quantico"/>
                <a:sym typeface="Quantico"/>
              </a:defRPr>
            </a:lvl7pPr>
            <a:lvl8pPr lvl="7">
              <a:spcBef>
                <a:spcPts val="0"/>
              </a:spcBef>
              <a:spcAft>
                <a:spcPts val="0"/>
              </a:spcAft>
              <a:buClr>
                <a:schemeClr val="accent3"/>
              </a:buClr>
              <a:buSzPts val="3000"/>
              <a:buNone/>
              <a:defRPr b="1" sz="5200">
                <a:solidFill>
                  <a:schemeClr val="accent3"/>
                </a:solidFill>
                <a:latin typeface="Quantico"/>
                <a:ea typeface="Quantico"/>
                <a:cs typeface="Quantico"/>
                <a:sym typeface="Quantico"/>
              </a:defRPr>
            </a:lvl8pPr>
            <a:lvl9pPr lvl="8">
              <a:spcBef>
                <a:spcPts val="0"/>
              </a:spcBef>
              <a:spcAft>
                <a:spcPts val="0"/>
              </a:spcAft>
              <a:buClr>
                <a:schemeClr val="accent3"/>
              </a:buClr>
              <a:buSzPts val="3000"/>
              <a:buNone/>
              <a:defRPr b="1" sz="5200">
                <a:solidFill>
                  <a:schemeClr val="accent3"/>
                </a:solidFill>
                <a:latin typeface="Quantico"/>
                <a:ea typeface="Quantico"/>
                <a:cs typeface="Quantico"/>
                <a:sym typeface="Quantico"/>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7 ">
  <p:cSld name="CUSTOM_11">
    <p:bg>
      <p:bgPr>
        <a:solidFill>
          <a:schemeClr val="lt2"/>
        </a:solidFill>
      </p:bgPr>
    </p:bg>
    <p:spTree>
      <p:nvGrpSpPr>
        <p:cNvPr id="73" name="Shape 73"/>
        <p:cNvGrpSpPr/>
        <p:nvPr/>
      </p:nvGrpSpPr>
      <p:grpSpPr>
        <a:xfrm>
          <a:off x="0" y="0"/>
          <a:ext cx="0" cy="0"/>
          <a:chOff x="0" y="0"/>
          <a:chExt cx="0" cy="0"/>
        </a:xfrm>
      </p:grpSpPr>
      <p:sp>
        <p:nvSpPr>
          <p:cNvPr id="74" name="Google Shape;74;p9"/>
          <p:cNvSpPr/>
          <p:nvPr/>
        </p:nvSpPr>
        <p:spPr>
          <a:xfrm>
            <a:off x="5444100" y="2728350"/>
            <a:ext cx="2952300" cy="2033400"/>
          </a:xfrm>
          <a:prstGeom prst="snip1Rect">
            <a:avLst>
              <a:gd fmla="val 13900"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dk1"/>
                </a:solidFill>
                <a:latin typeface="Quantico"/>
                <a:ea typeface="Quantico"/>
                <a:cs typeface="Quantico"/>
                <a:sym typeface="Quantico"/>
              </a:rPr>
              <a:t> </a:t>
            </a:r>
            <a:endParaRPr>
              <a:solidFill>
                <a:schemeClr val="dk1"/>
              </a:solidFill>
              <a:latin typeface="Quantico"/>
              <a:ea typeface="Quantico"/>
              <a:cs typeface="Quantico"/>
              <a:sym typeface="Quantico"/>
            </a:endParaRPr>
          </a:p>
        </p:txBody>
      </p:sp>
      <p:sp>
        <p:nvSpPr>
          <p:cNvPr id="75" name="Google Shape;75;p9"/>
          <p:cNvSpPr/>
          <p:nvPr/>
        </p:nvSpPr>
        <p:spPr>
          <a:xfrm>
            <a:off x="0" y="0"/>
            <a:ext cx="9144000" cy="4236000"/>
          </a:xfrm>
          <a:prstGeom prst="snip1Rect">
            <a:avLst>
              <a:gd fmla="val 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76" name="Google Shape;76;p9"/>
          <p:cNvSpPr/>
          <p:nvPr/>
        </p:nvSpPr>
        <p:spPr>
          <a:xfrm>
            <a:off x="5448300" y="694950"/>
            <a:ext cx="2952300" cy="2033400"/>
          </a:xfrm>
          <a:prstGeom prst="snip1Rect">
            <a:avLst>
              <a:gd fmla="val 13900" name="adj"/>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dk1"/>
                </a:solidFill>
                <a:latin typeface="Quantico"/>
                <a:ea typeface="Quantico"/>
                <a:cs typeface="Quantico"/>
                <a:sym typeface="Quantico"/>
              </a:rPr>
              <a:t> </a:t>
            </a:r>
            <a:endParaRPr>
              <a:solidFill>
                <a:schemeClr val="dk1"/>
              </a:solidFill>
              <a:latin typeface="Quantico"/>
              <a:ea typeface="Quantico"/>
              <a:cs typeface="Quantico"/>
              <a:sym typeface="Quantico"/>
            </a:endParaRPr>
          </a:p>
        </p:txBody>
      </p:sp>
      <p:sp>
        <p:nvSpPr>
          <p:cNvPr id="77" name="Google Shape;77;p9"/>
          <p:cNvSpPr/>
          <p:nvPr/>
        </p:nvSpPr>
        <p:spPr>
          <a:xfrm>
            <a:off x="5438163" y="4761750"/>
            <a:ext cx="2964175" cy="388625"/>
          </a:xfrm>
          <a:custGeom>
            <a:rect b="b" l="l" r="r" t="t"/>
            <a:pathLst>
              <a:path extrusionOk="0" h="15545" w="118567">
                <a:moveTo>
                  <a:pt x="0" y="15545"/>
                </a:moveTo>
                <a:lnTo>
                  <a:pt x="118567" y="15545"/>
                </a:lnTo>
                <a:lnTo>
                  <a:pt x="103022" y="0"/>
                </a:lnTo>
                <a:lnTo>
                  <a:pt x="305" y="0"/>
                </a:lnTo>
                <a:close/>
              </a:path>
            </a:pathLst>
          </a:custGeom>
          <a:solidFill>
            <a:schemeClr val="accent1"/>
          </a:solidFill>
          <a:ln>
            <a:noFill/>
          </a:ln>
        </p:spPr>
      </p:sp>
      <p:sp>
        <p:nvSpPr>
          <p:cNvPr id="78" name="Google Shape;78;p9"/>
          <p:cNvSpPr/>
          <p:nvPr/>
        </p:nvSpPr>
        <p:spPr>
          <a:xfrm>
            <a:off x="5437625" y="-10675"/>
            <a:ext cx="2971800" cy="708675"/>
          </a:xfrm>
          <a:custGeom>
            <a:rect b="b" l="l" r="r" t="t"/>
            <a:pathLst>
              <a:path extrusionOk="0" h="28347" w="118872">
                <a:moveTo>
                  <a:pt x="0" y="0"/>
                </a:moveTo>
                <a:lnTo>
                  <a:pt x="0" y="28347"/>
                </a:lnTo>
                <a:lnTo>
                  <a:pt x="118872" y="28347"/>
                </a:lnTo>
                <a:lnTo>
                  <a:pt x="118872" y="305"/>
                </a:lnTo>
                <a:close/>
              </a:path>
            </a:pathLst>
          </a:custGeom>
          <a:solidFill>
            <a:schemeClr val="dk2"/>
          </a:solidFill>
          <a:ln>
            <a:noFill/>
          </a:ln>
        </p:spPr>
      </p:sp>
      <p:sp>
        <p:nvSpPr>
          <p:cNvPr id="79" name="Google Shape;79;p9"/>
          <p:cNvSpPr txBox="1"/>
          <p:nvPr>
            <p:ph type="title"/>
          </p:nvPr>
        </p:nvSpPr>
        <p:spPr>
          <a:xfrm>
            <a:off x="931675" y="907075"/>
            <a:ext cx="4005900" cy="7086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accent5"/>
              </a:buClr>
              <a:buSzPts val="3000"/>
              <a:buNone/>
              <a:defRPr sz="3700">
                <a:solidFill>
                  <a:schemeClr val="accent5"/>
                </a:solidFill>
              </a:defRPr>
            </a:lvl1pPr>
            <a:lvl2pPr lvl="1">
              <a:spcBef>
                <a:spcPts val="0"/>
              </a:spcBef>
              <a:spcAft>
                <a:spcPts val="0"/>
              </a:spcAft>
              <a:buClr>
                <a:schemeClr val="accent5"/>
              </a:buClr>
              <a:buSzPts val="3000"/>
              <a:buNone/>
              <a:defRPr sz="3700">
                <a:solidFill>
                  <a:schemeClr val="accent5"/>
                </a:solidFill>
                <a:latin typeface="Quantico"/>
                <a:ea typeface="Quantico"/>
                <a:cs typeface="Quantico"/>
                <a:sym typeface="Quantico"/>
              </a:defRPr>
            </a:lvl2pPr>
            <a:lvl3pPr lvl="2">
              <a:spcBef>
                <a:spcPts val="0"/>
              </a:spcBef>
              <a:spcAft>
                <a:spcPts val="0"/>
              </a:spcAft>
              <a:buClr>
                <a:schemeClr val="accent5"/>
              </a:buClr>
              <a:buSzPts val="3000"/>
              <a:buNone/>
              <a:defRPr sz="3700">
                <a:solidFill>
                  <a:schemeClr val="accent5"/>
                </a:solidFill>
                <a:latin typeface="Quantico"/>
                <a:ea typeface="Quantico"/>
                <a:cs typeface="Quantico"/>
                <a:sym typeface="Quantico"/>
              </a:defRPr>
            </a:lvl3pPr>
            <a:lvl4pPr lvl="3">
              <a:spcBef>
                <a:spcPts val="0"/>
              </a:spcBef>
              <a:spcAft>
                <a:spcPts val="0"/>
              </a:spcAft>
              <a:buClr>
                <a:schemeClr val="accent5"/>
              </a:buClr>
              <a:buSzPts val="3000"/>
              <a:buNone/>
              <a:defRPr sz="3700">
                <a:solidFill>
                  <a:schemeClr val="accent5"/>
                </a:solidFill>
                <a:latin typeface="Quantico"/>
                <a:ea typeface="Quantico"/>
                <a:cs typeface="Quantico"/>
                <a:sym typeface="Quantico"/>
              </a:defRPr>
            </a:lvl4pPr>
            <a:lvl5pPr lvl="4">
              <a:spcBef>
                <a:spcPts val="0"/>
              </a:spcBef>
              <a:spcAft>
                <a:spcPts val="0"/>
              </a:spcAft>
              <a:buClr>
                <a:schemeClr val="accent5"/>
              </a:buClr>
              <a:buSzPts val="3000"/>
              <a:buNone/>
              <a:defRPr sz="3700">
                <a:solidFill>
                  <a:schemeClr val="accent5"/>
                </a:solidFill>
                <a:latin typeface="Quantico"/>
                <a:ea typeface="Quantico"/>
                <a:cs typeface="Quantico"/>
                <a:sym typeface="Quantico"/>
              </a:defRPr>
            </a:lvl5pPr>
            <a:lvl6pPr lvl="5">
              <a:spcBef>
                <a:spcPts val="0"/>
              </a:spcBef>
              <a:spcAft>
                <a:spcPts val="0"/>
              </a:spcAft>
              <a:buClr>
                <a:schemeClr val="accent5"/>
              </a:buClr>
              <a:buSzPts val="3000"/>
              <a:buNone/>
              <a:defRPr sz="3700">
                <a:solidFill>
                  <a:schemeClr val="accent5"/>
                </a:solidFill>
                <a:latin typeface="Quantico"/>
                <a:ea typeface="Quantico"/>
                <a:cs typeface="Quantico"/>
                <a:sym typeface="Quantico"/>
              </a:defRPr>
            </a:lvl6pPr>
            <a:lvl7pPr lvl="6">
              <a:spcBef>
                <a:spcPts val="0"/>
              </a:spcBef>
              <a:spcAft>
                <a:spcPts val="0"/>
              </a:spcAft>
              <a:buClr>
                <a:schemeClr val="accent5"/>
              </a:buClr>
              <a:buSzPts val="3000"/>
              <a:buNone/>
              <a:defRPr sz="3700">
                <a:solidFill>
                  <a:schemeClr val="accent5"/>
                </a:solidFill>
                <a:latin typeface="Quantico"/>
                <a:ea typeface="Quantico"/>
                <a:cs typeface="Quantico"/>
                <a:sym typeface="Quantico"/>
              </a:defRPr>
            </a:lvl7pPr>
            <a:lvl8pPr lvl="7">
              <a:spcBef>
                <a:spcPts val="0"/>
              </a:spcBef>
              <a:spcAft>
                <a:spcPts val="0"/>
              </a:spcAft>
              <a:buClr>
                <a:schemeClr val="accent5"/>
              </a:buClr>
              <a:buSzPts val="3000"/>
              <a:buNone/>
              <a:defRPr sz="3700">
                <a:solidFill>
                  <a:schemeClr val="accent5"/>
                </a:solidFill>
                <a:latin typeface="Quantico"/>
                <a:ea typeface="Quantico"/>
                <a:cs typeface="Quantico"/>
                <a:sym typeface="Quantico"/>
              </a:defRPr>
            </a:lvl8pPr>
            <a:lvl9pPr lvl="8">
              <a:spcBef>
                <a:spcPts val="0"/>
              </a:spcBef>
              <a:spcAft>
                <a:spcPts val="0"/>
              </a:spcAft>
              <a:buClr>
                <a:schemeClr val="accent5"/>
              </a:buClr>
              <a:buSzPts val="3000"/>
              <a:buNone/>
              <a:defRPr sz="3700">
                <a:solidFill>
                  <a:schemeClr val="accent5"/>
                </a:solidFill>
                <a:latin typeface="Quantico"/>
                <a:ea typeface="Quantico"/>
                <a:cs typeface="Quantico"/>
                <a:sym typeface="Quantico"/>
              </a:defRPr>
            </a:lvl9pPr>
          </a:lstStyle>
          <a:p/>
        </p:txBody>
      </p:sp>
      <p:sp>
        <p:nvSpPr>
          <p:cNvPr id="80" name="Google Shape;80;p9"/>
          <p:cNvSpPr txBox="1"/>
          <p:nvPr>
            <p:ph idx="2" type="title"/>
          </p:nvPr>
        </p:nvSpPr>
        <p:spPr>
          <a:xfrm>
            <a:off x="931675" y="1712050"/>
            <a:ext cx="4005900" cy="17058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5"/>
              </a:buClr>
              <a:buSzPts val="1600"/>
              <a:buFont typeface="Lato"/>
              <a:buNone/>
              <a:defRPr sz="1600">
                <a:solidFill>
                  <a:schemeClr val="accent5"/>
                </a:solidFill>
                <a:latin typeface="Lato"/>
                <a:ea typeface="Lato"/>
                <a:cs typeface="Lato"/>
                <a:sym typeface="Lato"/>
              </a:defRPr>
            </a:lvl1pPr>
            <a:lvl2pPr lvl="1">
              <a:spcBef>
                <a:spcPts val="0"/>
              </a:spcBef>
              <a:spcAft>
                <a:spcPts val="0"/>
              </a:spcAft>
              <a:buClr>
                <a:schemeClr val="accent5"/>
              </a:buClr>
              <a:buSzPts val="1600"/>
              <a:buFont typeface="Lato"/>
              <a:buNone/>
              <a:defRPr sz="1600">
                <a:solidFill>
                  <a:schemeClr val="accent5"/>
                </a:solidFill>
                <a:latin typeface="Lato"/>
                <a:ea typeface="Lato"/>
                <a:cs typeface="Lato"/>
                <a:sym typeface="Lato"/>
              </a:defRPr>
            </a:lvl2pPr>
            <a:lvl3pPr lvl="2">
              <a:spcBef>
                <a:spcPts val="0"/>
              </a:spcBef>
              <a:spcAft>
                <a:spcPts val="0"/>
              </a:spcAft>
              <a:buClr>
                <a:schemeClr val="accent5"/>
              </a:buClr>
              <a:buSzPts val="1600"/>
              <a:buFont typeface="Lato"/>
              <a:buNone/>
              <a:defRPr sz="1600">
                <a:solidFill>
                  <a:schemeClr val="accent5"/>
                </a:solidFill>
                <a:latin typeface="Lato"/>
                <a:ea typeface="Lato"/>
                <a:cs typeface="Lato"/>
                <a:sym typeface="Lato"/>
              </a:defRPr>
            </a:lvl3pPr>
            <a:lvl4pPr lvl="3">
              <a:spcBef>
                <a:spcPts val="0"/>
              </a:spcBef>
              <a:spcAft>
                <a:spcPts val="0"/>
              </a:spcAft>
              <a:buClr>
                <a:schemeClr val="accent5"/>
              </a:buClr>
              <a:buSzPts val="1600"/>
              <a:buFont typeface="Lato"/>
              <a:buNone/>
              <a:defRPr sz="1600">
                <a:solidFill>
                  <a:schemeClr val="accent5"/>
                </a:solidFill>
                <a:latin typeface="Lato"/>
                <a:ea typeface="Lato"/>
                <a:cs typeface="Lato"/>
                <a:sym typeface="Lato"/>
              </a:defRPr>
            </a:lvl4pPr>
            <a:lvl5pPr lvl="4">
              <a:spcBef>
                <a:spcPts val="0"/>
              </a:spcBef>
              <a:spcAft>
                <a:spcPts val="0"/>
              </a:spcAft>
              <a:buClr>
                <a:schemeClr val="accent5"/>
              </a:buClr>
              <a:buSzPts val="1600"/>
              <a:buFont typeface="Lato"/>
              <a:buNone/>
              <a:defRPr sz="1600">
                <a:solidFill>
                  <a:schemeClr val="accent5"/>
                </a:solidFill>
                <a:latin typeface="Lato"/>
                <a:ea typeface="Lato"/>
                <a:cs typeface="Lato"/>
                <a:sym typeface="Lato"/>
              </a:defRPr>
            </a:lvl5pPr>
            <a:lvl6pPr lvl="5">
              <a:spcBef>
                <a:spcPts val="0"/>
              </a:spcBef>
              <a:spcAft>
                <a:spcPts val="0"/>
              </a:spcAft>
              <a:buClr>
                <a:schemeClr val="accent5"/>
              </a:buClr>
              <a:buSzPts val="1600"/>
              <a:buFont typeface="Lato"/>
              <a:buNone/>
              <a:defRPr sz="1600">
                <a:solidFill>
                  <a:schemeClr val="accent5"/>
                </a:solidFill>
                <a:latin typeface="Lato"/>
                <a:ea typeface="Lato"/>
                <a:cs typeface="Lato"/>
                <a:sym typeface="Lato"/>
              </a:defRPr>
            </a:lvl6pPr>
            <a:lvl7pPr lvl="6">
              <a:spcBef>
                <a:spcPts val="0"/>
              </a:spcBef>
              <a:spcAft>
                <a:spcPts val="0"/>
              </a:spcAft>
              <a:buClr>
                <a:schemeClr val="accent5"/>
              </a:buClr>
              <a:buSzPts val="1600"/>
              <a:buFont typeface="Lato"/>
              <a:buNone/>
              <a:defRPr sz="1600">
                <a:solidFill>
                  <a:schemeClr val="accent5"/>
                </a:solidFill>
                <a:latin typeface="Lato"/>
                <a:ea typeface="Lato"/>
                <a:cs typeface="Lato"/>
                <a:sym typeface="Lato"/>
              </a:defRPr>
            </a:lvl7pPr>
            <a:lvl8pPr lvl="7">
              <a:spcBef>
                <a:spcPts val="0"/>
              </a:spcBef>
              <a:spcAft>
                <a:spcPts val="0"/>
              </a:spcAft>
              <a:buClr>
                <a:schemeClr val="accent5"/>
              </a:buClr>
              <a:buSzPts val="1600"/>
              <a:buFont typeface="Lato"/>
              <a:buNone/>
              <a:defRPr sz="1600">
                <a:solidFill>
                  <a:schemeClr val="accent5"/>
                </a:solidFill>
                <a:latin typeface="Lato"/>
                <a:ea typeface="Lato"/>
                <a:cs typeface="Lato"/>
                <a:sym typeface="Lato"/>
              </a:defRPr>
            </a:lvl8pPr>
            <a:lvl9pPr lvl="8">
              <a:spcBef>
                <a:spcPts val="0"/>
              </a:spcBef>
              <a:spcAft>
                <a:spcPts val="0"/>
              </a:spcAft>
              <a:buClr>
                <a:schemeClr val="accent5"/>
              </a:buClr>
              <a:buSzPts val="1600"/>
              <a:buFont typeface="Lato"/>
              <a:buNone/>
              <a:defRPr sz="1600">
                <a:solidFill>
                  <a:schemeClr val="accent5"/>
                </a:solidFill>
                <a:latin typeface="Lato"/>
                <a:ea typeface="Lato"/>
                <a:cs typeface="Lato"/>
                <a:sym typeface="Lato"/>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8 ">
  <p:cSld name="CUSTOM_12">
    <p:bg>
      <p:bgPr>
        <a:solidFill>
          <a:schemeClr val="accent5"/>
        </a:solidFill>
      </p:bgPr>
    </p:bg>
    <p:spTree>
      <p:nvGrpSpPr>
        <p:cNvPr id="81" name="Shape 81"/>
        <p:cNvGrpSpPr/>
        <p:nvPr/>
      </p:nvGrpSpPr>
      <p:grpSpPr>
        <a:xfrm>
          <a:off x="0" y="0"/>
          <a:ext cx="0" cy="0"/>
          <a:chOff x="0" y="0"/>
          <a:chExt cx="0" cy="0"/>
        </a:xfrm>
      </p:grpSpPr>
      <p:sp>
        <p:nvSpPr>
          <p:cNvPr id="82" name="Google Shape;82;p10"/>
          <p:cNvSpPr/>
          <p:nvPr/>
        </p:nvSpPr>
        <p:spPr>
          <a:xfrm>
            <a:off x="0" y="0"/>
            <a:ext cx="9144000" cy="4236000"/>
          </a:xfrm>
          <a:prstGeom prst="snip1Rect">
            <a:avLst>
              <a:gd fmla="val 0"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83" name="Google Shape;83;p10"/>
          <p:cNvSpPr/>
          <p:nvPr/>
        </p:nvSpPr>
        <p:spPr>
          <a:xfrm>
            <a:off x="5596500" y="2731400"/>
            <a:ext cx="2952300" cy="2033400"/>
          </a:xfrm>
          <a:prstGeom prst="snip1Rect">
            <a:avLst>
              <a:gd fmla="val 13900" name="adj"/>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dk1"/>
                </a:solidFill>
                <a:latin typeface="Quantico"/>
                <a:ea typeface="Quantico"/>
                <a:cs typeface="Quantico"/>
                <a:sym typeface="Quantico"/>
              </a:rPr>
              <a:t> </a:t>
            </a:r>
            <a:endParaRPr>
              <a:solidFill>
                <a:schemeClr val="dk1"/>
              </a:solidFill>
              <a:latin typeface="Quantico"/>
              <a:ea typeface="Quantico"/>
              <a:cs typeface="Quantico"/>
              <a:sym typeface="Quantico"/>
            </a:endParaRPr>
          </a:p>
        </p:txBody>
      </p:sp>
      <p:sp>
        <p:nvSpPr>
          <p:cNvPr id="84" name="Google Shape;84;p10"/>
          <p:cNvSpPr/>
          <p:nvPr/>
        </p:nvSpPr>
        <p:spPr>
          <a:xfrm>
            <a:off x="5587725" y="698000"/>
            <a:ext cx="2952300" cy="2033400"/>
          </a:xfrm>
          <a:prstGeom prst="snip1Rect">
            <a:avLst>
              <a:gd fmla="val 13900" name="adj"/>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dk1"/>
                </a:solidFill>
                <a:latin typeface="Quantico"/>
                <a:ea typeface="Quantico"/>
                <a:cs typeface="Quantico"/>
                <a:sym typeface="Quantico"/>
              </a:rPr>
              <a:t> </a:t>
            </a:r>
            <a:endParaRPr>
              <a:solidFill>
                <a:schemeClr val="dk1"/>
              </a:solidFill>
              <a:latin typeface="Quantico"/>
              <a:ea typeface="Quantico"/>
              <a:cs typeface="Quantico"/>
              <a:sym typeface="Quantico"/>
            </a:endParaRPr>
          </a:p>
        </p:txBody>
      </p:sp>
      <p:sp>
        <p:nvSpPr>
          <p:cNvPr id="85" name="Google Shape;85;p10"/>
          <p:cNvSpPr txBox="1"/>
          <p:nvPr>
            <p:ph type="title"/>
          </p:nvPr>
        </p:nvSpPr>
        <p:spPr>
          <a:xfrm>
            <a:off x="901475" y="907075"/>
            <a:ext cx="4695000" cy="8625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3000"/>
              <a:buNone/>
              <a:defRPr sz="3700"/>
            </a:lvl1pPr>
            <a:lvl2pPr lvl="1">
              <a:spcBef>
                <a:spcPts val="0"/>
              </a:spcBef>
              <a:spcAft>
                <a:spcPts val="0"/>
              </a:spcAft>
              <a:buClr>
                <a:schemeClr val="dk1"/>
              </a:buClr>
              <a:buSzPts val="3000"/>
              <a:buNone/>
              <a:defRPr sz="3700">
                <a:latin typeface="Quantico"/>
                <a:ea typeface="Quantico"/>
                <a:cs typeface="Quantico"/>
                <a:sym typeface="Quantico"/>
              </a:defRPr>
            </a:lvl2pPr>
            <a:lvl3pPr lvl="2">
              <a:spcBef>
                <a:spcPts val="0"/>
              </a:spcBef>
              <a:spcAft>
                <a:spcPts val="0"/>
              </a:spcAft>
              <a:buClr>
                <a:schemeClr val="dk1"/>
              </a:buClr>
              <a:buSzPts val="3000"/>
              <a:buNone/>
              <a:defRPr sz="3700">
                <a:latin typeface="Quantico"/>
                <a:ea typeface="Quantico"/>
                <a:cs typeface="Quantico"/>
                <a:sym typeface="Quantico"/>
              </a:defRPr>
            </a:lvl3pPr>
            <a:lvl4pPr lvl="3">
              <a:spcBef>
                <a:spcPts val="0"/>
              </a:spcBef>
              <a:spcAft>
                <a:spcPts val="0"/>
              </a:spcAft>
              <a:buClr>
                <a:schemeClr val="dk1"/>
              </a:buClr>
              <a:buSzPts val="3000"/>
              <a:buNone/>
              <a:defRPr sz="3700">
                <a:latin typeface="Quantico"/>
                <a:ea typeface="Quantico"/>
                <a:cs typeface="Quantico"/>
                <a:sym typeface="Quantico"/>
              </a:defRPr>
            </a:lvl4pPr>
            <a:lvl5pPr lvl="4">
              <a:spcBef>
                <a:spcPts val="0"/>
              </a:spcBef>
              <a:spcAft>
                <a:spcPts val="0"/>
              </a:spcAft>
              <a:buClr>
                <a:schemeClr val="dk1"/>
              </a:buClr>
              <a:buSzPts val="3000"/>
              <a:buNone/>
              <a:defRPr sz="3700">
                <a:latin typeface="Quantico"/>
                <a:ea typeface="Quantico"/>
                <a:cs typeface="Quantico"/>
                <a:sym typeface="Quantico"/>
              </a:defRPr>
            </a:lvl5pPr>
            <a:lvl6pPr lvl="5">
              <a:spcBef>
                <a:spcPts val="0"/>
              </a:spcBef>
              <a:spcAft>
                <a:spcPts val="0"/>
              </a:spcAft>
              <a:buClr>
                <a:schemeClr val="dk1"/>
              </a:buClr>
              <a:buSzPts val="3000"/>
              <a:buNone/>
              <a:defRPr sz="3700">
                <a:latin typeface="Quantico"/>
                <a:ea typeface="Quantico"/>
                <a:cs typeface="Quantico"/>
                <a:sym typeface="Quantico"/>
              </a:defRPr>
            </a:lvl6pPr>
            <a:lvl7pPr lvl="6">
              <a:spcBef>
                <a:spcPts val="0"/>
              </a:spcBef>
              <a:spcAft>
                <a:spcPts val="0"/>
              </a:spcAft>
              <a:buClr>
                <a:schemeClr val="dk1"/>
              </a:buClr>
              <a:buSzPts val="3000"/>
              <a:buNone/>
              <a:defRPr sz="3700">
                <a:latin typeface="Quantico"/>
                <a:ea typeface="Quantico"/>
                <a:cs typeface="Quantico"/>
                <a:sym typeface="Quantico"/>
              </a:defRPr>
            </a:lvl7pPr>
            <a:lvl8pPr lvl="7">
              <a:spcBef>
                <a:spcPts val="0"/>
              </a:spcBef>
              <a:spcAft>
                <a:spcPts val="0"/>
              </a:spcAft>
              <a:buClr>
                <a:schemeClr val="dk1"/>
              </a:buClr>
              <a:buSzPts val="3000"/>
              <a:buNone/>
              <a:defRPr sz="3700">
                <a:latin typeface="Quantico"/>
                <a:ea typeface="Quantico"/>
                <a:cs typeface="Quantico"/>
                <a:sym typeface="Quantico"/>
              </a:defRPr>
            </a:lvl8pPr>
            <a:lvl9pPr lvl="8">
              <a:spcBef>
                <a:spcPts val="0"/>
              </a:spcBef>
              <a:spcAft>
                <a:spcPts val="0"/>
              </a:spcAft>
              <a:buClr>
                <a:schemeClr val="dk1"/>
              </a:buClr>
              <a:buSzPts val="3000"/>
              <a:buNone/>
              <a:defRPr sz="3700">
                <a:latin typeface="Quantico"/>
                <a:ea typeface="Quantico"/>
                <a:cs typeface="Quantico"/>
                <a:sym typeface="Quantico"/>
              </a:defRPr>
            </a:lvl9pPr>
          </a:lstStyle>
          <a:p/>
        </p:txBody>
      </p:sp>
      <p:sp>
        <p:nvSpPr>
          <p:cNvPr id="86" name="Google Shape;86;p10"/>
          <p:cNvSpPr txBox="1"/>
          <p:nvPr>
            <p:ph idx="2" type="title"/>
          </p:nvPr>
        </p:nvSpPr>
        <p:spPr>
          <a:xfrm>
            <a:off x="930907" y="1836900"/>
            <a:ext cx="4005900" cy="1879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600"/>
              <a:buFont typeface="Lato"/>
              <a:buNone/>
              <a:defRPr sz="1600">
                <a:latin typeface="Lato"/>
                <a:ea typeface="Lato"/>
                <a:cs typeface="Lato"/>
                <a:sym typeface="Lato"/>
              </a:defRPr>
            </a:lvl1pPr>
            <a:lvl2pPr lvl="1">
              <a:spcBef>
                <a:spcPts val="0"/>
              </a:spcBef>
              <a:spcAft>
                <a:spcPts val="0"/>
              </a:spcAft>
              <a:buClr>
                <a:schemeClr val="dk1"/>
              </a:buClr>
              <a:buSzPts val="1600"/>
              <a:buFont typeface="Lato"/>
              <a:buNone/>
              <a:defRPr sz="1600">
                <a:latin typeface="Lato"/>
                <a:ea typeface="Lato"/>
                <a:cs typeface="Lato"/>
                <a:sym typeface="Lato"/>
              </a:defRPr>
            </a:lvl2pPr>
            <a:lvl3pPr lvl="2">
              <a:spcBef>
                <a:spcPts val="0"/>
              </a:spcBef>
              <a:spcAft>
                <a:spcPts val="0"/>
              </a:spcAft>
              <a:buClr>
                <a:schemeClr val="dk1"/>
              </a:buClr>
              <a:buSzPts val="1600"/>
              <a:buFont typeface="Lato"/>
              <a:buNone/>
              <a:defRPr sz="1600">
                <a:latin typeface="Lato"/>
                <a:ea typeface="Lato"/>
                <a:cs typeface="Lato"/>
                <a:sym typeface="Lato"/>
              </a:defRPr>
            </a:lvl3pPr>
            <a:lvl4pPr lvl="3">
              <a:spcBef>
                <a:spcPts val="0"/>
              </a:spcBef>
              <a:spcAft>
                <a:spcPts val="0"/>
              </a:spcAft>
              <a:buClr>
                <a:schemeClr val="dk1"/>
              </a:buClr>
              <a:buSzPts val="1600"/>
              <a:buFont typeface="Lato"/>
              <a:buNone/>
              <a:defRPr sz="1600">
                <a:latin typeface="Lato"/>
                <a:ea typeface="Lato"/>
                <a:cs typeface="Lato"/>
                <a:sym typeface="Lato"/>
              </a:defRPr>
            </a:lvl4pPr>
            <a:lvl5pPr lvl="4">
              <a:spcBef>
                <a:spcPts val="0"/>
              </a:spcBef>
              <a:spcAft>
                <a:spcPts val="0"/>
              </a:spcAft>
              <a:buClr>
                <a:schemeClr val="dk1"/>
              </a:buClr>
              <a:buSzPts val="1600"/>
              <a:buFont typeface="Lato"/>
              <a:buNone/>
              <a:defRPr sz="1600">
                <a:latin typeface="Lato"/>
                <a:ea typeface="Lato"/>
                <a:cs typeface="Lato"/>
                <a:sym typeface="Lato"/>
              </a:defRPr>
            </a:lvl5pPr>
            <a:lvl6pPr lvl="5">
              <a:spcBef>
                <a:spcPts val="0"/>
              </a:spcBef>
              <a:spcAft>
                <a:spcPts val="0"/>
              </a:spcAft>
              <a:buClr>
                <a:schemeClr val="dk1"/>
              </a:buClr>
              <a:buSzPts val="1600"/>
              <a:buFont typeface="Lato"/>
              <a:buNone/>
              <a:defRPr sz="1600">
                <a:latin typeface="Lato"/>
                <a:ea typeface="Lato"/>
                <a:cs typeface="Lato"/>
                <a:sym typeface="Lato"/>
              </a:defRPr>
            </a:lvl6pPr>
            <a:lvl7pPr lvl="6">
              <a:spcBef>
                <a:spcPts val="0"/>
              </a:spcBef>
              <a:spcAft>
                <a:spcPts val="0"/>
              </a:spcAft>
              <a:buClr>
                <a:schemeClr val="dk1"/>
              </a:buClr>
              <a:buSzPts val="1600"/>
              <a:buFont typeface="Lato"/>
              <a:buNone/>
              <a:defRPr sz="1600">
                <a:latin typeface="Lato"/>
                <a:ea typeface="Lato"/>
                <a:cs typeface="Lato"/>
                <a:sym typeface="Lato"/>
              </a:defRPr>
            </a:lvl7pPr>
            <a:lvl8pPr lvl="7">
              <a:spcBef>
                <a:spcPts val="0"/>
              </a:spcBef>
              <a:spcAft>
                <a:spcPts val="0"/>
              </a:spcAft>
              <a:buClr>
                <a:schemeClr val="dk1"/>
              </a:buClr>
              <a:buSzPts val="1600"/>
              <a:buFont typeface="Lato"/>
              <a:buNone/>
              <a:defRPr sz="1600">
                <a:latin typeface="Lato"/>
                <a:ea typeface="Lato"/>
                <a:cs typeface="Lato"/>
                <a:sym typeface="Lato"/>
              </a:defRPr>
            </a:lvl8pPr>
            <a:lvl9pPr lvl="8">
              <a:spcBef>
                <a:spcPts val="0"/>
              </a:spcBef>
              <a:spcAft>
                <a:spcPts val="0"/>
              </a:spcAft>
              <a:buClr>
                <a:schemeClr val="dk1"/>
              </a:buClr>
              <a:buSzPts val="1600"/>
              <a:buFont typeface="Lato"/>
              <a:buNone/>
              <a:defRPr sz="1600">
                <a:latin typeface="Lato"/>
                <a:ea typeface="Lato"/>
                <a:cs typeface="Lato"/>
                <a:sym typeface="Lato"/>
              </a:defRPr>
            </a:lvl9pPr>
          </a:lstStyle>
          <a:p/>
        </p:txBody>
      </p:sp>
      <p:sp>
        <p:nvSpPr>
          <p:cNvPr id="87" name="Google Shape;87;p10"/>
          <p:cNvSpPr/>
          <p:nvPr/>
        </p:nvSpPr>
        <p:spPr>
          <a:xfrm>
            <a:off x="5586750" y="-10675"/>
            <a:ext cx="2971800" cy="708675"/>
          </a:xfrm>
          <a:custGeom>
            <a:rect b="b" l="l" r="r" t="t"/>
            <a:pathLst>
              <a:path extrusionOk="0" h="28347" w="118872">
                <a:moveTo>
                  <a:pt x="0" y="0"/>
                </a:moveTo>
                <a:lnTo>
                  <a:pt x="0" y="28347"/>
                </a:lnTo>
                <a:lnTo>
                  <a:pt x="118872" y="28347"/>
                </a:lnTo>
                <a:lnTo>
                  <a:pt x="118872" y="305"/>
                </a:lnTo>
                <a:close/>
              </a:path>
            </a:pathLst>
          </a:custGeom>
          <a:solidFill>
            <a:schemeClr val="accent4"/>
          </a:solidFill>
          <a:ln>
            <a:noFill/>
          </a:ln>
        </p:spPr>
      </p:sp>
      <p:sp>
        <p:nvSpPr>
          <p:cNvPr id="88" name="Google Shape;88;p10"/>
          <p:cNvSpPr/>
          <p:nvPr/>
        </p:nvSpPr>
        <p:spPr>
          <a:xfrm>
            <a:off x="5590563" y="4762500"/>
            <a:ext cx="2964175" cy="388625"/>
          </a:xfrm>
          <a:custGeom>
            <a:rect b="b" l="l" r="r" t="t"/>
            <a:pathLst>
              <a:path extrusionOk="0" h="15545" w="118567">
                <a:moveTo>
                  <a:pt x="0" y="15545"/>
                </a:moveTo>
                <a:lnTo>
                  <a:pt x="118567" y="15545"/>
                </a:lnTo>
                <a:lnTo>
                  <a:pt x="103022" y="0"/>
                </a:lnTo>
                <a:lnTo>
                  <a:pt x="305" y="0"/>
                </a:lnTo>
                <a:close/>
              </a:path>
            </a:pathLst>
          </a:custGeom>
          <a:solidFill>
            <a:schemeClr val="accent6"/>
          </a:solidFill>
          <a:ln>
            <a:no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BLANK_1_1_1_1_1_1_1_1_1_1_1_1_1_1_1_1_1">
    <p:bg>
      <p:bgPr>
        <a:solidFill>
          <a:schemeClr val="accent5"/>
        </a:solidFill>
      </p:bgPr>
    </p:bg>
    <p:spTree>
      <p:nvGrpSpPr>
        <p:cNvPr id="89" name="Shape 89"/>
        <p:cNvGrpSpPr/>
        <p:nvPr/>
      </p:nvGrpSpPr>
      <p:grpSpPr>
        <a:xfrm>
          <a:off x="0" y="0"/>
          <a:ext cx="0" cy="0"/>
          <a:chOff x="0" y="0"/>
          <a:chExt cx="0" cy="0"/>
        </a:xfrm>
      </p:grpSpPr>
      <p:sp>
        <p:nvSpPr>
          <p:cNvPr id="90" name="Google Shape;90;p11"/>
          <p:cNvSpPr/>
          <p:nvPr/>
        </p:nvSpPr>
        <p:spPr>
          <a:xfrm>
            <a:off x="696050" y="619550"/>
            <a:ext cx="8448000" cy="45252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91" name="Google Shape;91;p11"/>
          <p:cNvSpPr/>
          <p:nvPr/>
        </p:nvSpPr>
        <p:spPr>
          <a:xfrm>
            <a:off x="4930700" y="619550"/>
            <a:ext cx="4213200" cy="4525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92" name="Google Shape;92;p11"/>
          <p:cNvSpPr/>
          <p:nvPr>
            <p:ph idx="2" type="pic"/>
          </p:nvPr>
        </p:nvSpPr>
        <p:spPr>
          <a:xfrm flipH="1">
            <a:off x="4930693" y="619550"/>
            <a:ext cx="2100300" cy="1513500"/>
          </a:xfrm>
          <a:prstGeom prst="snip1Rect">
            <a:avLst>
              <a:gd fmla="val 0" name="adj"/>
            </a:avLst>
          </a:prstGeom>
          <a:noFill/>
          <a:ln>
            <a:noFill/>
          </a:ln>
        </p:spPr>
      </p:sp>
      <p:sp>
        <p:nvSpPr>
          <p:cNvPr id="93" name="Google Shape;93;p11"/>
          <p:cNvSpPr txBox="1"/>
          <p:nvPr>
            <p:ph type="title"/>
          </p:nvPr>
        </p:nvSpPr>
        <p:spPr>
          <a:xfrm>
            <a:off x="929475" y="914400"/>
            <a:ext cx="3633000" cy="10773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2400"/>
              <a:buNone/>
              <a:defRPr sz="2400"/>
            </a:lvl1pPr>
            <a:lvl2pPr lvl="1">
              <a:lnSpc>
                <a:spcPct val="80000"/>
              </a:lnSpc>
              <a:spcBef>
                <a:spcPts val="0"/>
              </a:spcBef>
              <a:spcAft>
                <a:spcPts val="0"/>
              </a:spcAft>
              <a:buClr>
                <a:schemeClr val="dk1"/>
              </a:buClr>
              <a:buSzPts val="3000"/>
              <a:buNone/>
              <a:defRPr sz="5500">
                <a:latin typeface="Quantico"/>
                <a:ea typeface="Quantico"/>
                <a:cs typeface="Quantico"/>
                <a:sym typeface="Quantico"/>
              </a:defRPr>
            </a:lvl2pPr>
            <a:lvl3pPr lvl="2">
              <a:lnSpc>
                <a:spcPct val="80000"/>
              </a:lnSpc>
              <a:spcBef>
                <a:spcPts val="0"/>
              </a:spcBef>
              <a:spcAft>
                <a:spcPts val="0"/>
              </a:spcAft>
              <a:buClr>
                <a:schemeClr val="dk1"/>
              </a:buClr>
              <a:buSzPts val="3000"/>
              <a:buNone/>
              <a:defRPr sz="5500">
                <a:latin typeface="Quantico"/>
                <a:ea typeface="Quantico"/>
                <a:cs typeface="Quantico"/>
                <a:sym typeface="Quantico"/>
              </a:defRPr>
            </a:lvl3pPr>
            <a:lvl4pPr lvl="3">
              <a:lnSpc>
                <a:spcPct val="80000"/>
              </a:lnSpc>
              <a:spcBef>
                <a:spcPts val="0"/>
              </a:spcBef>
              <a:spcAft>
                <a:spcPts val="0"/>
              </a:spcAft>
              <a:buClr>
                <a:schemeClr val="dk1"/>
              </a:buClr>
              <a:buSzPts val="3000"/>
              <a:buNone/>
              <a:defRPr sz="5500">
                <a:latin typeface="Quantico"/>
                <a:ea typeface="Quantico"/>
                <a:cs typeface="Quantico"/>
                <a:sym typeface="Quantico"/>
              </a:defRPr>
            </a:lvl4pPr>
            <a:lvl5pPr lvl="4">
              <a:lnSpc>
                <a:spcPct val="80000"/>
              </a:lnSpc>
              <a:spcBef>
                <a:spcPts val="0"/>
              </a:spcBef>
              <a:spcAft>
                <a:spcPts val="0"/>
              </a:spcAft>
              <a:buClr>
                <a:schemeClr val="dk1"/>
              </a:buClr>
              <a:buSzPts val="3000"/>
              <a:buNone/>
              <a:defRPr sz="5500">
                <a:latin typeface="Quantico"/>
                <a:ea typeface="Quantico"/>
                <a:cs typeface="Quantico"/>
                <a:sym typeface="Quantico"/>
              </a:defRPr>
            </a:lvl5pPr>
            <a:lvl6pPr lvl="5">
              <a:lnSpc>
                <a:spcPct val="80000"/>
              </a:lnSpc>
              <a:spcBef>
                <a:spcPts val="0"/>
              </a:spcBef>
              <a:spcAft>
                <a:spcPts val="0"/>
              </a:spcAft>
              <a:buClr>
                <a:schemeClr val="dk1"/>
              </a:buClr>
              <a:buSzPts val="3000"/>
              <a:buNone/>
              <a:defRPr sz="5500">
                <a:latin typeface="Quantico"/>
                <a:ea typeface="Quantico"/>
                <a:cs typeface="Quantico"/>
                <a:sym typeface="Quantico"/>
              </a:defRPr>
            </a:lvl6pPr>
            <a:lvl7pPr lvl="6">
              <a:lnSpc>
                <a:spcPct val="80000"/>
              </a:lnSpc>
              <a:spcBef>
                <a:spcPts val="0"/>
              </a:spcBef>
              <a:spcAft>
                <a:spcPts val="0"/>
              </a:spcAft>
              <a:buClr>
                <a:schemeClr val="dk1"/>
              </a:buClr>
              <a:buSzPts val="3000"/>
              <a:buNone/>
              <a:defRPr sz="5500">
                <a:latin typeface="Quantico"/>
                <a:ea typeface="Quantico"/>
                <a:cs typeface="Quantico"/>
                <a:sym typeface="Quantico"/>
              </a:defRPr>
            </a:lvl7pPr>
            <a:lvl8pPr lvl="7">
              <a:lnSpc>
                <a:spcPct val="80000"/>
              </a:lnSpc>
              <a:spcBef>
                <a:spcPts val="0"/>
              </a:spcBef>
              <a:spcAft>
                <a:spcPts val="0"/>
              </a:spcAft>
              <a:buClr>
                <a:schemeClr val="dk1"/>
              </a:buClr>
              <a:buSzPts val="3000"/>
              <a:buNone/>
              <a:defRPr sz="5500">
                <a:latin typeface="Quantico"/>
                <a:ea typeface="Quantico"/>
                <a:cs typeface="Quantico"/>
                <a:sym typeface="Quantico"/>
              </a:defRPr>
            </a:lvl8pPr>
            <a:lvl9pPr lvl="8">
              <a:lnSpc>
                <a:spcPct val="80000"/>
              </a:lnSpc>
              <a:spcBef>
                <a:spcPts val="0"/>
              </a:spcBef>
              <a:spcAft>
                <a:spcPts val="0"/>
              </a:spcAft>
              <a:buClr>
                <a:schemeClr val="dk1"/>
              </a:buClr>
              <a:buSzPts val="3000"/>
              <a:buNone/>
              <a:defRPr sz="5500">
                <a:latin typeface="Quantico"/>
                <a:ea typeface="Quantico"/>
                <a:cs typeface="Quantico"/>
                <a:sym typeface="Quantico"/>
              </a:defRPr>
            </a:lvl9pPr>
          </a:lstStyle>
          <a:p/>
        </p:txBody>
      </p:sp>
      <p:sp>
        <p:nvSpPr>
          <p:cNvPr id="94" name="Google Shape;94;p11"/>
          <p:cNvSpPr/>
          <p:nvPr>
            <p:ph idx="3" type="pic"/>
          </p:nvPr>
        </p:nvSpPr>
        <p:spPr>
          <a:xfrm flipH="1">
            <a:off x="696043" y="2125400"/>
            <a:ext cx="2129100" cy="1513500"/>
          </a:xfrm>
          <a:prstGeom prst="snip1Rect">
            <a:avLst>
              <a:gd fmla="val 0" name="adj"/>
            </a:avLst>
          </a:prstGeom>
          <a:noFill/>
          <a:ln>
            <a:noFill/>
          </a:ln>
        </p:spPr>
      </p:sp>
      <p:sp>
        <p:nvSpPr>
          <p:cNvPr id="95" name="Google Shape;95;p11"/>
          <p:cNvSpPr/>
          <p:nvPr>
            <p:ph idx="4" type="pic"/>
          </p:nvPr>
        </p:nvSpPr>
        <p:spPr>
          <a:xfrm flipH="1">
            <a:off x="4930693" y="3635300"/>
            <a:ext cx="2100300" cy="1513500"/>
          </a:xfrm>
          <a:prstGeom prst="snip1Rect">
            <a:avLst>
              <a:gd fmla="val 0" name="adj"/>
            </a:avLst>
          </a:prstGeom>
          <a:noFill/>
          <a:ln>
            <a:noFill/>
          </a:ln>
        </p:spPr>
      </p:sp>
      <p:sp>
        <p:nvSpPr>
          <p:cNvPr id="96" name="Google Shape;96;p11"/>
          <p:cNvSpPr txBox="1"/>
          <p:nvPr>
            <p:ph idx="5" type="title"/>
          </p:nvPr>
        </p:nvSpPr>
        <p:spPr>
          <a:xfrm>
            <a:off x="7243093" y="851546"/>
            <a:ext cx="1696500" cy="269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b="1" sz="1200">
                <a:latin typeface="Lato"/>
                <a:ea typeface="Lato"/>
                <a:cs typeface="Lato"/>
                <a:sym typeface="Lato"/>
              </a:defRPr>
            </a:lvl1pPr>
            <a:lvl2pPr lvl="1">
              <a:lnSpc>
                <a:spcPct val="100000"/>
              </a:lnSpc>
              <a:spcBef>
                <a:spcPts val="0"/>
              </a:spcBef>
              <a:spcAft>
                <a:spcPts val="0"/>
              </a:spcAft>
              <a:buClr>
                <a:schemeClr val="dk1"/>
              </a:buClr>
              <a:buSzPts val="1200"/>
              <a:buFont typeface="Lato"/>
              <a:buNone/>
              <a:defRPr b="1" sz="1200">
                <a:latin typeface="Lato"/>
                <a:ea typeface="Lato"/>
                <a:cs typeface="Lato"/>
                <a:sym typeface="Lato"/>
              </a:defRPr>
            </a:lvl2pPr>
            <a:lvl3pPr lvl="2">
              <a:lnSpc>
                <a:spcPct val="100000"/>
              </a:lnSpc>
              <a:spcBef>
                <a:spcPts val="0"/>
              </a:spcBef>
              <a:spcAft>
                <a:spcPts val="0"/>
              </a:spcAft>
              <a:buClr>
                <a:schemeClr val="dk1"/>
              </a:buClr>
              <a:buSzPts val="1200"/>
              <a:buFont typeface="Lato"/>
              <a:buNone/>
              <a:defRPr b="1" sz="1200">
                <a:latin typeface="Lato"/>
                <a:ea typeface="Lato"/>
                <a:cs typeface="Lato"/>
                <a:sym typeface="Lato"/>
              </a:defRPr>
            </a:lvl3pPr>
            <a:lvl4pPr lvl="3">
              <a:lnSpc>
                <a:spcPct val="100000"/>
              </a:lnSpc>
              <a:spcBef>
                <a:spcPts val="0"/>
              </a:spcBef>
              <a:spcAft>
                <a:spcPts val="0"/>
              </a:spcAft>
              <a:buClr>
                <a:schemeClr val="dk1"/>
              </a:buClr>
              <a:buSzPts val="1200"/>
              <a:buFont typeface="Lato"/>
              <a:buNone/>
              <a:defRPr b="1" sz="1200">
                <a:latin typeface="Lato"/>
                <a:ea typeface="Lato"/>
                <a:cs typeface="Lato"/>
                <a:sym typeface="Lato"/>
              </a:defRPr>
            </a:lvl4pPr>
            <a:lvl5pPr lvl="4">
              <a:lnSpc>
                <a:spcPct val="100000"/>
              </a:lnSpc>
              <a:spcBef>
                <a:spcPts val="0"/>
              </a:spcBef>
              <a:spcAft>
                <a:spcPts val="0"/>
              </a:spcAft>
              <a:buClr>
                <a:schemeClr val="dk1"/>
              </a:buClr>
              <a:buSzPts val="1200"/>
              <a:buFont typeface="Lato"/>
              <a:buNone/>
              <a:defRPr b="1" sz="1200">
                <a:latin typeface="Lato"/>
                <a:ea typeface="Lato"/>
                <a:cs typeface="Lato"/>
                <a:sym typeface="Lato"/>
              </a:defRPr>
            </a:lvl5pPr>
            <a:lvl6pPr lvl="5">
              <a:lnSpc>
                <a:spcPct val="100000"/>
              </a:lnSpc>
              <a:spcBef>
                <a:spcPts val="0"/>
              </a:spcBef>
              <a:spcAft>
                <a:spcPts val="0"/>
              </a:spcAft>
              <a:buClr>
                <a:schemeClr val="dk1"/>
              </a:buClr>
              <a:buSzPts val="1200"/>
              <a:buFont typeface="Lato"/>
              <a:buNone/>
              <a:defRPr b="1" sz="1200">
                <a:latin typeface="Lato"/>
                <a:ea typeface="Lato"/>
                <a:cs typeface="Lato"/>
                <a:sym typeface="Lato"/>
              </a:defRPr>
            </a:lvl6pPr>
            <a:lvl7pPr lvl="6">
              <a:lnSpc>
                <a:spcPct val="100000"/>
              </a:lnSpc>
              <a:spcBef>
                <a:spcPts val="0"/>
              </a:spcBef>
              <a:spcAft>
                <a:spcPts val="0"/>
              </a:spcAft>
              <a:buClr>
                <a:schemeClr val="dk1"/>
              </a:buClr>
              <a:buSzPts val="1200"/>
              <a:buFont typeface="Lato"/>
              <a:buNone/>
              <a:defRPr b="1" sz="1200">
                <a:latin typeface="Lato"/>
                <a:ea typeface="Lato"/>
                <a:cs typeface="Lato"/>
                <a:sym typeface="Lato"/>
              </a:defRPr>
            </a:lvl7pPr>
            <a:lvl8pPr lvl="7">
              <a:lnSpc>
                <a:spcPct val="100000"/>
              </a:lnSpc>
              <a:spcBef>
                <a:spcPts val="0"/>
              </a:spcBef>
              <a:spcAft>
                <a:spcPts val="0"/>
              </a:spcAft>
              <a:buClr>
                <a:schemeClr val="dk1"/>
              </a:buClr>
              <a:buSzPts val="1200"/>
              <a:buFont typeface="Lato"/>
              <a:buNone/>
              <a:defRPr b="1" sz="1200">
                <a:latin typeface="Lato"/>
                <a:ea typeface="Lato"/>
                <a:cs typeface="Lato"/>
                <a:sym typeface="Lato"/>
              </a:defRPr>
            </a:lvl8pPr>
            <a:lvl9pPr lvl="8">
              <a:lnSpc>
                <a:spcPct val="100000"/>
              </a:lnSpc>
              <a:spcBef>
                <a:spcPts val="0"/>
              </a:spcBef>
              <a:spcAft>
                <a:spcPts val="0"/>
              </a:spcAft>
              <a:buClr>
                <a:schemeClr val="dk1"/>
              </a:buClr>
              <a:buSzPts val="1200"/>
              <a:buFont typeface="Lato"/>
              <a:buNone/>
              <a:defRPr b="1" sz="1200">
                <a:latin typeface="Lato"/>
                <a:ea typeface="Lato"/>
                <a:cs typeface="Lato"/>
                <a:sym typeface="Lato"/>
              </a:defRPr>
            </a:lvl9pPr>
          </a:lstStyle>
          <a:p/>
        </p:txBody>
      </p:sp>
      <p:sp>
        <p:nvSpPr>
          <p:cNvPr id="97" name="Google Shape;97;p11"/>
          <p:cNvSpPr txBox="1"/>
          <p:nvPr>
            <p:ph idx="6" type="title"/>
          </p:nvPr>
        </p:nvSpPr>
        <p:spPr>
          <a:xfrm>
            <a:off x="3257860" y="2361757"/>
            <a:ext cx="1696500" cy="269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b="1" sz="1200">
                <a:latin typeface="Lato"/>
                <a:ea typeface="Lato"/>
                <a:cs typeface="Lato"/>
                <a:sym typeface="Lato"/>
              </a:defRPr>
            </a:lvl1pPr>
            <a:lvl2pPr lvl="1">
              <a:lnSpc>
                <a:spcPct val="100000"/>
              </a:lnSpc>
              <a:spcBef>
                <a:spcPts val="0"/>
              </a:spcBef>
              <a:spcAft>
                <a:spcPts val="0"/>
              </a:spcAft>
              <a:buClr>
                <a:schemeClr val="dk1"/>
              </a:buClr>
              <a:buSzPts val="1200"/>
              <a:buFont typeface="Lato"/>
              <a:buNone/>
              <a:defRPr b="1" sz="1200">
                <a:latin typeface="Lato"/>
                <a:ea typeface="Lato"/>
                <a:cs typeface="Lato"/>
                <a:sym typeface="Lato"/>
              </a:defRPr>
            </a:lvl2pPr>
            <a:lvl3pPr lvl="2">
              <a:lnSpc>
                <a:spcPct val="100000"/>
              </a:lnSpc>
              <a:spcBef>
                <a:spcPts val="0"/>
              </a:spcBef>
              <a:spcAft>
                <a:spcPts val="0"/>
              </a:spcAft>
              <a:buClr>
                <a:schemeClr val="dk1"/>
              </a:buClr>
              <a:buSzPts val="1200"/>
              <a:buFont typeface="Lato"/>
              <a:buNone/>
              <a:defRPr b="1" sz="1200">
                <a:latin typeface="Lato"/>
                <a:ea typeface="Lato"/>
                <a:cs typeface="Lato"/>
                <a:sym typeface="Lato"/>
              </a:defRPr>
            </a:lvl3pPr>
            <a:lvl4pPr lvl="3">
              <a:lnSpc>
                <a:spcPct val="100000"/>
              </a:lnSpc>
              <a:spcBef>
                <a:spcPts val="0"/>
              </a:spcBef>
              <a:spcAft>
                <a:spcPts val="0"/>
              </a:spcAft>
              <a:buClr>
                <a:schemeClr val="dk1"/>
              </a:buClr>
              <a:buSzPts val="1200"/>
              <a:buFont typeface="Lato"/>
              <a:buNone/>
              <a:defRPr b="1" sz="1200">
                <a:latin typeface="Lato"/>
                <a:ea typeface="Lato"/>
                <a:cs typeface="Lato"/>
                <a:sym typeface="Lato"/>
              </a:defRPr>
            </a:lvl4pPr>
            <a:lvl5pPr lvl="4">
              <a:lnSpc>
                <a:spcPct val="100000"/>
              </a:lnSpc>
              <a:spcBef>
                <a:spcPts val="0"/>
              </a:spcBef>
              <a:spcAft>
                <a:spcPts val="0"/>
              </a:spcAft>
              <a:buClr>
                <a:schemeClr val="dk1"/>
              </a:buClr>
              <a:buSzPts val="1200"/>
              <a:buFont typeface="Lato"/>
              <a:buNone/>
              <a:defRPr b="1" sz="1200">
                <a:latin typeface="Lato"/>
                <a:ea typeface="Lato"/>
                <a:cs typeface="Lato"/>
                <a:sym typeface="Lato"/>
              </a:defRPr>
            </a:lvl5pPr>
            <a:lvl6pPr lvl="5">
              <a:lnSpc>
                <a:spcPct val="100000"/>
              </a:lnSpc>
              <a:spcBef>
                <a:spcPts val="0"/>
              </a:spcBef>
              <a:spcAft>
                <a:spcPts val="0"/>
              </a:spcAft>
              <a:buClr>
                <a:schemeClr val="dk1"/>
              </a:buClr>
              <a:buSzPts val="1200"/>
              <a:buFont typeface="Lato"/>
              <a:buNone/>
              <a:defRPr b="1" sz="1200">
                <a:latin typeface="Lato"/>
                <a:ea typeface="Lato"/>
                <a:cs typeface="Lato"/>
                <a:sym typeface="Lato"/>
              </a:defRPr>
            </a:lvl6pPr>
            <a:lvl7pPr lvl="6">
              <a:lnSpc>
                <a:spcPct val="100000"/>
              </a:lnSpc>
              <a:spcBef>
                <a:spcPts val="0"/>
              </a:spcBef>
              <a:spcAft>
                <a:spcPts val="0"/>
              </a:spcAft>
              <a:buClr>
                <a:schemeClr val="dk1"/>
              </a:buClr>
              <a:buSzPts val="1200"/>
              <a:buFont typeface="Lato"/>
              <a:buNone/>
              <a:defRPr b="1" sz="1200">
                <a:latin typeface="Lato"/>
                <a:ea typeface="Lato"/>
                <a:cs typeface="Lato"/>
                <a:sym typeface="Lato"/>
              </a:defRPr>
            </a:lvl7pPr>
            <a:lvl8pPr lvl="7">
              <a:lnSpc>
                <a:spcPct val="100000"/>
              </a:lnSpc>
              <a:spcBef>
                <a:spcPts val="0"/>
              </a:spcBef>
              <a:spcAft>
                <a:spcPts val="0"/>
              </a:spcAft>
              <a:buClr>
                <a:schemeClr val="dk1"/>
              </a:buClr>
              <a:buSzPts val="1200"/>
              <a:buFont typeface="Lato"/>
              <a:buNone/>
              <a:defRPr b="1" sz="1200">
                <a:latin typeface="Lato"/>
                <a:ea typeface="Lato"/>
                <a:cs typeface="Lato"/>
                <a:sym typeface="Lato"/>
              </a:defRPr>
            </a:lvl8pPr>
            <a:lvl9pPr lvl="8">
              <a:lnSpc>
                <a:spcPct val="100000"/>
              </a:lnSpc>
              <a:spcBef>
                <a:spcPts val="0"/>
              </a:spcBef>
              <a:spcAft>
                <a:spcPts val="0"/>
              </a:spcAft>
              <a:buClr>
                <a:schemeClr val="dk1"/>
              </a:buClr>
              <a:buSzPts val="1200"/>
              <a:buFont typeface="Lato"/>
              <a:buNone/>
              <a:defRPr b="1" sz="1200">
                <a:latin typeface="Lato"/>
                <a:ea typeface="Lato"/>
                <a:cs typeface="Lato"/>
                <a:sym typeface="Lato"/>
              </a:defRPr>
            </a:lvl9pPr>
          </a:lstStyle>
          <a:p/>
        </p:txBody>
      </p:sp>
      <p:sp>
        <p:nvSpPr>
          <p:cNvPr id="98" name="Google Shape;98;p11"/>
          <p:cNvSpPr txBox="1"/>
          <p:nvPr>
            <p:ph idx="7" type="title"/>
          </p:nvPr>
        </p:nvSpPr>
        <p:spPr>
          <a:xfrm>
            <a:off x="7229582" y="3878226"/>
            <a:ext cx="1696500" cy="269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b="1" sz="1200">
                <a:latin typeface="Lato"/>
                <a:ea typeface="Lato"/>
                <a:cs typeface="Lato"/>
                <a:sym typeface="Lato"/>
              </a:defRPr>
            </a:lvl1pPr>
            <a:lvl2pPr lvl="1">
              <a:lnSpc>
                <a:spcPct val="100000"/>
              </a:lnSpc>
              <a:spcBef>
                <a:spcPts val="0"/>
              </a:spcBef>
              <a:spcAft>
                <a:spcPts val="0"/>
              </a:spcAft>
              <a:buClr>
                <a:schemeClr val="dk1"/>
              </a:buClr>
              <a:buSzPts val="1200"/>
              <a:buFont typeface="Lato"/>
              <a:buNone/>
              <a:defRPr b="1" sz="1200">
                <a:latin typeface="Lato"/>
                <a:ea typeface="Lato"/>
                <a:cs typeface="Lato"/>
                <a:sym typeface="Lato"/>
              </a:defRPr>
            </a:lvl2pPr>
            <a:lvl3pPr lvl="2">
              <a:lnSpc>
                <a:spcPct val="100000"/>
              </a:lnSpc>
              <a:spcBef>
                <a:spcPts val="0"/>
              </a:spcBef>
              <a:spcAft>
                <a:spcPts val="0"/>
              </a:spcAft>
              <a:buClr>
                <a:schemeClr val="dk1"/>
              </a:buClr>
              <a:buSzPts val="1200"/>
              <a:buFont typeface="Lato"/>
              <a:buNone/>
              <a:defRPr b="1" sz="1200">
                <a:latin typeface="Lato"/>
                <a:ea typeface="Lato"/>
                <a:cs typeface="Lato"/>
                <a:sym typeface="Lato"/>
              </a:defRPr>
            </a:lvl3pPr>
            <a:lvl4pPr lvl="3">
              <a:lnSpc>
                <a:spcPct val="100000"/>
              </a:lnSpc>
              <a:spcBef>
                <a:spcPts val="0"/>
              </a:spcBef>
              <a:spcAft>
                <a:spcPts val="0"/>
              </a:spcAft>
              <a:buClr>
                <a:schemeClr val="dk1"/>
              </a:buClr>
              <a:buSzPts val="1200"/>
              <a:buFont typeface="Lato"/>
              <a:buNone/>
              <a:defRPr b="1" sz="1200">
                <a:latin typeface="Lato"/>
                <a:ea typeface="Lato"/>
                <a:cs typeface="Lato"/>
                <a:sym typeface="Lato"/>
              </a:defRPr>
            </a:lvl4pPr>
            <a:lvl5pPr lvl="4">
              <a:lnSpc>
                <a:spcPct val="100000"/>
              </a:lnSpc>
              <a:spcBef>
                <a:spcPts val="0"/>
              </a:spcBef>
              <a:spcAft>
                <a:spcPts val="0"/>
              </a:spcAft>
              <a:buClr>
                <a:schemeClr val="dk1"/>
              </a:buClr>
              <a:buSzPts val="1200"/>
              <a:buFont typeface="Lato"/>
              <a:buNone/>
              <a:defRPr b="1" sz="1200">
                <a:latin typeface="Lato"/>
                <a:ea typeface="Lato"/>
                <a:cs typeface="Lato"/>
                <a:sym typeface="Lato"/>
              </a:defRPr>
            </a:lvl5pPr>
            <a:lvl6pPr lvl="5">
              <a:lnSpc>
                <a:spcPct val="100000"/>
              </a:lnSpc>
              <a:spcBef>
                <a:spcPts val="0"/>
              </a:spcBef>
              <a:spcAft>
                <a:spcPts val="0"/>
              </a:spcAft>
              <a:buClr>
                <a:schemeClr val="dk1"/>
              </a:buClr>
              <a:buSzPts val="1200"/>
              <a:buFont typeface="Lato"/>
              <a:buNone/>
              <a:defRPr b="1" sz="1200">
                <a:latin typeface="Lato"/>
                <a:ea typeface="Lato"/>
                <a:cs typeface="Lato"/>
                <a:sym typeface="Lato"/>
              </a:defRPr>
            </a:lvl6pPr>
            <a:lvl7pPr lvl="6">
              <a:lnSpc>
                <a:spcPct val="100000"/>
              </a:lnSpc>
              <a:spcBef>
                <a:spcPts val="0"/>
              </a:spcBef>
              <a:spcAft>
                <a:spcPts val="0"/>
              </a:spcAft>
              <a:buClr>
                <a:schemeClr val="dk1"/>
              </a:buClr>
              <a:buSzPts val="1200"/>
              <a:buFont typeface="Lato"/>
              <a:buNone/>
              <a:defRPr b="1" sz="1200">
                <a:latin typeface="Lato"/>
                <a:ea typeface="Lato"/>
                <a:cs typeface="Lato"/>
                <a:sym typeface="Lato"/>
              </a:defRPr>
            </a:lvl7pPr>
            <a:lvl8pPr lvl="7">
              <a:lnSpc>
                <a:spcPct val="100000"/>
              </a:lnSpc>
              <a:spcBef>
                <a:spcPts val="0"/>
              </a:spcBef>
              <a:spcAft>
                <a:spcPts val="0"/>
              </a:spcAft>
              <a:buClr>
                <a:schemeClr val="dk1"/>
              </a:buClr>
              <a:buSzPts val="1200"/>
              <a:buFont typeface="Lato"/>
              <a:buNone/>
              <a:defRPr b="1" sz="1200">
                <a:latin typeface="Lato"/>
                <a:ea typeface="Lato"/>
                <a:cs typeface="Lato"/>
                <a:sym typeface="Lato"/>
              </a:defRPr>
            </a:lvl8pPr>
            <a:lvl9pPr lvl="8">
              <a:lnSpc>
                <a:spcPct val="100000"/>
              </a:lnSpc>
              <a:spcBef>
                <a:spcPts val="0"/>
              </a:spcBef>
              <a:spcAft>
                <a:spcPts val="0"/>
              </a:spcAft>
              <a:buClr>
                <a:schemeClr val="dk1"/>
              </a:buClr>
              <a:buSzPts val="1200"/>
              <a:buFont typeface="Lato"/>
              <a:buNone/>
              <a:defRPr b="1" sz="1200">
                <a:latin typeface="Lato"/>
                <a:ea typeface="Lato"/>
                <a:cs typeface="Lato"/>
                <a:sym typeface="Lato"/>
              </a:defRPr>
            </a:lvl9pPr>
          </a:lstStyle>
          <a:p/>
        </p:txBody>
      </p:sp>
      <p:sp>
        <p:nvSpPr>
          <p:cNvPr id="99" name="Google Shape;99;p11"/>
          <p:cNvSpPr txBox="1"/>
          <p:nvPr>
            <p:ph idx="1" type="body"/>
          </p:nvPr>
        </p:nvSpPr>
        <p:spPr>
          <a:xfrm>
            <a:off x="3257120" y="2663823"/>
            <a:ext cx="1578900" cy="830100"/>
          </a:xfrm>
          <a:prstGeom prst="rect">
            <a:avLst/>
          </a:prstGeom>
        </p:spPr>
        <p:txBody>
          <a:bodyPr anchorCtr="0" anchor="t" bIns="0" lIns="0" spcFirstLastPara="1" rIns="91425" wrap="square" tIns="0">
            <a:noAutofit/>
          </a:bodyPr>
          <a:lstStyle>
            <a:lvl1pPr indent="-292100" lvl="0" marL="457200">
              <a:lnSpc>
                <a:spcPct val="115000"/>
              </a:lnSpc>
              <a:spcBef>
                <a:spcPts val="0"/>
              </a:spcBef>
              <a:spcAft>
                <a:spcPts val="0"/>
              </a:spcAft>
              <a:buClr>
                <a:schemeClr val="dk1"/>
              </a:buClr>
              <a:buSzPts val="1000"/>
              <a:buChar char="●"/>
              <a:defRPr>
                <a:solidFill>
                  <a:schemeClr val="dk1"/>
                </a:solidFill>
              </a:defRPr>
            </a:lvl1pPr>
            <a:lvl2pPr indent="-292100" lvl="1" marL="914400">
              <a:lnSpc>
                <a:spcPct val="115000"/>
              </a:lnSpc>
              <a:spcBef>
                <a:spcPts val="1000"/>
              </a:spcBef>
              <a:spcAft>
                <a:spcPts val="0"/>
              </a:spcAft>
              <a:buClr>
                <a:schemeClr val="dk1"/>
              </a:buClr>
              <a:buSzPts val="1000"/>
              <a:buChar char="○"/>
              <a:defRPr>
                <a:solidFill>
                  <a:schemeClr val="dk1"/>
                </a:solidFill>
              </a:defRPr>
            </a:lvl2pPr>
            <a:lvl3pPr indent="-292100" lvl="2" marL="1371600">
              <a:lnSpc>
                <a:spcPct val="115000"/>
              </a:lnSpc>
              <a:spcBef>
                <a:spcPts val="1000"/>
              </a:spcBef>
              <a:spcAft>
                <a:spcPts val="0"/>
              </a:spcAft>
              <a:buClr>
                <a:schemeClr val="dk1"/>
              </a:buClr>
              <a:buSzPts val="1000"/>
              <a:buChar char="■"/>
              <a:defRPr>
                <a:solidFill>
                  <a:schemeClr val="dk1"/>
                </a:solidFill>
              </a:defRPr>
            </a:lvl3pPr>
            <a:lvl4pPr indent="-292100" lvl="3" marL="1828800">
              <a:lnSpc>
                <a:spcPct val="115000"/>
              </a:lnSpc>
              <a:spcBef>
                <a:spcPts val="1000"/>
              </a:spcBef>
              <a:spcAft>
                <a:spcPts val="0"/>
              </a:spcAft>
              <a:buClr>
                <a:schemeClr val="dk1"/>
              </a:buClr>
              <a:buSzPts val="1000"/>
              <a:buChar char="●"/>
              <a:defRPr>
                <a:solidFill>
                  <a:schemeClr val="dk1"/>
                </a:solidFill>
              </a:defRPr>
            </a:lvl4pPr>
            <a:lvl5pPr indent="-292100" lvl="4" marL="2286000">
              <a:lnSpc>
                <a:spcPct val="115000"/>
              </a:lnSpc>
              <a:spcBef>
                <a:spcPts val="1000"/>
              </a:spcBef>
              <a:spcAft>
                <a:spcPts val="0"/>
              </a:spcAft>
              <a:buClr>
                <a:schemeClr val="dk1"/>
              </a:buClr>
              <a:buSzPts val="1000"/>
              <a:buChar char="○"/>
              <a:defRPr>
                <a:solidFill>
                  <a:schemeClr val="dk1"/>
                </a:solidFill>
              </a:defRPr>
            </a:lvl5pPr>
            <a:lvl6pPr indent="-292100" lvl="5" marL="2743200">
              <a:lnSpc>
                <a:spcPct val="115000"/>
              </a:lnSpc>
              <a:spcBef>
                <a:spcPts val="1000"/>
              </a:spcBef>
              <a:spcAft>
                <a:spcPts val="0"/>
              </a:spcAft>
              <a:buClr>
                <a:schemeClr val="dk1"/>
              </a:buClr>
              <a:buSzPts val="1000"/>
              <a:buChar char="■"/>
              <a:defRPr>
                <a:solidFill>
                  <a:schemeClr val="dk1"/>
                </a:solidFill>
              </a:defRPr>
            </a:lvl6pPr>
            <a:lvl7pPr indent="-292100" lvl="6" marL="3200400">
              <a:lnSpc>
                <a:spcPct val="115000"/>
              </a:lnSpc>
              <a:spcBef>
                <a:spcPts val="1000"/>
              </a:spcBef>
              <a:spcAft>
                <a:spcPts val="0"/>
              </a:spcAft>
              <a:buClr>
                <a:schemeClr val="dk1"/>
              </a:buClr>
              <a:buSzPts val="1000"/>
              <a:buChar char="●"/>
              <a:defRPr>
                <a:solidFill>
                  <a:schemeClr val="dk1"/>
                </a:solidFill>
              </a:defRPr>
            </a:lvl7pPr>
            <a:lvl8pPr indent="-292100" lvl="7" marL="3657600">
              <a:lnSpc>
                <a:spcPct val="115000"/>
              </a:lnSpc>
              <a:spcBef>
                <a:spcPts val="1000"/>
              </a:spcBef>
              <a:spcAft>
                <a:spcPts val="0"/>
              </a:spcAft>
              <a:buClr>
                <a:schemeClr val="dk1"/>
              </a:buClr>
              <a:buSzPts val="1000"/>
              <a:buChar char="○"/>
              <a:defRPr>
                <a:solidFill>
                  <a:schemeClr val="dk1"/>
                </a:solidFill>
              </a:defRPr>
            </a:lvl8pPr>
            <a:lvl9pPr indent="-292100" lvl="8" marL="4114800">
              <a:lnSpc>
                <a:spcPct val="115000"/>
              </a:lnSpc>
              <a:spcBef>
                <a:spcPts val="1000"/>
              </a:spcBef>
              <a:spcAft>
                <a:spcPts val="1000"/>
              </a:spcAft>
              <a:buClr>
                <a:schemeClr val="dk1"/>
              </a:buClr>
              <a:buSzPts val="1000"/>
              <a:buChar char="■"/>
              <a:defRPr>
                <a:solidFill>
                  <a:schemeClr val="dk1"/>
                </a:solidFill>
              </a:defRPr>
            </a:lvl9pPr>
          </a:lstStyle>
          <a:p/>
        </p:txBody>
      </p:sp>
      <p:sp>
        <p:nvSpPr>
          <p:cNvPr id="100" name="Google Shape;100;p11"/>
          <p:cNvSpPr txBox="1"/>
          <p:nvPr>
            <p:ph idx="8" type="body"/>
          </p:nvPr>
        </p:nvSpPr>
        <p:spPr>
          <a:xfrm>
            <a:off x="7237317" y="4178575"/>
            <a:ext cx="1784400" cy="830100"/>
          </a:xfrm>
          <a:prstGeom prst="rect">
            <a:avLst/>
          </a:prstGeom>
        </p:spPr>
        <p:txBody>
          <a:bodyPr anchorCtr="0" anchor="t" bIns="0" lIns="0" spcFirstLastPara="1" rIns="91425" wrap="square" tIns="0">
            <a:noAutofit/>
          </a:bodyPr>
          <a:lstStyle>
            <a:lvl1pPr indent="-292100" lvl="0" marL="457200">
              <a:lnSpc>
                <a:spcPct val="115000"/>
              </a:lnSpc>
              <a:spcBef>
                <a:spcPts val="0"/>
              </a:spcBef>
              <a:spcAft>
                <a:spcPts val="0"/>
              </a:spcAft>
              <a:buClr>
                <a:schemeClr val="dk1"/>
              </a:buClr>
              <a:buSzPts val="1000"/>
              <a:buChar char="●"/>
              <a:defRPr>
                <a:solidFill>
                  <a:schemeClr val="dk1"/>
                </a:solidFill>
              </a:defRPr>
            </a:lvl1pPr>
            <a:lvl2pPr indent="-292100" lvl="1" marL="914400">
              <a:lnSpc>
                <a:spcPct val="115000"/>
              </a:lnSpc>
              <a:spcBef>
                <a:spcPts val="1000"/>
              </a:spcBef>
              <a:spcAft>
                <a:spcPts val="0"/>
              </a:spcAft>
              <a:buClr>
                <a:schemeClr val="dk1"/>
              </a:buClr>
              <a:buSzPts val="1000"/>
              <a:buChar char="○"/>
              <a:defRPr>
                <a:solidFill>
                  <a:schemeClr val="dk1"/>
                </a:solidFill>
              </a:defRPr>
            </a:lvl2pPr>
            <a:lvl3pPr indent="-292100" lvl="2" marL="1371600">
              <a:lnSpc>
                <a:spcPct val="115000"/>
              </a:lnSpc>
              <a:spcBef>
                <a:spcPts val="1000"/>
              </a:spcBef>
              <a:spcAft>
                <a:spcPts val="0"/>
              </a:spcAft>
              <a:buClr>
                <a:schemeClr val="dk1"/>
              </a:buClr>
              <a:buSzPts val="1000"/>
              <a:buChar char="■"/>
              <a:defRPr>
                <a:solidFill>
                  <a:schemeClr val="dk1"/>
                </a:solidFill>
              </a:defRPr>
            </a:lvl3pPr>
            <a:lvl4pPr indent="-292100" lvl="3" marL="1828800">
              <a:lnSpc>
                <a:spcPct val="115000"/>
              </a:lnSpc>
              <a:spcBef>
                <a:spcPts val="1000"/>
              </a:spcBef>
              <a:spcAft>
                <a:spcPts val="0"/>
              </a:spcAft>
              <a:buClr>
                <a:schemeClr val="dk1"/>
              </a:buClr>
              <a:buSzPts val="1000"/>
              <a:buChar char="●"/>
              <a:defRPr>
                <a:solidFill>
                  <a:schemeClr val="dk1"/>
                </a:solidFill>
              </a:defRPr>
            </a:lvl4pPr>
            <a:lvl5pPr indent="-292100" lvl="4" marL="2286000">
              <a:lnSpc>
                <a:spcPct val="115000"/>
              </a:lnSpc>
              <a:spcBef>
                <a:spcPts val="1000"/>
              </a:spcBef>
              <a:spcAft>
                <a:spcPts val="0"/>
              </a:spcAft>
              <a:buClr>
                <a:schemeClr val="dk1"/>
              </a:buClr>
              <a:buSzPts val="1000"/>
              <a:buChar char="○"/>
              <a:defRPr>
                <a:solidFill>
                  <a:schemeClr val="dk1"/>
                </a:solidFill>
              </a:defRPr>
            </a:lvl5pPr>
            <a:lvl6pPr indent="-292100" lvl="5" marL="2743200">
              <a:lnSpc>
                <a:spcPct val="115000"/>
              </a:lnSpc>
              <a:spcBef>
                <a:spcPts val="1000"/>
              </a:spcBef>
              <a:spcAft>
                <a:spcPts val="0"/>
              </a:spcAft>
              <a:buClr>
                <a:schemeClr val="dk1"/>
              </a:buClr>
              <a:buSzPts val="1000"/>
              <a:buChar char="■"/>
              <a:defRPr>
                <a:solidFill>
                  <a:schemeClr val="dk1"/>
                </a:solidFill>
              </a:defRPr>
            </a:lvl6pPr>
            <a:lvl7pPr indent="-292100" lvl="6" marL="3200400">
              <a:lnSpc>
                <a:spcPct val="115000"/>
              </a:lnSpc>
              <a:spcBef>
                <a:spcPts val="1000"/>
              </a:spcBef>
              <a:spcAft>
                <a:spcPts val="0"/>
              </a:spcAft>
              <a:buClr>
                <a:schemeClr val="dk1"/>
              </a:buClr>
              <a:buSzPts val="1000"/>
              <a:buChar char="●"/>
              <a:defRPr>
                <a:solidFill>
                  <a:schemeClr val="dk1"/>
                </a:solidFill>
              </a:defRPr>
            </a:lvl7pPr>
            <a:lvl8pPr indent="-292100" lvl="7" marL="3657600">
              <a:lnSpc>
                <a:spcPct val="115000"/>
              </a:lnSpc>
              <a:spcBef>
                <a:spcPts val="1000"/>
              </a:spcBef>
              <a:spcAft>
                <a:spcPts val="0"/>
              </a:spcAft>
              <a:buClr>
                <a:schemeClr val="dk1"/>
              </a:buClr>
              <a:buSzPts val="1000"/>
              <a:buChar char="○"/>
              <a:defRPr>
                <a:solidFill>
                  <a:schemeClr val="dk1"/>
                </a:solidFill>
              </a:defRPr>
            </a:lvl8pPr>
            <a:lvl9pPr indent="-292100" lvl="8" marL="4114800">
              <a:lnSpc>
                <a:spcPct val="115000"/>
              </a:lnSpc>
              <a:spcBef>
                <a:spcPts val="1000"/>
              </a:spcBef>
              <a:spcAft>
                <a:spcPts val="1000"/>
              </a:spcAft>
              <a:buClr>
                <a:schemeClr val="dk1"/>
              </a:buClr>
              <a:buSzPts val="1000"/>
              <a:buChar char="■"/>
              <a:defRPr>
                <a:solidFill>
                  <a:schemeClr val="dk1"/>
                </a:solidFill>
              </a:defRPr>
            </a:lvl9pPr>
          </a:lstStyle>
          <a:p/>
        </p:txBody>
      </p:sp>
      <p:sp>
        <p:nvSpPr>
          <p:cNvPr id="101" name="Google Shape;101;p11"/>
          <p:cNvSpPr txBox="1"/>
          <p:nvPr>
            <p:ph idx="9" type="body"/>
          </p:nvPr>
        </p:nvSpPr>
        <p:spPr>
          <a:xfrm>
            <a:off x="7246218" y="1157300"/>
            <a:ext cx="1680000" cy="830100"/>
          </a:xfrm>
          <a:prstGeom prst="rect">
            <a:avLst/>
          </a:prstGeom>
        </p:spPr>
        <p:txBody>
          <a:bodyPr anchorCtr="0" anchor="t" bIns="0" lIns="0" spcFirstLastPara="1" rIns="91425" wrap="square" tIns="0">
            <a:noAutofit/>
          </a:bodyPr>
          <a:lstStyle>
            <a:lvl1pPr indent="-292100" lvl="0" marL="457200">
              <a:lnSpc>
                <a:spcPct val="115000"/>
              </a:lnSpc>
              <a:spcBef>
                <a:spcPts val="0"/>
              </a:spcBef>
              <a:spcAft>
                <a:spcPts val="0"/>
              </a:spcAft>
              <a:buClr>
                <a:schemeClr val="dk1"/>
              </a:buClr>
              <a:buSzPts val="1000"/>
              <a:buChar char="●"/>
              <a:defRPr>
                <a:solidFill>
                  <a:schemeClr val="dk1"/>
                </a:solidFill>
              </a:defRPr>
            </a:lvl1pPr>
            <a:lvl2pPr indent="-292100" lvl="1" marL="914400">
              <a:lnSpc>
                <a:spcPct val="115000"/>
              </a:lnSpc>
              <a:spcBef>
                <a:spcPts val="1000"/>
              </a:spcBef>
              <a:spcAft>
                <a:spcPts val="0"/>
              </a:spcAft>
              <a:buClr>
                <a:schemeClr val="dk1"/>
              </a:buClr>
              <a:buSzPts val="1000"/>
              <a:buChar char="○"/>
              <a:defRPr>
                <a:solidFill>
                  <a:schemeClr val="dk1"/>
                </a:solidFill>
              </a:defRPr>
            </a:lvl2pPr>
            <a:lvl3pPr indent="-292100" lvl="2" marL="1371600">
              <a:lnSpc>
                <a:spcPct val="115000"/>
              </a:lnSpc>
              <a:spcBef>
                <a:spcPts val="1000"/>
              </a:spcBef>
              <a:spcAft>
                <a:spcPts val="0"/>
              </a:spcAft>
              <a:buClr>
                <a:schemeClr val="dk1"/>
              </a:buClr>
              <a:buSzPts val="1000"/>
              <a:buChar char="■"/>
              <a:defRPr>
                <a:solidFill>
                  <a:schemeClr val="dk1"/>
                </a:solidFill>
              </a:defRPr>
            </a:lvl3pPr>
            <a:lvl4pPr indent="-292100" lvl="3" marL="1828800">
              <a:lnSpc>
                <a:spcPct val="115000"/>
              </a:lnSpc>
              <a:spcBef>
                <a:spcPts val="1000"/>
              </a:spcBef>
              <a:spcAft>
                <a:spcPts val="0"/>
              </a:spcAft>
              <a:buClr>
                <a:schemeClr val="dk1"/>
              </a:buClr>
              <a:buSzPts val="1000"/>
              <a:buChar char="●"/>
              <a:defRPr>
                <a:solidFill>
                  <a:schemeClr val="dk1"/>
                </a:solidFill>
              </a:defRPr>
            </a:lvl4pPr>
            <a:lvl5pPr indent="-292100" lvl="4" marL="2286000">
              <a:lnSpc>
                <a:spcPct val="115000"/>
              </a:lnSpc>
              <a:spcBef>
                <a:spcPts val="1000"/>
              </a:spcBef>
              <a:spcAft>
                <a:spcPts val="0"/>
              </a:spcAft>
              <a:buClr>
                <a:schemeClr val="dk1"/>
              </a:buClr>
              <a:buSzPts val="1000"/>
              <a:buChar char="○"/>
              <a:defRPr>
                <a:solidFill>
                  <a:schemeClr val="dk1"/>
                </a:solidFill>
              </a:defRPr>
            </a:lvl5pPr>
            <a:lvl6pPr indent="-292100" lvl="5" marL="2743200">
              <a:lnSpc>
                <a:spcPct val="115000"/>
              </a:lnSpc>
              <a:spcBef>
                <a:spcPts val="1000"/>
              </a:spcBef>
              <a:spcAft>
                <a:spcPts val="0"/>
              </a:spcAft>
              <a:buClr>
                <a:schemeClr val="dk1"/>
              </a:buClr>
              <a:buSzPts val="1000"/>
              <a:buChar char="■"/>
              <a:defRPr>
                <a:solidFill>
                  <a:schemeClr val="dk1"/>
                </a:solidFill>
              </a:defRPr>
            </a:lvl6pPr>
            <a:lvl7pPr indent="-292100" lvl="6" marL="3200400">
              <a:lnSpc>
                <a:spcPct val="115000"/>
              </a:lnSpc>
              <a:spcBef>
                <a:spcPts val="1000"/>
              </a:spcBef>
              <a:spcAft>
                <a:spcPts val="0"/>
              </a:spcAft>
              <a:buClr>
                <a:schemeClr val="dk1"/>
              </a:buClr>
              <a:buSzPts val="1000"/>
              <a:buChar char="●"/>
              <a:defRPr>
                <a:solidFill>
                  <a:schemeClr val="dk1"/>
                </a:solidFill>
              </a:defRPr>
            </a:lvl7pPr>
            <a:lvl8pPr indent="-292100" lvl="7" marL="3657600">
              <a:lnSpc>
                <a:spcPct val="115000"/>
              </a:lnSpc>
              <a:spcBef>
                <a:spcPts val="1000"/>
              </a:spcBef>
              <a:spcAft>
                <a:spcPts val="0"/>
              </a:spcAft>
              <a:buClr>
                <a:schemeClr val="dk1"/>
              </a:buClr>
              <a:buSzPts val="1000"/>
              <a:buChar char="○"/>
              <a:defRPr>
                <a:solidFill>
                  <a:schemeClr val="dk1"/>
                </a:solidFill>
              </a:defRPr>
            </a:lvl8pPr>
            <a:lvl9pPr indent="-292100" lvl="8" marL="4114800">
              <a:lnSpc>
                <a:spcPct val="115000"/>
              </a:lnSpc>
              <a:spcBef>
                <a:spcPts val="1000"/>
              </a:spcBef>
              <a:spcAft>
                <a:spcPts val="1000"/>
              </a:spcAft>
              <a:buClr>
                <a:schemeClr val="dk1"/>
              </a:buClr>
              <a:buSzPts val="1000"/>
              <a:buChar char="■"/>
              <a:defRPr>
                <a:solidFill>
                  <a:schemeClr val="dk1"/>
                </a:solidFill>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4">
  <p:cSld name="CUSTOM_15">
    <p:bg>
      <p:bgPr>
        <a:solidFill>
          <a:schemeClr val="lt1"/>
        </a:solidFill>
      </p:bgPr>
    </p:bg>
    <p:spTree>
      <p:nvGrpSpPr>
        <p:cNvPr id="102" name="Shape 102"/>
        <p:cNvGrpSpPr/>
        <p:nvPr/>
      </p:nvGrpSpPr>
      <p:grpSpPr>
        <a:xfrm>
          <a:off x="0" y="0"/>
          <a:ext cx="0" cy="0"/>
          <a:chOff x="0" y="0"/>
          <a:chExt cx="0" cy="0"/>
        </a:xfrm>
      </p:grpSpPr>
      <p:pic>
        <p:nvPicPr>
          <p:cNvPr id="103" name="Google Shape;103;p12"/>
          <p:cNvPicPr preferRelativeResize="0"/>
          <p:nvPr/>
        </p:nvPicPr>
        <p:blipFill rotWithShape="1">
          <a:blip r:embed="rId2">
            <a:alphaModFix amt="10000"/>
          </a:blip>
          <a:srcRect b="0" l="789" r="12433" t="0"/>
          <a:stretch/>
        </p:blipFill>
        <p:spPr>
          <a:xfrm>
            <a:off x="0" y="-125"/>
            <a:ext cx="6696900" cy="5143500"/>
          </a:xfrm>
          <a:prstGeom prst="snip1Rect">
            <a:avLst>
              <a:gd fmla="val 16667" name="adj"/>
            </a:avLst>
          </a:prstGeom>
          <a:noFill/>
          <a:ln>
            <a:noFill/>
          </a:ln>
        </p:spPr>
      </p:pic>
      <p:sp>
        <p:nvSpPr>
          <p:cNvPr id="104" name="Google Shape;104;p12"/>
          <p:cNvSpPr txBox="1"/>
          <p:nvPr>
            <p:ph type="title"/>
          </p:nvPr>
        </p:nvSpPr>
        <p:spPr>
          <a:xfrm>
            <a:off x="705550" y="3934350"/>
            <a:ext cx="2247900" cy="923400"/>
          </a:xfrm>
          <a:prstGeom prst="rect">
            <a:avLst/>
          </a:prstGeom>
        </p:spPr>
        <p:txBody>
          <a:bodyPr anchorCtr="0" anchor="t" bIns="0" lIns="0" spcFirstLastPara="1" rIns="0" wrap="square" tIns="0">
            <a:noAutofit/>
          </a:bodyPr>
          <a:lstStyle>
            <a:lvl1pPr lvl="0">
              <a:spcBef>
                <a:spcPts val="0"/>
              </a:spcBef>
              <a:spcAft>
                <a:spcPts val="0"/>
              </a:spcAft>
              <a:buClr>
                <a:schemeClr val="accent6"/>
              </a:buClr>
              <a:buSzPts val="14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9pPr>
          </a:lstStyle>
          <a:p/>
        </p:txBody>
      </p:sp>
      <p:sp>
        <p:nvSpPr>
          <p:cNvPr id="105" name="Google Shape;105;p12"/>
          <p:cNvSpPr txBox="1"/>
          <p:nvPr>
            <p:ph idx="2" type="title"/>
          </p:nvPr>
        </p:nvSpPr>
        <p:spPr>
          <a:xfrm>
            <a:off x="705550" y="2635250"/>
            <a:ext cx="2247900" cy="923400"/>
          </a:xfrm>
          <a:prstGeom prst="rect">
            <a:avLst/>
          </a:prstGeom>
        </p:spPr>
        <p:txBody>
          <a:bodyPr anchorCtr="0" anchor="t" bIns="0" lIns="0" spcFirstLastPara="1" rIns="0" wrap="square" tIns="0">
            <a:noAutofit/>
          </a:bodyPr>
          <a:lstStyle>
            <a:lvl1pPr lvl="0">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9pPr>
          </a:lstStyle>
          <a:p/>
        </p:txBody>
      </p:sp>
      <p:sp>
        <p:nvSpPr>
          <p:cNvPr id="106" name="Google Shape;106;p12"/>
          <p:cNvSpPr txBox="1"/>
          <p:nvPr>
            <p:ph idx="3" type="title"/>
          </p:nvPr>
        </p:nvSpPr>
        <p:spPr>
          <a:xfrm>
            <a:off x="3461750" y="3934350"/>
            <a:ext cx="2247900" cy="923400"/>
          </a:xfrm>
          <a:prstGeom prst="rect">
            <a:avLst/>
          </a:prstGeom>
        </p:spPr>
        <p:txBody>
          <a:bodyPr anchorCtr="0" anchor="t" bIns="0" lIns="0" spcFirstLastPara="1" rIns="0" wrap="square" tIns="0">
            <a:noAutofit/>
          </a:bodyPr>
          <a:lstStyle>
            <a:lvl1pPr lvl="0">
              <a:spcBef>
                <a:spcPts val="0"/>
              </a:spcBef>
              <a:spcAft>
                <a:spcPts val="0"/>
              </a:spcAft>
              <a:buClr>
                <a:schemeClr val="accent6"/>
              </a:buClr>
              <a:buSzPts val="14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9pPr>
          </a:lstStyle>
          <a:p/>
        </p:txBody>
      </p:sp>
      <p:sp>
        <p:nvSpPr>
          <p:cNvPr id="107" name="Google Shape;107;p12"/>
          <p:cNvSpPr txBox="1"/>
          <p:nvPr>
            <p:ph idx="4" type="title"/>
          </p:nvPr>
        </p:nvSpPr>
        <p:spPr>
          <a:xfrm>
            <a:off x="3461750" y="2635250"/>
            <a:ext cx="2247900" cy="923400"/>
          </a:xfrm>
          <a:prstGeom prst="rect">
            <a:avLst/>
          </a:prstGeom>
        </p:spPr>
        <p:txBody>
          <a:bodyPr anchorCtr="0" anchor="t" bIns="0" lIns="0" spcFirstLastPara="1" rIns="0" wrap="square" tIns="0">
            <a:noAutofit/>
          </a:bodyPr>
          <a:lstStyle>
            <a:lvl1pPr lvl="0">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9pPr>
          </a:lstStyle>
          <a:p/>
        </p:txBody>
      </p:sp>
      <p:sp>
        <p:nvSpPr>
          <p:cNvPr id="108" name="Google Shape;108;p12"/>
          <p:cNvSpPr txBox="1"/>
          <p:nvPr>
            <p:ph idx="5" type="title"/>
          </p:nvPr>
        </p:nvSpPr>
        <p:spPr>
          <a:xfrm>
            <a:off x="6219150" y="3934350"/>
            <a:ext cx="2247900" cy="923400"/>
          </a:xfrm>
          <a:prstGeom prst="rect">
            <a:avLst/>
          </a:prstGeom>
        </p:spPr>
        <p:txBody>
          <a:bodyPr anchorCtr="0" anchor="t" bIns="0" lIns="0" spcFirstLastPara="1" rIns="0" wrap="square" tIns="0">
            <a:noAutofit/>
          </a:bodyPr>
          <a:lstStyle>
            <a:lvl1pPr lvl="0">
              <a:spcBef>
                <a:spcPts val="0"/>
              </a:spcBef>
              <a:spcAft>
                <a:spcPts val="0"/>
              </a:spcAft>
              <a:buClr>
                <a:schemeClr val="accent6"/>
              </a:buClr>
              <a:buSzPts val="14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9pPr>
          </a:lstStyle>
          <a:p/>
        </p:txBody>
      </p:sp>
      <p:sp>
        <p:nvSpPr>
          <p:cNvPr id="109" name="Google Shape;109;p12"/>
          <p:cNvSpPr txBox="1"/>
          <p:nvPr>
            <p:ph idx="6" type="title"/>
          </p:nvPr>
        </p:nvSpPr>
        <p:spPr>
          <a:xfrm>
            <a:off x="6219150" y="2635250"/>
            <a:ext cx="2247900" cy="923400"/>
          </a:xfrm>
          <a:prstGeom prst="rect">
            <a:avLst/>
          </a:prstGeom>
        </p:spPr>
        <p:txBody>
          <a:bodyPr anchorCtr="0" anchor="t" bIns="0" lIns="0" spcFirstLastPara="1" rIns="0" wrap="square" tIns="0">
            <a:noAutofit/>
          </a:bodyPr>
          <a:lstStyle>
            <a:lvl1pPr lvl="0">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9pPr>
          </a:lstStyle>
          <a:p/>
        </p:txBody>
      </p:sp>
      <p:sp>
        <p:nvSpPr>
          <p:cNvPr id="110" name="Google Shape;110;p12"/>
          <p:cNvSpPr txBox="1"/>
          <p:nvPr>
            <p:ph idx="7" type="title"/>
          </p:nvPr>
        </p:nvSpPr>
        <p:spPr>
          <a:xfrm>
            <a:off x="430209" y="907725"/>
            <a:ext cx="6815400" cy="10389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accent6"/>
              </a:buClr>
              <a:buSzPts val="3700"/>
              <a:buNone/>
              <a:defRPr sz="3700">
                <a:solidFill>
                  <a:schemeClr val="accent6"/>
                </a:solidFill>
              </a:defRPr>
            </a:lvl1pPr>
            <a:lvl2pPr lvl="1">
              <a:spcBef>
                <a:spcPts val="0"/>
              </a:spcBef>
              <a:spcAft>
                <a:spcPts val="0"/>
              </a:spcAft>
              <a:buClr>
                <a:schemeClr val="accent6"/>
              </a:buClr>
              <a:buSzPts val="4800"/>
              <a:buNone/>
              <a:defRPr b="1" sz="4800">
                <a:solidFill>
                  <a:schemeClr val="accent6"/>
                </a:solidFill>
                <a:latin typeface="Quantico"/>
                <a:ea typeface="Quantico"/>
                <a:cs typeface="Quantico"/>
                <a:sym typeface="Quantico"/>
              </a:defRPr>
            </a:lvl2pPr>
            <a:lvl3pPr lvl="2">
              <a:spcBef>
                <a:spcPts val="0"/>
              </a:spcBef>
              <a:spcAft>
                <a:spcPts val="0"/>
              </a:spcAft>
              <a:buClr>
                <a:schemeClr val="accent6"/>
              </a:buClr>
              <a:buSzPts val="4800"/>
              <a:buNone/>
              <a:defRPr b="1" sz="4800">
                <a:solidFill>
                  <a:schemeClr val="accent6"/>
                </a:solidFill>
                <a:latin typeface="Quantico"/>
                <a:ea typeface="Quantico"/>
                <a:cs typeface="Quantico"/>
                <a:sym typeface="Quantico"/>
              </a:defRPr>
            </a:lvl3pPr>
            <a:lvl4pPr lvl="3">
              <a:spcBef>
                <a:spcPts val="0"/>
              </a:spcBef>
              <a:spcAft>
                <a:spcPts val="0"/>
              </a:spcAft>
              <a:buClr>
                <a:schemeClr val="accent6"/>
              </a:buClr>
              <a:buSzPts val="4800"/>
              <a:buNone/>
              <a:defRPr b="1" sz="4800">
                <a:solidFill>
                  <a:schemeClr val="accent6"/>
                </a:solidFill>
                <a:latin typeface="Quantico"/>
                <a:ea typeface="Quantico"/>
                <a:cs typeface="Quantico"/>
                <a:sym typeface="Quantico"/>
              </a:defRPr>
            </a:lvl4pPr>
            <a:lvl5pPr lvl="4">
              <a:spcBef>
                <a:spcPts val="0"/>
              </a:spcBef>
              <a:spcAft>
                <a:spcPts val="0"/>
              </a:spcAft>
              <a:buClr>
                <a:schemeClr val="accent6"/>
              </a:buClr>
              <a:buSzPts val="4800"/>
              <a:buNone/>
              <a:defRPr b="1" sz="4800">
                <a:solidFill>
                  <a:schemeClr val="accent6"/>
                </a:solidFill>
                <a:latin typeface="Quantico"/>
                <a:ea typeface="Quantico"/>
                <a:cs typeface="Quantico"/>
                <a:sym typeface="Quantico"/>
              </a:defRPr>
            </a:lvl5pPr>
            <a:lvl6pPr lvl="5">
              <a:spcBef>
                <a:spcPts val="0"/>
              </a:spcBef>
              <a:spcAft>
                <a:spcPts val="0"/>
              </a:spcAft>
              <a:buClr>
                <a:schemeClr val="accent6"/>
              </a:buClr>
              <a:buSzPts val="4800"/>
              <a:buNone/>
              <a:defRPr b="1" sz="4800">
                <a:solidFill>
                  <a:schemeClr val="accent6"/>
                </a:solidFill>
                <a:latin typeface="Quantico"/>
                <a:ea typeface="Quantico"/>
                <a:cs typeface="Quantico"/>
                <a:sym typeface="Quantico"/>
              </a:defRPr>
            </a:lvl6pPr>
            <a:lvl7pPr lvl="6">
              <a:spcBef>
                <a:spcPts val="0"/>
              </a:spcBef>
              <a:spcAft>
                <a:spcPts val="0"/>
              </a:spcAft>
              <a:buClr>
                <a:schemeClr val="accent6"/>
              </a:buClr>
              <a:buSzPts val="4800"/>
              <a:buNone/>
              <a:defRPr b="1" sz="4800">
                <a:solidFill>
                  <a:schemeClr val="accent6"/>
                </a:solidFill>
                <a:latin typeface="Quantico"/>
                <a:ea typeface="Quantico"/>
                <a:cs typeface="Quantico"/>
                <a:sym typeface="Quantico"/>
              </a:defRPr>
            </a:lvl7pPr>
            <a:lvl8pPr lvl="7">
              <a:spcBef>
                <a:spcPts val="0"/>
              </a:spcBef>
              <a:spcAft>
                <a:spcPts val="0"/>
              </a:spcAft>
              <a:buClr>
                <a:schemeClr val="accent6"/>
              </a:buClr>
              <a:buSzPts val="4800"/>
              <a:buNone/>
              <a:defRPr b="1" sz="4800">
                <a:solidFill>
                  <a:schemeClr val="accent6"/>
                </a:solidFill>
                <a:latin typeface="Quantico"/>
                <a:ea typeface="Quantico"/>
                <a:cs typeface="Quantico"/>
                <a:sym typeface="Quantico"/>
              </a:defRPr>
            </a:lvl8pPr>
            <a:lvl9pPr lvl="8">
              <a:spcBef>
                <a:spcPts val="0"/>
              </a:spcBef>
              <a:spcAft>
                <a:spcPts val="0"/>
              </a:spcAft>
              <a:buClr>
                <a:schemeClr val="accent6"/>
              </a:buClr>
              <a:buSzPts val="4800"/>
              <a:buNone/>
              <a:defRPr b="1" sz="4800">
                <a:solidFill>
                  <a:schemeClr val="accent6"/>
                </a:solidFill>
                <a:latin typeface="Quantico"/>
                <a:ea typeface="Quantico"/>
                <a:cs typeface="Quantico"/>
                <a:sym typeface="Quantico"/>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9 ">
  <p:cSld name="BLANK_1_1_1_1_1_1_1_1_1_1_1_1_1_1_1_1_1_1_1">
    <p:spTree>
      <p:nvGrpSpPr>
        <p:cNvPr id="111" name="Shape 111"/>
        <p:cNvGrpSpPr/>
        <p:nvPr/>
      </p:nvGrpSpPr>
      <p:grpSpPr>
        <a:xfrm>
          <a:off x="0" y="0"/>
          <a:ext cx="0" cy="0"/>
          <a:chOff x="0" y="0"/>
          <a:chExt cx="0" cy="0"/>
        </a:xfrm>
      </p:grpSpPr>
      <p:sp>
        <p:nvSpPr>
          <p:cNvPr id="112" name="Google Shape;112;p13"/>
          <p:cNvSpPr/>
          <p:nvPr/>
        </p:nvSpPr>
        <p:spPr>
          <a:xfrm>
            <a:off x="3400700" y="0"/>
            <a:ext cx="5742900" cy="1427100"/>
          </a:xfrm>
          <a:prstGeom prst="snip1Rect">
            <a:avLst>
              <a:gd fmla="val 27405"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13" name="Google Shape;113;p13"/>
          <p:cNvSpPr txBox="1"/>
          <p:nvPr>
            <p:ph idx="1" type="subTitle"/>
          </p:nvPr>
        </p:nvSpPr>
        <p:spPr>
          <a:xfrm>
            <a:off x="3718425" y="402000"/>
            <a:ext cx="1459500" cy="12519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400"/>
              <a:buFont typeface="Quantico"/>
              <a:buNone/>
              <a:defRPr sz="1400">
                <a:solidFill>
                  <a:schemeClr val="accent6"/>
                </a:solidFill>
                <a:latin typeface="Quantico"/>
                <a:ea typeface="Quantico"/>
                <a:cs typeface="Quantico"/>
                <a:sym typeface="Quantico"/>
              </a:defRPr>
            </a:lvl9pPr>
          </a:lstStyle>
          <a:p/>
        </p:txBody>
      </p:sp>
      <p:sp>
        <p:nvSpPr>
          <p:cNvPr id="114" name="Google Shape;114;p13"/>
          <p:cNvSpPr/>
          <p:nvPr/>
        </p:nvSpPr>
        <p:spPr>
          <a:xfrm>
            <a:off x="3400700" y="1427100"/>
            <a:ext cx="5742900" cy="1790400"/>
          </a:xfrm>
          <a:prstGeom prst="snip1Rect">
            <a:avLst>
              <a:gd fmla="val 2378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15" name="Google Shape;115;p13"/>
          <p:cNvSpPr/>
          <p:nvPr/>
        </p:nvSpPr>
        <p:spPr>
          <a:xfrm>
            <a:off x="3400700" y="3217500"/>
            <a:ext cx="5742900" cy="1924500"/>
          </a:xfrm>
          <a:prstGeom prst="snip1Rect">
            <a:avLst>
              <a:gd fmla="val 22192"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16" name="Google Shape;116;p13"/>
          <p:cNvSpPr txBox="1"/>
          <p:nvPr>
            <p:ph idx="2" type="subTitle"/>
          </p:nvPr>
        </p:nvSpPr>
        <p:spPr>
          <a:xfrm>
            <a:off x="4249525" y="402000"/>
            <a:ext cx="4315800" cy="7455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accent6"/>
              </a:buClr>
              <a:buSzPts val="1000"/>
              <a:buFont typeface="Lato"/>
              <a:buNone/>
              <a:defRPr>
                <a:solidFill>
                  <a:schemeClr val="accent6"/>
                </a:solidFill>
              </a:defRPr>
            </a:lvl1pPr>
            <a:lvl2pPr lvl="1">
              <a:lnSpc>
                <a:spcPct val="115000"/>
              </a:lnSpc>
              <a:spcBef>
                <a:spcPts val="1000"/>
              </a:spcBef>
              <a:spcAft>
                <a:spcPts val="0"/>
              </a:spcAft>
              <a:buClr>
                <a:schemeClr val="accent6"/>
              </a:buClr>
              <a:buSzPts val="1000"/>
              <a:buFont typeface="Lato"/>
              <a:buNone/>
              <a:defRPr>
                <a:solidFill>
                  <a:schemeClr val="accent6"/>
                </a:solidFill>
              </a:defRPr>
            </a:lvl2pPr>
            <a:lvl3pPr lvl="2">
              <a:lnSpc>
                <a:spcPct val="115000"/>
              </a:lnSpc>
              <a:spcBef>
                <a:spcPts val="1000"/>
              </a:spcBef>
              <a:spcAft>
                <a:spcPts val="0"/>
              </a:spcAft>
              <a:buClr>
                <a:schemeClr val="accent6"/>
              </a:buClr>
              <a:buSzPts val="1000"/>
              <a:buFont typeface="Lato"/>
              <a:buNone/>
              <a:defRPr>
                <a:solidFill>
                  <a:schemeClr val="accent6"/>
                </a:solidFill>
              </a:defRPr>
            </a:lvl3pPr>
            <a:lvl4pPr lvl="3">
              <a:lnSpc>
                <a:spcPct val="115000"/>
              </a:lnSpc>
              <a:spcBef>
                <a:spcPts val="1000"/>
              </a:spcBef>
              <a:spcAft>
                <a:spcPts val="0"/>
              </a:spcAft>
              <a:buClr>
                <a:schemeClr val="accent6"/>
              </a:buClr>
              <a:buSzPts val="1000"/>
              <a:buFont typeface="Lato"/>
              <a:buNone/>
              <a:defRPr>
                <a:solidFill>
                  <a:schemeClr val="accent6"/>
                </a:solidFill>
              </a:defRPr>
            </a:lvl4pPr>
            <a:lvl5pPr lvl="4">
              <a:lnSpc>
                <a:spcPct val="115000"/>
              </a:lnSpc>
              <a:spcBef>
                <a:spcPts val="1000"/>
              </a:spcBef>
              <a:spcAft>
                <a:spcPts val="0"/>
              </a:spcAft>
              <a:buClr>
                <a:schemeClr val="accent6"/>
              </a:buClr>
              <a:buSzPts val="1000"/>
              <a:buFont typeface="Lato"/>
              <a:buNone/>
              <a:defRPr>
                <a:solidFill>
                  <a:schemeClr val="accent6"/>
                </a:solidFill>
              </a:defRPr>
            </a:lvl5pPr>
            <a:lvl6pPr lvl="5">
              <a:lnSpc>
                <a:spcPct val="115000"/>
              </a:lnSpc>
              <a:spcBef>
                <a:spcPts val="1000"/>
              </a:spcBef>
              <a:spcAft>
                <a:spcPts val="0"/>
              </a:spcAft>
              <a:buClr>
                <a:schemeClr val="accent6"/>
              </a:buClr>
              <a:buSzPts val="1000"/>
              <a:buFont typeface="Lato"/>
              <a:buNone/>
              <a:defRPr>
                <a:solidFill>
                  <a:schemeClr val="accent6"/>
                </a:solidFill>
              </a:defRPr>
            </a:lvl6pPr>
            <a:lvl7pPr lvl="6">
              <a:lnSpc>
                <a:spcPct val="115000"/>
              </a:lnSpc>
              <a:spcBef>
                <a:spcPts val="1000"/>
              </a:spcBef>
              <a:spcAft>
                <a:spcPts val="0"/>
              </a:spcAft>
              <a:buClr>
                <a:schemeClr val="accent6"/>
              </a:buClr>
              <a:buSzPts val="1000"/>
              <a:buFont typeface="Lato"/>
              <a:buNone/>
              <a:defRPr>
                <a:solidFill>
                  <a:schemeClr val="accent6"/>
                </a:solidFill>
              </a:defRPr>
            </a:lvl7pPr>
            <a:lvl8pPr lvl="7">
              <a:lnSpc>
                <a:spcPct val="115000"/>
              </a:lnSpc>
              <a:spcBef>
                <a:spcPts val="1000"/>
              </a:spcBef>
              <a:spcAft>
                <a:spcPts val="0"/>
              </a:spcAft>
              <a:buClr>
                <a:schemeClr val="accent6"/>
              </a:buClr>
              <a:buSzPts val="1000"/>
              <a:buFont typeface="Lato"/>
              <a:buNone/>
              <a:defRPr>
                <a:solidFill>
                  <a:schemeClr val="accent6"/>
                </a:solidFill>
              </a:defRPr>
            </a:lvl8pPr>
            <a:lvl9pPr lvl="8">
              <a:lnSpc>
                <a:spcPct val="115000"/>
              </a:lnSpc>
              <a:spcBef>
                <a:spcPts val="1000"/>
              </a:spcBef>
              <a:spcAft>
                <a:spcPts val="1000"/>
              </a:spcAft>
              <a:buClr>
                <a:schemeClr val="accent6"/>
              </a:buClr>
              <a:buSzPts val="1000"/>
              <a:buFont typeface="Lato"/>
              <a:buNone/>
              <a:defRPr>
                <a:solidFill>
                  <a:schemeClr val="accent6"/>
                </a:solidFill>
              </a:defRPr>
            </a:lvl9pPr>
          </a:lstStyle>
          <a:p/>
        </p:txBody>
      </p:sp>
      <p:sp>
        <p:nvSpPr>
          <p:cNvPr id="117" name="Google Shape;117;p13"/>
          <p:cNvSpPr txBox="1"/>
          <p:nvPr>
            <p:ph idx="3" type="subTitle"/>
          </p:nvPr>
        </p:nvSpPr>
        <p:spPr>
          <a:xfrm>
            <a:off x="3718425" y="1696338"/>
            <a:ext cx="1459500" cy="12519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400"/>
              <a:buFont typeface="Quantico"/>
              <a:buNone/>
              <a:defRPr sz="1400">
                <a:solidFill>
                  <a:schemeClr val="accent6"/>
                </a:solidFill>
                <a:latin typeface="Quantico"/>
                <a:ea typeface="Quantico"/>
                <a:cs typeface="Quantico"/>
                <a:sym typeface="Quantico"/>
              </a:defRPr>
            </a:lvl9pPr>
          </a:lstStyle>
          <a:p/>
        </p:txBody>
      </p:sp>
      <p:sp>
        <p:nvSpPr>
          <p:cNvPr id="118" name="Google Shape;118;p13"/>
          <p:cNvSpPr txBox="1"/>
          <p:nvPr>
            <p:ph idx="4" type="subTitle"/>
          </p:nvPr>
        </p:nvSpPr>
        <p:spPr>
          <a:xfrm>
            <a:off x="4249525" y="1696338"/>
            <a:ext cx="1868400" cy="1251900"/>
          </a:xfrm>
          <a:prstGeom prst="rect">
            <a:avLst/>
          </a:prstGeom>
        </p:spPr>
        <p:txBody>
          <a:bodyPr anchorCtr="0" anchor="t" bIns="0" lIns="0" spcFirstLastPara="1" rIns="91425" wrap="square" tIns="0">
            <a:noAutofit/>
          </a:bodyPr>
          <a:lstStyle>
            <a:lvl1pPr lvl="0">
              <a:lnSpc>
                <a:spcPct val="130000"/>
              </a:lnSpc>
              <a:spcBef>
                <a:spcPts val="0"/>
              </a:spcBef>
              <a:spcAft>
                <a:spcPts val="0"/>
              </a:spcAft>
              <a:buClr>
                <a:schemeClr val="accent6"/>
              </a:buClr>
              <a:buSzPts val="1000"/>
              <a:buFont typeface="Lato"/>
              <a:buNone/>
              <a:defRPr>
                <a:solidFill>
                  <a:schemeClr val="accent6"/>
                </a:solidFill>
              </a:defRPr>
            </a:lvl1pPr>
            <a:lvl2pPr lvl="1">
              <a:lnSpc>
                <a:spcPct val="130000"/>
              </a:lnSpc>
              <a:spcBef>
                <a:spcPts val="0"/>
              </a:spcBef>
              <a:spcAft>
                <a:spcPts val="0"/>
              </a:spcAft>
              <a:buClr>
                <a:schemeClr val="accent6"/>
              </a:buClr>
              <a:buSzPts val="1000"/>
              <a:buFont typeface="Lato"/>
              <a:buNone/>
              <a:defRPr>
                <a:solidFill>
                  <a:schemeClr val="accent6"/>
                </a:solidFill>
              </a:defRPr>
            </a:lvl2pPr>
            <a:lvl3pPr lvl="2">
              <a:lnSpc>
                <a:spcPct val="130000"/>
              </a:lnSpc>
              <a:spcBef>
                <a:spcPts val="0"/>
              </a:spcBef>
              <a:spcAft>
                <a:spcPts val="0"/>
              </a:spcAft>
              <a:buClr>
                <a:schemeClr val="accent6"/>
              </a:buClr>
              <a:buSzPts val="1000"/>
              <a:buFont typeface="Lato"/>
              <a:buNone/>
              <a:defRPr>
                <a:solidFill>
                  <a:schemeClr val="accent6"/>
                </a:solidFill>
              </a:defRPr>
            </a:lvl3pPr>
            <a:lvl4pPr lvl="3">
              <a:lnSpc>
                <a:spcPct val="130000"/>
              </a:lnSpc>
              <a:spcBef>
                <a:spcPts val="0"/>
              </a:spcBef>
              <a:spcAft>
                <a:spcPts val="0"/>
              </a:spcAft>
              <a:buClr>
                <a:schemeClr val="accent6"/>
              </a:buClr>
              <a:buSzPts val="1000"/>
              <a:buFont typeface="Lato"/>
              <a:buNone/>
              <a:defRPr>
                <a:solidFill>
                  <a:schemeClr val="accent6"/>
                </a:solidFill>
              </a:defRPr>
            </a:lvl4pPr>
            <a:lvl5pPr lvl="4">
              <a:lnSpc>
                <a:spcPct val="130000"/>
              </a:lnSpc>
              <a:spcBef>
                <a:spcPts val="0"/>
              </a:spcBef>
              <a:spcAft>
                <a:spcPts val="0"/>
              </a:spcAft>
              <a:buClr>
                <a:schemeClr val="accent6"/>
              </a:buClr>
              <a:buSzPts val="1000"/>
              <a:buFont typeface="Lato"/>
              <a:buNone/>
              <a:defRPr>
                <a:solidFill>
                  <a:schemeClr val="accent6"/>
                </a:solidFill>
              </a:defRPr>
            </a:lvl5pPr>
            <a:lvl6pPr lvl="5">
              <a:lnSpc>
                <a:spcPct val="130000"/>
              </a:lnSpc>
              <a:spcBef>
                <a:spcPts val="0"/>
              </a:spcBef>
              <a:spcAft>
                <a:spcPts val="0"/>
              </a:spcAft>
              <a:buClr>
                <a:schemeClr val="accent6"/>
              </a:buClr>
              <a:buSzPts val="1000"/>
              <a:buFont typeface="Lato"/>
              <a:buNone/>
              <a:defRPr>
                <a:solidFill>
                  <a:schemeClr val="accent6"/>
                </a:solidFill>
              </a:defRPr>
            </a:lvl6pPr>
            <a:lvl7pPr lvl="6">
              <a:lnSpc>
                <a:spcPct val="130000"/>
              </a:lnSpc>
              <a:spcBef>
                <a:spcPts val="0"/>
              </a:spcBef>
              <a:spcAft>
                <a:spcPts val="0"/>
              </a:spcAft>
              <a:buClr>
                <a:schemeClr val="accent6"/>
              </a:buClr>
              <a:buSzPts val="1000"/>
              <a:buFont typeface="Lato"/>
              <a:buNone/>
              <a:defRPr>
                <a:solidFill>
                  <a:schemeClr val="accent6"/>
                </a:solidFill>
              </a:defRPr>
            </a:lvl7pPr>
            <a:lvl8pPr lvl="7">
              <a:lnSpc>
                <a:spcPct val="130000"/>
              </a:lnSpc>
              <a:spcBef>
                <a:spcPts val="0"/>
              </a:spcBef>
              <a:spcAft>
                <a:spcPts val="0"/>
              </a:spcAft>
              <a:buClr>
                <a:schemeClr val="accent6"/>
              </a:buClr>
              <a:buSzPts val="1000"/>
              <a:buFont typeface="Lato"/>
              <a:buNone/>
              <a:defRPr>
                <a:solidFill>
                  <a:schemeClr val="accent6"/>
                </a:solidFill>
              </a:defRPr>
            </a:lvl8pPr>
            <a:lvl9pPr lvl="8">
              <a:lnSpc>
                <a:spcPct val="130000"/>
              </a:lnSpc>
              <a:spcBef>
                <a:spcPts val="0"/>
              </a:spcBef>
              <a:spcAft>
                <a:spcPts val="0"/>
              </a:spcAft>
              <a:buClr>
                <a:schemeClr val="accent6"/>
              </a:buClr>
              <a:buSzPts val="1000"/>
              <a:buFont typeface="Lato"/>
              <a:buNone/>
              <a:defRPr>
                <a:solidFill>
                  <a:schemeClr val="accent6"/>
                </a:solidFill>
              </a:defRPr>
            </a:lvl9pPr>
          </a:lstStyle>
          <a:p/>
        </p:txBody>
      </p:sp>
      <p:sp>
        <p:nvSpPr>
          <p:cNvPr id="119" name="Google Shape;119;p13"/>
          <p:cNvSpPr txBox="1"/>
          <p:nvPr>
            <p:ph type="title"/>
          </p:nvPr>
        </p:nvSpPr>
        <p:spPr>
          <a:xfrm>
            <a:off x="556500" y="531900"/>
            <a:ext cx="2714700" cy="10392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3000"/>
              <a:buNone/>
              <a:defRPr sz="2400"/>
            </a:lvl1pPr>
            <a:lvl2pPr lvl="1">
              <a:lnSpc>
                <a:spcPct val="90000"/>
              </a:lnSpc>
              <a:spcBef>
                <a:spcPts val="0"/>
              </a:spcBef>
              <a:spcAft>
                <a:spcPts val="0"/>
              </a:spcAft>
              <a:buClr>
                <a:schemeClr val="dk1"/>
              </a:buClr>
              <a:buSzPts val="3000"/>
              <a:buNone/>
              <a:defRPr sz="2400">
                <a:latin typeface="Quantico"/>
                <a:ea typeface="Quantico"/>
                <a:cs typeface="Quantico"/>
                <a:sym typeface="Quantico"/>
              </a:defRPr>
            </a:lvl2pPr>
            <a:lvl3pPr lvl="2">
              <a:lnSpc>
                <a:spcPct val="90000"/>
              </a:lnSpc>
              <a:spcBef>
                <a:spcPts val="0"/>
              </a:spcBef>
              <a:spcAft>
                <a:spcPts val="0"/>
              </a:spcAft>
              <a:buClr>
                <a:schemeClr val="dk1"/>
              </a:buClr>
              <a:buSzPts val="3000"/>
              <a:buNone/>
              <a:defRPr sz="2400">
                <a:latin typeface="Quantico"/>
                <a:ea typeface="Quantico"/>
                <a:cs typeface="Quantico"/>
                <a:sym typeface="Quantico"/>
              </a:defRPr>
            </a:lvl3pPr>
            <a:lvl4pPr lvl="3">
              <a:lnSpc>
                <a:spcPct val="90000"/>
              </a:lnSpc>
              <a:spcBef>
                <a:spcPts val="0"/>
              </a:spcBef>
              <a:spcAft>
                <a:spcPts val="0"/>
              </a:spcAft>
              <a:buClr>
                <a:schemeClr val="dk1"/>
              </a:buClr>
              <a:buSzPts val="3000"/>
              <a:buNone/>
              <a:defRPr sz="2400">
                <a:latin typeface="Quantico"/>
                <a:ea typeface="Quantico"/>
                <a:cs typeface="Quantico"/>
                <a:sym typeface="Quantico"/>
              </a:defRPr>
            </a:lvl4pPr>
            <a:lvl5pPr lvl="4">
              <a:lnSpc>
                <a:spcPct val="90000"/>
              </a:lnSpc>
              <a:spcBef>
                <a:spcPts val="0"/>
              </a:spcBef>
              <a:spcAft>
                <a:spcPts val="0"/>
              </a:spcAft>
              <a:buClr>
                <a:schemeClr val="dk1"/>
              </a:buClr>
              <a:buSzPts val="3000"/>
              <a:buNone/>
              <a:defRPr sz="2400">
                <a:latin typeface="Quantico"/>
                <a:ea typeface="Quantico"/>
                <a:cs typeface="Quantico"/>
                <a:sym typeface="Quantico"/>
              </a:defRPr>
            </a:lvl5pPr>
            <a:lvl6pPr lvl="5">
              <a:lnSpc>
                <a:spcPct val="90000"/>
              </a:lnSpc>
              <a:spcBef>
                <a:spcPts val="0"/>
              </a:spcBef>
              <a:spcAft>
                <a:spcPts val="0"/>
              </a:spcAft>
              <a:buClr>
                <a:schemeClr val="dk1"/>
              </a:buClr>
              <a:buSzPts val="3000"/>
              <a:buNone/>
              <a:defRPr sz="2400">
                <a:latin typeface="Quantico"/>
                <a:ea typeface="Quantico"/>
                <a:cs typeface="Quantico"/>
                <a:sym typeface="Quantico"/>
              </a:defRPr>
            </a:lvl6pPr>
            <a:lvl7pPr lvl="6">
              <a:lnSpc>
                <a:spcPct val="90000"/>
              </a:lnSpc>
              <a:spcBef>
                <a:spcPts val="0"/>
              </a:spcBef>
              <a:spcAft>
                <a:spcPts val="0"/>
              </a:spcAft>
              <a:buClr>
                <a:schemeClr val="dk1"/>
              </a:buClr>
              <a:buSzPts val="3000"/>
              <a:buNone/>
              <a:defRPr sz="2400">
                <a:latin typeface="Quantico"/>
                <a:ea typeface="Quantico"/>
                <a:cs typeface="Quantico"/>
                <a:sym typeface="Quantico"/>
              </a:defRPr>
            </a:lvl7pPr>
            <a:lvl8pPr lvl="7">
              <a:lnSpc>
                <a:spcPct val="90000"/>
              </a:lnSpc>
              <a:spcBef>
                <a:spcPts val="0"/>
              </a:spcBef>
              <a:spcAft>
                <a:spcPts val="0"/>
              </a:spcAft>
              <a:buClr>
                <a:schemeClr val="dk1"/>
              </a:buClr>
              <a:buSzPts val="3000"/>
              <a:buNone/>
              <a:defRPr sz="2400">
                <a:latin typeface="Quantico"/>
                <a:ea typeface="Quantico"/>
                <a:cs typeface="Quantico"/>
                <a:sym typeface="Quantico"/>
              </a:defRPr>
            </a:lvl8pPr>
            <a:lvl9pPr lvl="8">
              <a:lnSpc>
                <a:spcPct val="90000"/>
              </a:lnSpc>
              <a:spcBef>
                <a:spcPts val="0"/>
              </a:spcBef>
              <a:spcAft>
                <a:spcPts val="0"/>
              </a:spcAft>
              <a:buClr>
                <a:schemeClr val="dk1"/>
              </a:buClr>
              <a:buSzPts val="3000"/>
              <a:buNone/>
              <a:defRPr sz="2400">
                <a:latin typeface="Quantico"/>
                <a:ea typeface="Quantico"/>
                <a:cs typeface="Quantico"/>
                <a:sym typeface="Quantico"/>
              </a:defRPr>
            </a:lvl9pPr>
          </a:lstStyle>
          <a:p/>
        </p:txBody>
      </p:sp>
      <p:sp>
        <p:nvSpPr>
          <p:cNvPr id="120" name="Google Shape;120;p13"/>
          <p:cNvSpPr/>
          <p:nvPr>
            <p:ph idx="5" type="pic"/>
          </p:nvPr>
        </p:nvSpPr>
        <p:spPr>
          <a:xfrm>
            <a:off x="75" y="2673275"/>
            <a:ext cx="3400800" cy="2471400"/>
          </a:xfrm>
          <a:prstGeom prst="snip1Rect">
            <a:avLst>
              <a:gd fmla="val 21231" name="adj"/>
            </a:avLst>
          </a:prstGeom>
          <a:noFill/>
          <a:ln>
            <a:noFill/>
          </a:ln>
        </p:spPr>
      </p:sp>
      <p:sp>
        <p:nvSpPr>
          <p:cNvPr id="121" name="Google Shape;121;p13"/>
          <p:cNvSpPr txBox="1"/>
          <p:nvPr>
            <p:ph idx="6" type="subTitle"/>
          </p:nvPr>
        </p:nvSpPr>
        <p:spPr>
          <a:xfrm>
            <a:off x="582450" y="1733025"/>
            <a:ext cx="2400600" cy="7455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dk1"/>
              </a:buClr>
              <a:buSzPts val="1000"/>
              <a:buFont typeface="Lato"/>
              <a:buNone/>
              <a:defRPr>
                <a:solidFill>
                  <a:schemeClr val="dk1"/>
                </a:solidFill>
              </a:defRPr>
            </a:lvl1pPr>
            <a:lvl2pPr lvl="1">
              <a:lnSpc>
                <a:spcPct val="115000"/>
              </a:lnSpc>
              <a:spcBef>
                <a:spcPts val="1000"/>
              </a:spcBef>
              <a:spcAft>
                <a:spcPts val="0"/>
              </a:spcAft>
              <a:buClr>
                <a:schemeClr val="dk1"/>
              </a:buClr>
              <a:buSzPts val="1000"/>
              <a:buFont typeface="Lato"/>
              <a:buNone/>
              <a:defRPr>
                <a:solidFill>
                  <a:schemeClr val="dk1"/>
                </a:solidFill>
              </a:defRPr>
            </a:lvl2pPr>
            <a:lvl3pPr lvl="2">
              <a:lnSpc>
                <a:spcPct val="115000"/>
              </a:lnSpc>
              <a:spcBef>
                <a:spcPts val="1000"/>
              </a:spcBef>
              <a:spcAft>
                <a:spcPts val="0"/>
              </a:spcAft>
              <a:buClr>
                <a:schemeClr val="dk1"/>
              </a:buClr>
              <a:buSzPts val="1000"/>
              <a:buFont typeface="Lato"/>
              <a:buNone/>
              <a:defRPr>
                <a:solidFill>
                  <a:schemeClr val="dk1"/>
                </a:solidFill>
              </a:defRPr>
            </a:lvl3pPr>
            <a:lvl4pPr lvl="3">
              <a:lnSpc>
                <a:spcPct val="115000"/>
              </a:lnSpc>
              <a:spcBef>
                <a:spcPts val="1000"/>
              </a:spcBef>
              <a:spcAft>
                <a:spcPts val="0"/>
              </a:spcAft>
              <a:buClr>
                <a:schemeClr val="dk1"/>
              </a:buClr>
              <a:buSzPts val="1000"/>
              <a:buFont typeface="Lato"/>
              <a:buNone/>
              <a:defRPr>
                <a:solidFill>
                  <a:schemeClr val="dk1"/>
                </a:solidFill>
              </a:defRPr>
            </a:lvl4pPr>
            <a:lvl5pPr lvl="4">
              <a:lnSpc>
                <a:spcPct val="115000"/>
              </a:lnSpc>
              <a:spcBef>
                <a:spcPts val="1000"/>
              </a:spcBef>
              <a:spcAft>
                <a:spcPts val="0"/>
              </a:spcAft>
              <a:buClr>
                <a:schemeClr val="dk1"/>
              </a:buClr>
              <a:buSzPts val="1000"/>
              <a:buFont typeface="Lato"/>
              <a:buNone/>
              <a:defRPr>
                <a:solidFill>
                  <a:schemeClr val="dk1"/>
                </a:solidFill>
              </a:defRPr>
            </a:lvl5pPr>
            <a:lvl6pPr lvl="5">
              <a:lnSpc>
                <a:spcPct val="115000"/>
              </a:lnSpc>
              <a:spcBef>
                <a:spcPts val="1000"/>
              </a:spcBef>
              <a:spcAft>
                <a:spcPts val="0"/>
              </a:spcAft>
              <a:buClr>
                <a:schemeClr val="dk1"/>
              </a:buClr>
              <a:buSzPts val="1000"/>
              <a:buFont typeface="Lato"/>
              <a:buNone/>
              <a:defRPr>
                <a:solidFill>
                  <a:schemeClr val="dk1"/>
                </a:solidFill>
              </a:defRPr>
            </a:lvl6pPr>
            <a:lvl7pPr lvl="6">
              <a:lnSpc>
                <a:spcPct val="115000"/>
              </a:lnSpc>
              <a:spcBef>
                <a:spcPts val="1000"/>
              </a:spcBef>
              <a:spcAft>
                <a:spcPts val="0"/>
              </a:spcAft>
              <a:buClr>
                <a:schemeClr val="dk1"/>
              </a:buClr>
              <a:buSzPts val="1000"/>
              <a:buFont typeface="Lato"/>
              <a:buNone/>
              <a:defRPr>
                <a:solidFill>
                  <a:schemeClr val="dk1"/>
                </a:solidFill>
              </a:defRPr>
            </a:lvl7pPr>
            <a:lvl8pPr lvl="7">
              <a:lnSpc>
                <a:spcPct val="115000"/>
              </a:lnSpc>
              <a:spcBef>
                <a:spcPts val="1000"/>
              </a:spcBef>
              <a:spcAft>
                <a:spcPts val="0"/>
              </a:spcAft>
              <a:buClr>
                <a:schemeClr val="dk1"/>
              </a:buClr>
              <a:buSzPts val="1000"/>
              <a:buFont typeface="Lato"/>
              <a:buNone/>
              <a:defRPr>
                <a:solidFill>
                  <a:schemeClr val="dk1"/>
                </a:solidFill>
              </a:defRPr>
            </a:lvl8pPr>
            <a:lvl9pPr lvl="8">
              <a:lnSpc>
                <a:spcPct val="115000"/>
              </a:lnSpc>
              <a:spcBef>
                <a:spcPts val="1000"/>
              </a:spcBef>
              <a:spcAft>
                <a:spcPts val="1000"/>
              </a:spcAft>
              <a:buClr>
                <a:schemeClr val="dk1"/>
              </a:buClr>
              <a:buSzPts val="1000"/>
              <a:buFont typeface="Lato"/>
              <a:buNone/>
              <a:defRPr>
                <a:solidFill>
                  <a:schemeClr val="dk1"/>
                </a:solidFill>
              </a:defRPr>
            </a:lvl9pPr>
          </a:lstStyle>
          <a:p/>
        </p:txBody>
      </p:sp>
      <p:sp>
        <p:nvSpPr>
          <p:cNvPr id="122" name="Google Shape;122;p13"/>
          <p:cNvSpPr txBox="1"/>
          <p:nvPr>
            <p:ph idx="7" type="subTitle"/>
          </p:nvPr>
        </p:nvSpPr>
        <p:spPr>
          <a:xfrm>
            <a:off x="3718450" y="3470325"/>
            <a:ext cx="3678300" cy="454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400"/>
              <a:buFont typeface="Quantico"/>
              <a:buNone/>
              <a:defRPr sz="1400">
                <a:solidFill>
                  <a:schemeClr val="accent6"/>
                </a:solidFill>
                <a:latin typeface="Quantico"/>
                <a:ea typeface="Quantico"/>
                <a:cs typeface="Quantico"/>
                <a:sym typeface="Quantico"/>
              </a:defRPr>
            </a:lvl9pPr>
          </a:lstStyle>
          <a:p/>
        </p:txBody>
      </p:sp>
      <p:sp>
        <p:nvSpPr>
          <p:cNvPr id="123" name="Google Shape;123;p13"/>
          <p:cNvSpPr txBox="1"/>
          <p:nvPr>
            <p:ph idx="8" type="subTitle"/>
          </p:nvPr>
        </p:nvSpPr>
        <p:spPr>
          <a:xfrm>
            <a:off x="3724200" y="3884675"/>
            <a:ext cx="5063100" cy="1039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200"/>
              <a:buFont typeface="Lato"/>
              <a:buNone/>
              <a:defRPr>
                <a:solidFill>
                  <a:schemeClr val="accent6"/>
                </a:solidFill>
              </a:defRPr>
            </a:lvl1pPr>
            <a:lvl2pPr lvl="1">
              <a:lnSpc>
                <a:spcPct val="100000"/>
              </a:lnSpc>
              <a:spcBef>
                <a:spcPts val="1000"/>
              </a:spcBef>
              <a:spcAft>
                <a:spcPts val="0"/>
              </a:spcAft>
              <a:buClr>
                <a:schemeClr val="accent6"/>
              </a:buClr>
              <a:buSzPts val="1200"/>
              <a:buFont typeface="Lato"/>
              <a:buNone/>
              <a:defRPr>
                <a:solidFill>
                  <a:schemeClr val="accent6"/>
                </a:solidFill>
              </a:defRPr>
            </a:lvl2pPr>
            <a:lvl3pPr lvl="2">
              <a:lnSpc>
                <a:spcPct val="100000"/>
              </a:lnSpc>
              <a:spcBef>
                <a:spcPts val="1000"/>
              </a:spcBef>
              <a:spcAft>
                <a:spcPts val="0"/>
              </a:spcAft>
              <a:buClr>
                <a:schemeClr val="accent6"/>
              </a:buClr>
              <a:buSzPts val="1200"/>
              <a:buFont typeface="Lato"/>
              <a:buNone/>
              <a:defRPr>
                <a:solidFill>
                  <a:schemeClr val="accent6"/>
                </a:solidFill>
              </a:defRPr>
            </a:lvl3pPr>
            <a:lvl4pPr lvl="3">
              <a:lnSpc>
                <a:spcPct val="100000"/>
              </a:lnSpc>
              <a:spcBef>
                <a:spcPts val="1000"/>
              </a:spcBef>
              <a:spcAft>
                <a:spcPts val="0"/>
              </a:spcAft>
              <a:buClr>
                <a:schemeClr val="accent6"/>
              </a:buClr>
              <a:buSzPts val="1200"/>
              <a:buFont typeface="Lato"/>
              <a:buNone/>
              <a:defRPr>
                <a:solidFill>
                  <a:schemeClr val="accent6"/>
                </a:solidFill>
              </a:defRPr>
            </a:lvl4pPr>
            <a:lvl5pPr lvl="4">
              <a:lnSpc>
                <a:spcPct val="100000"/>
              </a:lnSpc>
              <a:spcBef>
                <a:spcPts val="1000"/>
              </a:spcBef>
              <a:spcAft>
                <a:spcPts val="0"/>
              </a:spcAft>
              <a:buClr>
                <a:schemeClr val="accent6"/>
              </a:buClr>
              <a:buSzPts val="1200"/>
              <a:buFont typeface="Lato"/>
              <a:buNone/>
              <a:defRPr>
                <a:solidFill>
                  <a:schemeClr val="accent6"/>
                </a:solidFill>
              </a:defRPr>
            </a:lvl5pPr>
            <a:lvl6pPr lvl="5">
              <a:lnSpc>
                <a:spcPct val="100000"/>
              </a:lnSpc>
              <a:spcBef>
                <a:spcPts val="1000"/>
              </a:spcBef>
              <a:spcAft>
                <a:spcPts val="0"/>
              </a:spcAft>
              <a:buClr>
                <a:schemeClr val="accent6"/>
              </a:buClr>
              <a:buSzPts val="1200"/>
              <a:buFont typeface="Lato"/>
              <a:buNone/>
              <a:defRPr>
                <a:solidFill>
                  <a:schemeClr val="accent6"/>
                </a:solidFill>
              </a:defRPr>
            </a:lvl6pPr>
            <a:lvl7pPr lvl="6">
              <a:lnSpc>
                <a:spcPct val="100000"/>
              </a:lnSpc>
              <a:spcBef>
                <a:spcPts val="1000"/>
              </a:spcBef>
              <a:spcAft>
                <a:spcPts val="0"/>
              </a:spcAft>
              <a:buClr>
                <a:schemeClr val="accent6"/>
              </a:buClr>
              <a:buSzPts val="1200"/>
              <a:buFont typeface="Lato"/>
              <a:buNone/>
              <a:defRPr>
                <a:solidFill>
                  <a:schemeClr val="accent6"/>
                </a:solidFill>
              </a:defRPr>
            </a:lvl7pPr>
            <a:lvl8pPr lvl="7">
              <a:lnSpc>
                <a:spcPct val="100000"/>
              </a:lnSpc>
              <a:spcBef>
                <a:spcPts val="1000"/>
              </a:spcBef>
              <a:spcAft>
                <a:spcPts val="0"/>
              </a:spcAft>
              <a:buClr>
                <a:schemeClr val="accent6"/>
              </a:buClr>
              <a:buSzPts val="1200"/>
              <a:buFont typeface="Lato"/>
              <a:buNone/>
              <a:defRPr>
                <a:solidFill>
                  <a:schemeClr val="accent6"/>
                </a:solidFill>
              </a:defRPr>
            </a:lvl8pPr>
            <a:lvl9pPr lvl="8">
              <a:lnSpc>
                <a:spcPct val="100000"/>
              </a:lnSpc>
              <a:spcBef>
                <a:spcPts val="1000"/>
              </a:spcBef>
              <a:spcAft>
                <a:spcPts val="1000"/>
              </a:spcAft>
              <a:buClr>
                <a:schemeClr val="accent6"/>
              </a:buClr>
              <a:buSzPts val="1200"/>
              <a:buFont typeface="Lato"/>
              <a:buNone/>
              <a:defRPr>
                <a:solidFill>
                  <a:schemeClr val="accent6"/>
                </a:solidFill>
              </a:defRPr>
            </a:lvl9pPr>
          </a:lstStyle>
          <a:p/>
        </p:txBody>
      </p:sp>
      <p:sp>
        <p:nvSpPr>
          <p:cNvPr id="124" name="Google Shape;124;p13"/>
          <p:cNvSpPr txBox="1"/>
          <p:nvPr>
            <p:ph idx="9" type="subTitle"/>
          </p:nvPr>
        </p:nvSpPr>
        <p:spPr>
          <a:xfrm>
            <a:off x="5999175" y="1696338"/>
            <a:ext cx="2787300" cy="1251900"/>
          </a:xfrm>
          <a:prstGeom prst="rect">
            <a:avLst/>
          </a:prstGeom>
        </p:spPr>
        <p:txBody>
          <a:bodyPr anchorCtr="0" anchor="t" bIns="0" lIns="0" spcFirstLastPara="1" rIns="91425" wrap="square" tIns="0">
            <a:noAutofit/>
          </a:bodyPr>
          <a:lstStyle>
            <a:lvl1pPr lvl="0">
              <a:lnSpc>
                <a:spcPct val="130000"/>
              </a:lnSpc>
              <a:spcBef>
                <a:spcPts val="0"/>
              </a:spcBef>
              <a:spcAft>
                <a:spcPts val="0"/>
              </a:spcAft>
              <a:buClr>
                <a:schemeClr val="accent6"/>
              </a:buClr>
              <a:buSzPts val="1000"/>
              <a:buFont typeface="Lato"/>
              <a:buNone/>
              <a:defRPr>
                <a:solidFill>
                  <a:schemeClr val="accent6"/>
                </a:solidFill>
              </a:defRPr>
            </a:lvl1pPr>
            <a:lvl2pPr lvl="1">
              <a:lnSpc>
                <a:spcPct val="130000"/>
              </a:lnSpc>
              <a:spcBef>
                <a:spcPts val="0"/>
              </a:spcBef>
              <a:spcAft>
                <a:spcPts val="0"/>
              </a:spcAft>
              <a:buClr>
                <a:schemeClr val="accent6"/>
              </a:buClr>
              <a:buSzPts val="1000"/>
              <a:buFont typeface="Lato"/>
              <a:buNone/>
              <a:defRPr>
                <a:solidFill>
                  <a:schemeClr val="accent6"/>
                </a:solidFill>
              </a:defRPr>
            </a:lvl2pPr>
            <a:lvl3pPr lvl="2">
              <a:lnSpc>
                <a:spcPct val="130000"/>
              </a:lnSpc>
              <a:spcBef>
                <a:spcPts val="0"/>
              </a:spcBef>
              <a:spcAft>
                <a:spcPts val="0"/>
              </a:spcAft>
              <a:buClr>
                <a:schemeClr val="accent6"/>
              </a:buClr>
              <a:buSzPts val="1000"/>
              <a:buFont typeface="Lato"/>
              <a:buNone/>
              <a:defRPr>
                <a:solidFill>
                  <a:schemeClr val="accent6"/>
                </a:solidFill>
              </a:defRPr>
            </a:lvl3pPr>
            <a:lvl4pPr lvl="3">
              <a:lnSpc>
                <a:spcPct val="130000"/>
              </a:lnSpc>
              <a:spcBef>
                <a:spcPts val="0"/>
              </a:spcBef>
              <a:spcAft>
                <a:spcPts val="0"/>
              </a:spcAft>
              <a:buClr>
                <a:schemeClr val="accent6"/>
              </a:buClr>
              <a:buSzPts val="1000"/>
              <a:buFont typeface="Lato"/>
              <a:buNone/>
              <a:defRPr>
                <a:solidFill>
                  <a:schemeClr val="accent6"/>
                </a:solidFill>
              </a:defRPr>
            </a:lvl4pPr>
            <a:lvl5pPr lvl="4">
              <a:lnSpc>
                <a:spcPct val="130000"/>
              </a:lnSpc>
              <a:spcBef>
                <a:spcPts val="0"/>
              </a:spcBef>
              <a:spcAft>
                <a:spcPts val="0"/>
              </a:spcAft>
              <a:buClr>
                <a:schemeClr val="accent6"/>
              </a:buClr>
              <a:buSzPts val="1000"/>
              <a:buFont typeface="Lato"/>
              <a:buNone/>
              <a:defRPr>
                <a:solidFill>
                  <a:schemeClr val="accent6"/>
                </a:solidFill>
              </a:defRPr>
            </a:lvl5pPr>
            <a:lvl6pPr lvl="5">
              <a:lnSpc>
                <a:spcPct val="130000"/>
              </a:lnSpc>
              <a:spcBef>
                <a:spcPts val="0"/>
              </a:spcBef>
              <a:spcAft>
                <a:spcPts val="0"/>
              </a:spcAft>
              <a:buClr>
                <a:schemeClr val="accent6"/>
              </a:buClr>
              <a:buSzPts val="1000"/>
              <a:buFont typeface="Lato"/>
              <a:buNone/>
              <a:defRPr>
                <a:solidFill>
                  <a:schemeClr val="accent6"/>
                </a:solidFill>
              </a:defRPr>
            </a:lvl6pPr>
            <a:lvl7pPr lvl="6">
              <a:lnSpc>
                <a:spcPct val="130000"/>
              </a:lnSpc>
              <a:spcBef>
                <a:spcPts val="0"/>
              </a:spcBef>
              <a:spcAft>
                <a:spcPts val="0"/>
              </a:spcAft>
              <a:buClr>
                <a:schemeClr val="accent6"/>
              </a:buClr>
              <a:buSzPts val="1000"/>
              <a:buFont typeface="Lato"/>
              <a:buNone/>
              <a:defRPr>
                <a:solidFill>
                  <a:schemeClr val="accent6"/>
                </a:solidFill>
              </a:defRPr>
            </a:lvl7pPr>
            <a:lvl8pPr lvl="7">
              <a:lnSpc>
                <a:spcPct val="130000"/>
              </a:lnSpc>
              <a:spcBef>
                <a:spcPts val="0"/>
              </a:spcBef>
              <a:spcAft>
                <a:spcPts val="0"/>
              </a:spcAft>
              <a:buClr>
                <a:schemeClr val="accent6"/>
              </a:buClr>
              <a:buSzPts val="1000"/>
              <a:buFont typeface="Lato"/>
              <a:buNone/>
              <a:defRPr>
                <a:solidFill>
                  <a:schemeClr val="accent6"/>
                </a:solidFill>
              </a:defRPr>
            </a:lvl8pPr>
            <a:lvl9pPr lvl="8">
              <a:lnSpc>
                <a:spcPct val="130000"/>
              </a:lnSpc>
              <a:spcBef>
                <a:spcPts val="0"/>
              </a:spcBef>
              <a:spcAft>
                <a:spcPts val="0"/>
              </a:spcAft>
              <a:buClr>
                <a:schemeClr val="accent6"/>
              </a:buClr>
              <a:buSzPts val="1000"/>
              <a:buFont typeface="Lato"/>
              <a:buNone/>
              <a:defRPr>
                <a:solidFill>
                  <a:schemeClr val="accent6"/>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0">
  <p:cSld name="BLANK_1_1_1_1_1_1_1_1_1_1_1_1_1_1_1_1_1_1">
    <p:spTree>
      <p:nvGrpSpPr>
        <p:cNvPr id="125" name="Shape 125"/>
        <p:cNvGrpSpPr/>
        <p:nvPr/>
      </p:nvGrpSpPr>
      <p:grpSpPr>
        <a:xfrm>
          <a:off x="0" y="0"/>
          <a:ext cx="0" cy="0"/>
          <a:chOff x="0" y="0"/>
          <a:chExt cx="0" cy="0"/>
        </a:xfrm>
      </p:grpSpPr>
      <p:sp>
        <p:nvSpPr>
          <p:cNvPr id="126" name="Google Shape;126;p14"/>
          <p:cNvSpPr txBox="1"/>
          <p:nvPr>
            <p:ph type="title"/>
          </p:nvPr>
        </p:nvSpPr>
        <p:spPr>
          <a:xfrm>
            <a:off x="508000" y="466750"/>
            <a:ext cx="3752700" cy="18681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3000"/>
              <a:buNone/>
              <a:defRPr sz="2400">
                <a:solidFill>
                  <a:schemeClr val="lt1"/>
                </a:solidFill>
              </a:defRPr>
            </a:lvl1pPr>
            <a:lvl2pPr lvl="1">
              <a:lnSpc>
                <a:spcPct val="90000"/>
              </a:lnSpc>
              <a:spcBef>
                <a:spcPts val="0"/>
              </a:spcBef>
              <a:spcAft>
                <a:spcPts val="0"/>
              </a:spcAft>
              <a:buClr>
                <a:schemeClr val="lt1"/>
              </a:buClr>
              <a:buSzPts val="3000"/>
              <a:buNone/>
              <a:defRPr sz="2400">
                <a:solidFill>
                  <a:schemeClr val="lt1"/>
                </a:solidFill>
                <a:latin typeface="Quantico"/>
                <a:ea typeface="Quantico"/>
                <a:cs typeface="Quantico"/>
                <a:sym typeface="Quantico"/>
              </a:defRPr>
            </a:lvl2pPr>
            <a:lvl3pPr lvl="2">
              <a:lnSpc>
                <a:spcPct val="90000"/>
              </a:lnSpc>
              <a:spcBef>
                <a:spcPts val="0"/>
              </a:spcBef>
              <a:spcAft>
                <a:spcPts val="0"/>
              </a:spcAft>
              <a:buClr>
                <a:schemeClr val="lt1"/>
              </a:buClr>
              <a:buSzPts val="3000"/>
              <a:buNone/>
              <a:defRPr sz="2400">
                <a:solidFill>
                  <a:schemeClr val="lt1"/>
                </a:solidFill>
                <a:latin typeface="Quantico"/>
                <a:ea typeface="Quantico"/>
                <a:cs typeface="Quantico"/>
                <a:sym typeface="Quantico"/>
              </a:defRPr>
            </a:lvl3pPr>
            <a:lvl4pPr lvl="3">
              <a:lnSpc>
                <a:spcPct val="90000"/>
              </a:lnSpc>
              <a:spcBef>
                <a:spcPts val="0"/>
              </a:spcBef>
              <a:spcAft>
                <a:spcPts val="0"/>
              </a:spcAft>
              <a:buClr>
                <a:schemeClr val="lt1"/>
              </a:buClr>
              <a:buSzPts val="3000"/>
              <a:buNone/>
              <a:defRPr sz="2400">
                <a:solidFill>
                  <a:schemeClr val="lt1"/>
                </a:solidFill>
                <a:latin typeface="Quantico"/>
                <a:ea typeface="Quantico"/>
                <a:cs typeface="Quantico"/>
                <a:sym typeface="Quantico"/>
              </a:defRPr>
            </a:lvl4pPr>
            <a:lvl5pPr lvl="4">
              <a:lnSpc>
                <a:spcPct val="90000"/>
              </a:lnSpc>
              <a:spcBef>
                <a:spcPts val="0"/>
              </a:spcBef>
              <a:spcAft>
                <a:spcPts val="0"/>
              </a:spcAft>
              <a:buClr>
                <a:schemeClr val="lt1"/>
              </a:buClr>
              <a:buSzPts val="3000"/>
              <a:buNone/>
              <a:defRPr sz="2400">
                <a:solidFill>
                  <a:schemeClr val="lt1"/>
                </a:solidFill>
                <a:latin typeface="Quantico"/>
                <a:ea typeface="Quantico"/>
                <a:cs typeface="Quantico"/>
                <a:sym typeface="Quantico"/>
              </a:defRPr>
            </a:lvl5pPr>
            <a:lvl6pPr lvl="5">
              <a:lnSpc>
                <a:spcPct val="90000"/>
              </a:lnSpc>
              <a:spcBef>
                <a:spcPts val="0"/>
              </a:spcBef>
              <a:spcAft>
                <a:spcPts val="0"/>
              </a:spcAft>
              <a:buClr>
                <a:schemeClr val="lt1"/>
              </a:buClr>
              <a:buSzPts val="3000"/>
              <a:buNone/>
              <a:defRPr sz="2400">
                <a:solidFill>
                  <a:schemeClr val="lt1"/>
                </a:solidFill>
                <a:latin typeface="Quantico"/>
                <a:ea typeface="Quantico"/>
                <a:cs typeface="Quantico"/>
                <a:sym typeface="Quantico"/>
              </a:defRPr>
            </a:lvl6pPr>
            <a:lvl7pPr lvl="6">
              <a:lnSpc>
                <a:spcPct val="90000"/>
              </a:lnSpc>
              <a:spcBef>
                <a:spcPts val="0"/>
              </a:spcBef>
              <a:spcAft>
                <a:spcPts val="0"/>
              </a:spcAft>
              <a:buClr>
                <a:schemeClr val="lt1"/>
              </a:buClr>
              <a:buSzPts val="3000"/>
              <a:buNone/>
              <a:defRPr sz="2400">
                <a:solidFill>
                  <a:schemeClr val="lt1"/>
                </a:solidFill>
                <a:latin typeface="Quantico"/>
                <a:ea typeface="Quantico"/>
                <a:cs typeface="Quantico"/>
                <a:sym typeface="Quantico"/>
              </a:defRPr>
            </a:lvl7pPr>
            <a:lvl8pPr lvl="7">
              <a:lnSpc>
                <a:spcPct val="90000"/>
              </a:lnSpc>
              <a:spcBef>
                <a:spcPts val="0"/>
              </a:spcBef>
              <a:spcAft>
                <a:spcPts val="0"/>
              </a:spcAft>
              <a:buClr>
                <a:schemeClr val="lt1"/>
              </a:buClr>
              <a:buSzPts val="3000"/>
              <a:buNone/>
              <a:defRPr sz="2400">
                <a:solidFill>
                  <a:schemeClr val="lt1"/>
                </a:solidFill>
                <a:latin typeface="Quantico"/>
                <a:ea typeface="Quantico"/>
                <a:cs typeface="Quantico"/>
                <a:sym typeface="Quantico"/>
              </a:defRPr>
            </a:lvl8pPr>
            <a:lvl9pPr lvl="8">
              <a:lnSpc>
                <a:spcPct val="90000"/>
              </a:lnSpc>
              <a:spcBef>
                <a:spcPts val="0"/>
              </a:spcBef>
              <a:spcAft>
                <a:spcPts val="0"/>
              </a:spcAft>
              <a:buClr>
                <a:schemeClr val="lt1"/>
              </a:buClr>
              <a:buSzPts val="3000"/>
              <a:buNone/>
              <a:defRPr sz="2400">
                <a:solidFill>
                  <a:schemeClr val="lt1"/>
                </a:solidFill>
                <a:latin typeface="Quantico"/>
                <a:ea typeface="Quantico"/>
                <a:cs typeface="Quantico"/>
                <a:sym typeface="Quantico"/>
              </a:defRPr>
            </a:lvl9pPr>
          </a:lstStyle>
          <a:p/>
        </p:txBody>
      </p:sp>
      <p:sp>
        <p:nvSpPr>
          <p:cNvPr id="127" name="Google Shape;127;p14"/>
          <p:cNvSpPr/>
          <p:nvPr>
            <p:ph idx="2" type="pic"/>
          </p:nvPr>
        </p:nvSpPr>
        <p:spPr>
          <a:xfrm>
            <a:off x="75" y="2673275"/>
            <a:ext cx="3014400" cy="2471400"/>
          </a:xfrm>
          <a:prstGeom prst="snip1Rect">
            <a:avLst>
              <a:gd fmla="val 0" name="adj"/>
            </a:avLst>
          </a:prstGeom>
          <a:noFill/>
          <a:ln>
            <a:noFill/>
          </a:ln>
        </p:spPr>
      </p:sp>
      <p:sp>
        <p:nvSpPr>
          <p:cNvPr id="128" name="Google Shape;128;p14"/>
          <p:cNvSpPr/>
          <p:nvPr>
            <p:ph idx="3" type="pic"/>
          </p:nvPr>
        </p:nvSpPr>
        <p:spPr>
          <a:xfrm>
            <a:off x="5341625" y="-3800"/>
            <a:ext cx="3802500" cy="1899300"/>
          </a:xfrm>
          <a:prstGeom prst="snip1Rect">
            <a:avLst>
              <a:gd fmla="val 17337" name="adj"/>
            </a:avLst>
          </a:prstGeom>
          <a:noFill/>
          <a:ln>
            <a:noFill/>
          </a:ln>
        </p:spPr>
      </p:sp>
      <p:sp>
        <p:nvSpPr>
          <p:cNvPr id="129" name="Google Shape;129;p14"/>
          <p:cNvSpPr/>
          <p:nvPr/>
        </p:nvSpPr>
        <p:spPr>
          <a:xfrm>
            <a:off x="5341400" y="1709375"/>
            <a:ext cx="3802500" cy="3435300"/>
          </a:xfrm>
          <a:prstGeom prst="snip1Rect">
            <a:avLst>
              <a:gd fmla="val 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30" name="Google Shape;130;p14"/>
          <p:cNvSpPr/>
          <p:nvPr/>
        </p:nvSpPr>
        <p:spPr>
          <a:xfrm>
            <a:off x="3014300" y="2673275"/>
            <a:ext cx="2327100" cy="2471400"/>
          </a:xfrm>
          <a:prstGeom prst="snip1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31" name="Google Shape;131;p14"/>
          <p:cNvSpPr txBox="1"/>
          <p:nvPr>
            <p:ph idx="1" type="subTitle"/>
          </p:nvPr>
        </p:nvSpPr>
        <p:spPr>
          <a:xfrm>
            <a:off x="3364075" y="3159975"/>
            <a:ext cx="1459500" cy="18681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accent6"/>
              </a:buClr>
              <a:buSzPts val="1000"/>
              <a:buFont typeface="Lato"/>
              <a:buNone/>
              <a:defRPr>
                <a:solidFill>
                  <a:schemeClr val="accent6"/>
                </a:solidFill>
              </a:defRPr>
            </a:lvl1pPr>
            <a:lvl2pPr lvl="1">
              <a:lnSpc>
                <a:spcPct val="115000"/>
              </a:lnSpc>
              <a:spcBef>
                <a:spcPts val="1000"/>
              </a:spcBef>
              <a:spcAft>
                <a:spcPts val="0"/>
              </a:spcAft>
              <a:buClr>
                <a:schemeClr val="accent6"/>
              </a:buClr>
              <a:buSzPts val="1000"/>
              <a:buFont typeface="Lato"/>
              <a:buNone/>
              <a:defRPr>
                <a:solidFill>
                  <a:schemeClr val="accent6"/>
                </a:solidFill>
              </a:defRPr>
            </a:lvl2pPr>
            <a:lvl3pPr lvl="2">
              <a:lnSpc>
                <a:spcPct val="115000"/>
              </a:lnSpc>
              <a:spcBef>
                <a:spcPts val="1000"/>
              </a:spcBef>
              <a:spcAft>
                <a:spcPts val="0"/>
              </a:spcAft>
              <a:buClr>
                <a:schemeClr val="accent6"/>
              </a:buClr>
              <a:buSzPts val="1000"/>
              <a:buFont typeface="Lato"/>
              <a:buNone/>
              <a:defRPr>
                <a:solidFill>
                  <a:schemeClr val="accent6"/>
                </a:solidFill>
              </a:defRPr>
            </a:lvl3pPr>
            <a:lvl4pPr lvl="3">
              <a:lnSpc>
                <a:spcPct val="115000"/>
              </a:lnSpc>
              <a:spcBef>
                <a:spcPts val="1000"/>
              </a:spcBef>
              <a:spcAft>
                <a:spcPts val="0"/>
              </a:spcAft>
              <a:buClr>
                <a:schemeClr val="accent6"/>
              </a:buClr>
              <a:buSzPts val="1000"/>
              <a:buFont typeface="Lato"/>
              <a:buNone/>
              <a:defRPr>
                <a:solidFill>
                  <a:schemeClr val="accent6"/>
                </a:solidFill>
              </a:defRPr>
            </a:lvl4pPr>
            <a:lvl5pPr lvl="4">
              <a:lnSpc>
                <a:spcPct val="115000"/>
              </a:lnSpc>
              <a:spcBef>
                <a:spcPts val="1000"/>
              </a:spcBef>
              <a:spcAft>
                <a:spcPts val="0"/>
              </a:spcAft>
              <a:buClr>
                <a:schemeClr val="accent6"/>
              </a:buClr>
              <a:buSzPts val="1000"/>
              <a:buFont typeface="Lato"/>
              <a:buNone/>
              <a:defRPr>
                <a:solidFill>
                  <a:schemeClr val="accent6"/>
                </a:solidFill>
              </a:defRPr>
            </a:lvl5pPr>
            <a:lvl6pPr lvl="5">
              <a:lnSpc>
                <a:spcPct val="115000"/>
              </a:lnSpc>
              <a:spcBef>
                <a:spcPts val="1000"/>
              </a:spcBef>
              <a:spcAft>
                <a:spcPts val="0"/>
              </a:spcAft>
              <a:buClr>
                <a:schemeClr val="accent6"/>
              </a:buClr>
              <a:buSzPts val="1000"/>
              <a:buFont typeface="Lato"/>
              <a:buNone/>
              <a:defRPr>
                <a:solidFill>
                  <a:schemeClr val="accent6"/>
                </a:solidFill>
              </a:defRPr>
            </a:lvl6pPr>
            <a:lvl7pPr lvl="6">
              <a:lnSpc>
                <a:spcPct val="115000"/>
              </a:lnSpc>
              <a:spcBef>
                <a:spcPts val="1000"/>
              </a:spcBef>
              <a:spcAft>
                <a:spcPts val="0"/>
              </a:spcAft>
              <a:buClr>
                <a:schemeClr val="accent6"/>
              </a:buClr>
              <a:buSzPts val="1000"/>
              <a:buFont typeface="Lato"/>
              <a:buNone/>
              <a:defRPr>
                <a:solidFill>
                  <a:schemeClr val="accent6"/>
                </a:solidFill>
              </a:defRPr>
            </a:lvl7pPr>
            <a:lvl8pPr lvl="7">
              <a:lnSpc>
                <a:spcPct val="115000"/>
              </a:lnSpc>
              <a:spcBef>
                <a:spcPts val="1000"/>
              </a:spcBef>
              <a:spcAft>
                <a:spcPts val="0"/>
              </a:spcAft>
              <a:buClr>
                <a:schemeClr val="accent6"/>
              </a:buClr>
              <a:buSzPts val="1000"/>
              <a:buFont typeface="Lato"/>
              <a:buNone/>
              <a:defRPr>
                <a:solidFill>
                  <a:schemeClr val="accent6"/>
                </a:solidFill>
              </a:defRPr>
            </a:lvl8pPr>
            <a:lvl9pPr lvl="8">
              <a:lnSpc>
                <a:spcPct val="115000"/>
              </a:lnSpc>
              <a:spcBef>
                <a:spcPts val="1000"/>
              </a:spcBef>
              <a:spcAft>
                <a:spcPts val="1000"/>
              </a:spcAft>
              <a:buClr>
                <a:schemeClr val="accent6"/>
              </a:buClr>
              <a:buSzPts val="1000"/>
              <a:buFont typeface="Lato"/>
              <a:buNone/>
              <a:defRPr>
                <a:solidFill>
                  <a:schemeClr val="accent6"/>
                </a:solidFill>
              </a:defRPr>
            </a:lvl9pPr>
          </a:lstStyle>
          <a:p/>
        </p:txBody>
      </p:sp>
      <p:sp>
        <p:nvSpPr>
          <p:cNvPr id="132" name="Google Shape;132;p14"/>
          <p:cNvSpPr txBox="1"/>
          <p:nvPr>
            <p:ph idx="4" type="subTitle"/>
          </p:nvPr>
        </p:nvSpPr>
        <p:spPr>
          <a:xfrm>
            <a:off x="5794450" y="2073450"/>
            <a:ext cx="1459500" cy="16428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200"/>
              <a:buFont typeface="Lato"/>
              <a:buNone/>
              <a:defRPr>
                <a:solidFill>
                  <a:schemeClr val="accent6"/>
                </a:solidFill>
              </a:defRPr>
            </a:lvl1pPr>
            <a:lvl2pPr lvl="1">
              <a:lnSpc>
                <a:spcPct val="100000"/>
              </a:lnSpc>
              <a:spcBef>
                <a:spcPts val="1000"/>
              </a:spcBef>
              <a:spcAft>
                <a:spcPts val="0"/>
              </a:spcAft>
              <a:buClr>
                <a:schemeClr val="accent6"/>
              </a:buClr>
              <a:buSzPts val="1200"/>
              <a:buFont typeface="Lato"/>
              <a:buNone/>
              <a:defRPr>
                <a:solidFill>
                  <a:schemeClr val="accent6"/>
                </a:solidFill>
              </a:defRPr>
            </a:lvl2pPr>
            <a:lvl3pPr lvl="2">
              <a:lnSpc>
                <a:spcPct val="100000"/>
              </a:lnSpc>
              <a:spcBef>
                <a:spcPts val="1000"/>
              </a:spcBef>
              <a:spcAft>
                <a:spcPts val="0"/>
              </a:spcAft>
              <a:buClr>
                <a:schemeClr val="accent6"/>
              </a:buClr>
              <a:buSzPts val="1200"/>
              <a:buFont typeface="Lato"/>
              <a:buNone/>
              <a:defRPr>
                <a:solidFill>
                  <a:schemeClr val="accent6"/>
                </a:solidFill>
              </a:defRPr>
            </a:lvl3pPr>
            <a:lvl4pPr lvl="3">
              <a:lnSpc>
                <a:spcPct val="100000"/>
              </a:lnSpc>
              <a:spcBef>
                <a:spcPts val="1000"/>
              </a:spcBef>
              <a:spcAft>
                <a:spcPts val="0"/>
              </a:spcAft>
              <a:buClr>
                <a:schemeClr val="accent6"/>
              </a:buClr>
              <a:buSzPts val="1200"/>
              <a:buFont typeface="Lato"/>
              <a:buNone/>
              <a:defRPr>
                <a:solidFill>
                  <a:schemeClr val="accent6"/>
                </a:solidFill>
              </a:defRPr>
            </a:lvl4pPr>
            <a:lvl5pPr lvl="4">
              <a:lnSpc>
                <a:spcPct val="100000"/>
              </a:lnSpc>
              <a:spcBef>
                <a:spcPts val="1000"/>
              </a:spcBef>
              <a:spcAft>
                <a:spcPts val="0"/>
              </a:spcAft>
              <a:buClr>
                <a:schemeClr val="accent6"/>
              </a:buClr>
              <a:buSzPts val="1200"/>
              <a:buFont typeface="Lato"/>
              <a:buNone/>
              <a:defRPr>
                <a:solidFill>
                  <a:schemeClr val="accent6"/>
                </a:solidFill>
              </a:defRPr>
            </a:lvl5pPr>
            <a:lvl6pPr lvl="5">
              <a:lnSpc>
                <a:spcPct val="100000"/>
              </a:lnSpc>
              <a:spcBef>
                <a:spcPts val="1000"/>
              </a:spcBef>
              <a:spcAft>
                <a:spcPts val="0"/>
              </a:spcAft>
              <a:buClr>
                <a:schemeClr val="accent6"/>
              </a:buClr>
              <a:buSzPts val="1200"/>
              <a:buFont typeface="Lato"/>
              <a:buNone/>
              <a:defRPr>
                <a:solidFill>
                  <a:schemeClr val="accent6"/>
                </a:solidFill>
              </a:defRPr>
            </a:lvl6pPr>
            <a:lvl7pPr lvl="6">
              <a:lnSpc>
                <a:spcPct val="100000"/>
              </a:lnSpc>
              <a:spcBef>
                <a:spcPts val="1000"/>
              </a:spcBef>
              <a:spcAft>
                <a:spcPts val="0"/>
              </a:spcAft>
              <a:buClr>
                <a:schemeClr val="accent6"/>
              </a:buClr>
              <a:buSzPts val="1200"/>
              <a:buFont typeface="Lato"/>
              <a:buNone/>
              <a:defRPr>
                <a:solidFill>
                  <a:schemeClr val="accent6"/>
                </a:solidFill>
              </a:defRPr>
            </a:lvl7pPr>
            <a:lvl8pPr lvl="7">
              <a:lnSpc>
                <a:spcPct val="100000"/>
              </a:lnSpc>
              <a:spcBef>
                <a:spcPts val="1000"/>
              </a:spcBef>
              <a:spcAft>
                <a:spcPts val="0"/>
              </a:spcAft>
              <a:buClr>
                <a:schemeClr val="accent6"/>
              </a:buClr>
              <a:buSzPts val="1200"/>
              <a:buFont typeface="Lato"/>
              <a:buNone/>
              <a:defRPr>
                <a:solidFill>
                  <a:schemeClr val="accent6"/>
                </a:solidFill>
              </a:defRPr>
            </a:lvl8pPr>
            <a:lvl9pPr lvl="8">
              <a:lnSpc>
                <a:spcPct val="100000"/>
              </a:lnSpc>
              <a:spcBef>
                <a:spcPts val="1000"/>
              </a:spcBef>
              <a:spcAft>
                <a:spcPts val="1000"/>
              </a:spcAft>
              <a:buClr>
                <a:schemeClr val="accent6"/>
              </a:buClr>
              <a:buSzPts val="1200"/>
              <a:buFont typeface="Lato"/>
              <a:buNone/>
              <a:defRPr>
                <a:solidFill>
                  <a:schemeClr val="accent6"/>
                </a:solidFill>
              </a:defRPr>
            </a:lvl9pPr>
          </a:lstStyle>
          <a:p/>
        </p:txBody>
      </p:sp>
      <p:sp>
        <p:nvSpPr>
          <p:cNvPr id="133" name="Google Shape;133;p14"/>
          <p:cNvSpPr txBox="1"/>
          <p:nvPr>
            <p:ph idx="5" type="subTitle"/>
          </p:nvPr>
        </p:nvSpPr>
        <p:spPr>
          <a:xfrm>
            <a:off x="7371675" y="2073450"/>
            <a:ext cx="1294500" cy="16428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200"/>
              <a:buFont typeface="Lato"/>
              <a:buNone/>
              <a:defRPr>
                <a:solidFill>
                  <a:schemeClr val="accent6"/>
                </a:solidFill>
              </a:defRPr>
            </a:lvl1pPr>
            <a:lvl2pPr lvl="1">
              <a:lnSpc>
                <a:spcPct val="100000"/>
              </a:lnSpc>
              <a:spcBef>
                <a:spcPts val="1000"/>
              </a:spcBef>
              <a:spcAft>
                <a:spcPts val="0"/>
              </a:spcAft>
              <a:buClr>
                <a:schemeClr val="accent6"/>
              </a:buClr>
              <a:buSzPts val="1200"/>
              <a:buFont typeface="Lato"/>
              <a:buNone/>
              <a:defRPr>
                <a:solidFill>
                  <a:schemeClr val="accent6"/>
                </a:solidFill>
              </a:defRPr>
            </a:lvl2pPr>
            <a:lvl3pPr lvl="2">
              <a:lnSpc>
                <a:spcPct val="100000"/>
              </a:lnSpc>
              <a:spcBef>
                <a:spcPts val="1000"/>
              </a:spcBef>
              <a:spcAft>
                <a:spcPts val="0"/>
              </a:spcAft>
              <a:buClr>
                <a:schemeClr val="accent6"/>
              </a:buClr>
              <a:buSzPts val="1200"/>
              <a:buFont typeface="Lato"/>
              <a:buNone/>
              <a:defRPr>
                <a:solidFill>
                  <a:schemeClr val="accent6"/>
                </a:solidFill>
              </a:defRPr>
            </a:lvl3pPr>
            <a:lvl4pPr lvl="3">
              <a:lnSpc>
                <a:spcPct val="100000"/>
              </a:lnSpc>
              <a:spcBef>
                <a:spcPts val="1000"/>
              </a:spcBef>
              <a:spcAft>
                <a:spcPts val="0"/>
              </a:spcAft>
              <a:buClr>
                <a:schemeClr val="accent6"/>
              </a:buClr>
              <a:buSzPts val="1200"/>
              <a:buFont typeface="Lato"/>
              <a:buNone/>
              <a:defRPr>
                <a:solidFill>
                  <a:schemeClr val="accent6"/>
                </a:solidFill>
              </a:defRPr>
            </a:lvl4pPr>
            <a:lvl5pPr lvl="4">
              <a:lnSpc>
                <a:spcPct val="100000"/>
              </a:lnSpc>
              <a:spcBef>
                <a:spcPts val="1000"/>
              </a:spcBef>
              <a:spcAft>
                <a:spcPts val="0"/>
              </a:spcAft>
              <a:buClr>
                <a:schemeClr val="accent6"/>
              </a:buClr>
              <a:buSzPts val="1200"/>
              <a:buFont typeface="Lato"/>
              <a:buNone/>
              <a:defRPr>
                <a:solidFill>
                  <a:schemeClr val="accent6"/>
                </a:solidFill>
              </a:defRPr>
            </a:lvl5pPr>
            <a:lvl6pPr lvl="5">
              <a:lnSpc>
                <a:spcPct val="100000"/>
              </a:lnSpc>
              <a:spcBef>
                <a:spcPts val="1000"/>
              </a:spcBef>
              <a:spcAft>
                <a:spcPts val="0"/>
              </a:spcAft>
              <a:buClr>
                <a:schemeClr val="accent6"/>
              </a:buClr>
              <a:buSzPts val="1200"/>
              <a:buFont typeface="Lato"/>
              <a:buNone/>
              <a:defRPr>
                <a:solidFill>
                  <a:schemeClr val="accent6"/>
                </a:solidFill>
              </a:defRPr>
            </a:lvl6pPr>
            <a:lvl7pPr lvl="6">
              <a:lnSpc>
                <a:spcPct val="100000"/>
              </a:lnSpc>
              <a:spcBef>
                <a:spcPts val="1000"/>
              </a:spcBef>
              <a:spcAft>
                <a:spcPts val="0"/>
              </a:spcAft>
              <a:buClr>
                <a:schemeClr val="accent6"/>
              </a:buClr>
              <a:buSzPts val="1200"/>
              <a:buFont typeface="Lato"/>
              <a:buNone/>
              <a:defRPr>
                <a:solidFill>
                  <a:schemeClr val="accent6"/>
                </a:solidFill>
              </a:defRPr>
            </a:lvl7pPr>
            <a:lvl8pPr lvl="7">
              <a:lnSpc>
                <a:spcPct val="100000"/>
              </a:lnSpc>
              <a:spcBef>
                <a:spcPts val="1000"/>
              </a:spcBef>
              <a:spcAft>
                <a:spcPts val="0"/>
              </a:spcAft>
              <a:buClr>
                <a:schemeClr val="accent6"/>
              </a:buClr>
              <a:buSzPts val="1200"/>
              <a:buFont typeface="Lato"/>
              <a:buNone/>
              <a:defRPr>
                <a:solidFill>
                  <a:schemeClr val="accent6"/>
                </a:solidFill>
              </a:defRPr>
            </a:lvl8pPr>
            <a:lvl9pPr lvl="8">
              <a:lnSpc>
                <a:spcPct val="100000"/>
              </a:lnSpc>
              <a:spcBef>
                <a:spcPts val="1000"/>
              </a:spcBef>
              <a:spcAft>
                <a:spcPts val="1000"/>
              </a:spcAft>
              <a:buClr>
                <a:schemeClr val="accent6"/>
              </a:buClr>
              <a:buSzPts val="1200"/>
              <a:buFont typeface="Lato"/>
              <a:buNone/>
              <a:defRPr>
                <a:solidFill>
                  <a:schemeClr val="accent6"/>
                </a:solidFill>
              </a:defRPr>
            </a:lvl9pPr>
          </a:lstStyle>
          <a:p/>
        </p:txBody>
      </p:sp>
      <p:sp>
        <p:nvSpPr>
          <p:cNvPr id="134" name="Google Shape;134;p14"/>
          <p:cNvSpPr txBox="1"/>
          <p:nvPr>
            <p:ph idx="6" type="subTitle"/>
          </p:nvPr>
        </p:nvSpPr>
        <p:spPr>
          <a:xfrm>
            <a:off x="5794450" y="3940350"/>
            <a:ext cx="2831400" cy="917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200"/>
              <a:buFont typeface="Lato"/>
              <a:buNone/>
              <a:defRPr>
                <a:solidFill>
                  <a:schemeClr val="accent6"/>
                </a:solidFill>
              </a:defRPr>
            </a:lvl1pPr>
            <a:lvl2pPr lvl="1">
              <a:lnSpc>
                <a:spcPct val="100000"/>
              </a:lnSpc>
              <a:spcBef>
                <a:spcPts val="1000"/>
              </a:spcBef>
              <a:spcAft>
                <a:spcPts val="0"/>
              </a:spcAft>
              <a:buClr>
                <a:schemeClr val="accent6"/>
              </a:buClr>
              <a:buSzPts val="1200"/>
              <a:buFont typeface="Lato"/>
              <a:buNone/>
              <a:defRPr>
                <a:solidFill>
                  <a:schemeClr val="accent6"/>
                </a:solidFill>
              </a:defRPr>
            </a:lvl2pPr>
            <a:lvl3pPr lvl="2">
              <a:lnSpc>
                <a:spcPct val="100000"/>
              </a:lnSpc>
              <a:spcBef>
                <a:spcPts val="1000"/>
              </a:spcBef>
              <a:spcAft>
                <a:spcPts val="0"/>
              </a:spcAft>
              <a:buClr>
                <a:schemeClr val="accent6"/>
              </a:buClr>
              <a:buSzPts val="1200"/>
              <a:buFont typeface="Lato"/>
              <a:buNone/>
              <a:defRPr>
                <a:solidFill>
                  <a:schemeClr val="accent6"/>
                </a:solidFill>
              </a:defRPr>
            </a:lvl3pPr>
            <a:lvl4pPr lvl="3">
              <a:lnSpc>
                <a:spcPct val="100000"/>
              </a:lnSpc>
              <a:spcBef>
                <a:spcPts val="1000"/>
              </a:spcBef>
              <a:spcAft>
                <a:spcPts val="0"/>
              </a:spcAft>
              <a:buClr>
                <a:schemeClr val="accent6"/>
              </a:buClr>
              <a:buSzPts val="1200"/>
              <a:buFont typeface="Lato"/>
              <a:buNone/>
              <a:defRPr>
                <a:solidFill>
                  <a:schemeClr val="accent6"/>
                </a:solidFill>
              </a:defRPr>
            </a:lvl4pPr>
            <a:lvl5pPr lvl="4">
              <a:lnSpc>
                <a:spcPct val="100000"/>
              </a:lnSpc>
              <a:spcBef>
                <a:spcPts val="1000"/>
              </a:spcBef>
              <a:spcAft>
                <a:spcPts val="0"/>
              </a:spcAft>
              <a:buClr>
                <a:schemeClr val="accent6"/>
              </a:buClr>
              <a:buSzPts val="1200"/>
              <a:buFont typeface="Lato"/>
              <a:buNone/>
              <a:defRPr>
                <a:solidFill>
                  <a:schemeClr val="accent6"/>
                </a:solidFill>
              </a:defRPr>
            </a:lvl5pPr>
            <a:lvl6pPr lvl="5">
              <a:lnSpc>
                <a:spcPct val="100000"/>
              </a:lnSpc>
              <a:spcBef>
                <a:spcPts val="1000"/>
              </a:spcBef>
              <a:spcAft>
                <a:spcPts val="0"/>
              </a:spcAft>
              <a:buClr>
                <a:schemeClr val="accent6"/>
              </a:buClr>
              <a:buSzPts val="1200"/>
              <a:buFont typeface="Lato"/>
              <a:buNone/>
              <a:defRPr>
                <a:solidFill>
                  <a:schemeClr val="accent6"/>
                </a:solidFill>
              </a:defRPr>
            </a:lvl6pPr>
            <a:lvl7pPr lvl="6">
              <a:lnSpc>
                <a:spcPct val="100000"/>
              </a:lnSpc>
              <a:spcBef>
                <a:spcPts val="1000"/>
              </a:spcBef>
              <a:spcAft>
                <a:spcPts val="0"/>
              </a:spcAft>
              <a:buClr>
                <a:schemeClr val="accent6"/>
              </a:buClr>
              <a:buSzPts val="1200"/>
              <a:buFont typeface="Lato"/>
              <a:buNone/>
              <a:defRPr>
                <a:solidFill>
                  <a:schemeClr val="accent6"/>
                </a:solidFill>
              </a:defRPr>
            </a:lvl7pPr>
            <a:lvl8pPr lvl="7">
              <a:lnSpc>
                <a:spcPct val="100000"/>
              </a:lnSpc>
              <a:spcBef>
                <a:spcPts val="1000"/>
              </a:spcBef>
              <a:spcAft>
                <a:spcPts val="0"/>
              </a:spcAft>
              <a:buClr>
                <a:schemeClr val="accent6"/>
              </a:buClr>
              <a:buSzPts val="1200"/>
              <a:buFont typeface="Lato"/>
              <a:buNone/>
              <a:defRPr>
                <a:solidFill>
                  <a:schemeClr val="accent6"/>
                </a:solidFill>
              </a:defRPr>
            </a:lvl8pPr>
            <a:lvl9pPr lvl="8">
              <a:lnSpc>
                <a:spcPct val="100000"/>
              </a:lnSpc>
              <a:spcBef>
                <a:spcPts val="1000"/>
              </a:spcBef>
              <a:spcAft>
                <a:spcPts val="1000"/>
              </a:spcAft>
              <a:buClr>
                <a:schemeClr val="accent6"/>
              </a:buClr>
              <a:buSzPts val="1200"/>
              <a:buFont typeface="Lato"/>
              <a:buNone/>
              <a:defRPr>
                <a:solidFill>
                  <a:schemeClr val="accent6"/>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1">
  <p:cSld name="BLANK_1_1_1_1_1_1_1_1_1_1_1_1_1_1_1">
    <p:bg>
      <p:bgPr>
        <a:solidFill>
          <a:schemeClr val="lt1"/>
        </a:solidFill>
      </p:bgPr>
    </p:bg>
    <p:spTree>
      <p:nvGrpSpPr>
        <p:cNvPr id="135" name="Shape 135"/>
        <p:cNvGrpSpPr/>
        <p:nvPr/>
      </p:nvGrpSpPr>
      <p:grpSpPr>
        <a:xfrm>
          <a:off x="0" y="0"/>
          <a:ext cx="0" cy="0"/>
          <a:chOff x="0" y="0"/>
          <a:chExt cx="0" cy="0"/>
        </a:xfrm>
      </p:grpSpPr>
      <p:sp>
        <p:nvSpPr>
          <p:cNvPr id="136" name="Google Shape;136;p15"/>
          <p:cNvSpPr txBox="1"/>
          <p:nvPr>
            <p:ph idx="1" type="subTitle"/>
          </p:nvPr>
        </p:nvSpPr>
        <p:spPr>
          <a:xfrm>
            <a:off x="455153" y="1847050"/>
            <a:ext cx="1278600" cy="4101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000"/>
              <a:buFont typeface="Quantico"/>
              <a:buNone/>
              <a:defRPr>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000"/>
              <a:buFont typeface="Quantico"/>
              <a:buNone/>
              <a:defRPr>
                <a:solidFill>
                  <a:schemeClr val="accent6"/>
                </a:solidFill>
                <a:latin typeface="Quantico"/>
                <a:ea typeface="Quantico"/>
                <a:cs typeface="Quantico"/>
                <a:sym typeface="Quantico"/>
              </a:defRPr>
            </a:lvl9pPr>
          </a:lstStyle>
          <a:p/>
        </p:txBody>
      </p:sp>
      <p:sp>
        <p:nvSpPr>
          <p:cNvPr id="137" name="Google Shape;137;p15"/>
          <p:cNvSpPr txBox="1"/>
          <p:nvPr>
            <p:ph idx="2" type="subTitle"/>
          </p:nvPr>
        </p:nvSpPr>
        <p:spPr>
          <a:xfrm>
            <a:off x="455153" y="2961963"/>
            <a:ext cx="1278600" cy="4101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000"/>
              <a:buFont typeface="Quantico"/>
              <a:buNone/>
              <a:defRPr>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000"/>
              <a:buFont typeface="Quantico"/>
              <a:buNone/>
              <a:defRPr>
                <a:solidFill>
                  <a:schemeClr val="accent6"/>
                </a:solidFill>
                <a:latin typeface="Quantico"/>
                <a:ea typeface="Quantico"/>
                <a:cs typeface="Quantico"/>
                <a:sym typeface="Quantico"/>
              </a:defRPr>
            </a:lvl9pPr>
          </a:lstStyle>
          <a:p/>
        </p:txBody>
      </p:sp>
      <p:sp>
        <p:nvSpPr>
          <p:cNvPr id="138" name="Google Shape;138;p15"/>
          <p:cNvSpPr txBox="1"/>
          <p:nvPr>
            <p:ph idx="3" type="subTitle"/>
          </p:nvPr>
        </p:nvSpPr>
        <p:spPr>
          <a:xfrm>
            <a:off x="455146" y="3929375"/>
            <a:ext cx="1278600" cy="4101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000"/>
              <a:buFont typeface="Quantico"/>
              <a:buNone/>
              <a:defRPr>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000"/>
              <a:buFont typeface="Quantico"/>
              <a:buNone/>
              <a:defRPr>
                <a:solidFill>
                  <a:schemeClr val="accent6"/>
                </a:solidFill>
                <a:latin typeface="Quantico"/>
                <a:ea typeface="Quantico"/>
                <a:cs typeface="Quantico"/>
                <a:sym typeface="Quantico"/>
              </a:defRPr>
            </a:lvl9pPr>
          </a:lstStyle>
          <a:p/>
        </p:txBody>
      </p:sp>
      <p:sp>
        <p:nvSpPr>
          <p:cNvPr id="139" name="Google Shape;139;p15"/>
          <p:cNvSpPr txBox="1"/>
          <p:nvPr>
            <p:ph idx="4" type="subTitle"/>
          </p:nvPr>
        </p:nvSpPr>
        <p:spPr>
          <a:xfrm>
            <a:off x="1781075" y="1241375"/>
            <a:ext cx="1498800" cy="276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000"/>
              <a:buFont typeface="Quantico"/>
              <a:buNone/>
              <a:defRPr>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000"/>
              <a:buFont typeface="Quantico"/>
              <a:buNone/>
              <a:defRPr>
                <a:solidFill>
                  <a:schemeClr val="accent6"/>
                </a:solidFill>
                <a:latin typeface="Quantico"/>
                <a:ea typeface="Quantico"/>
                <a:cs typeface="Quantico"/>
                <a:sym typeface="Quantico"/>
              </a:defRPr>
            </a:lvl9pPr>
          </a:lstStyle>
          <a:p/>
        </p:txBody>
      </p:sp>
      <p:sp>
        <p:nvSpPr>
          <p:cNvPr id="140" name="Google Shape;140;p15"/>
          <p:cNvSpPr txBox="1"/>
          <p:nvPr>
            <p:ph idx="5" type="subTitle"/>
          </p:nvPr>
        </p:nvSpPr>
        <p:spPr>
          <a:xfrm>
            <a:off x="3596300" y="1241375"/>
            <a:ext cx="1498800" cy="276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000"/>
              <a:buFont typeface="Quantico"/>
              <a:buNone/>
              <a:defRPr>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000"/>
              <a:buFont typeface="Quantico"/>
              <a:buNone/>
              <a:defRPr>
                <a:solidFill>
                  <a:schemeClr val="accent6"/>
                </a:solidFill>
                <a:latin typeface="Quantico"/>
                <a:ea typeface="Quantico"/>
                <a:cs typeface="Quantico"/>
                <a:sym typeface="Quantico"/>
              </a:defRPr>
            </a:lvl9pPr>
          </a:lstStyle>
          <a:p/>
        </p:txBody>
      </p:sp>
      <p:sp>
        <p:nvSpPr>
          <p:cNvPr id="141" name="Google Shape;141;p15"/>
          <p:cNvSpPr txBox="1"/>
          <p:nvPr>
            <p:ph idx="6" type="subTitle"/>
          </p:nvPr>
        </p:nvSpPr>
        <p:spPr>
          <a:xfrm>
            <a:off x="5411525" y="1241375"/>
            <a:ext cx="1498800" cy="276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000"/>
              <a:buFont typeface="Quantico"/>
              <a:buNone/>
              <a:defRPr>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000"/>
              <a:buFont typeface="Quantico"/>
              <a:buNone/>
              <a:defRPr>
                <a:solidFill>
                  <a:schemeClr val="accent6"/>
                </a:solidFill>
                <a:latin typeface="Quantico"/>
                <a:ea typeface="Quantico"/>
                <a:cs typeface="Quantico"/>
                <a:sym typeface="Quantico"/>
              </a:defRPr>
            </a:lvl9pPr>
          </a:lstStyle>
          <a:p/>
        </p:txBody>
      </p:sp>
      <p:sp>
        <p:nvSpPr>
          <p:cNvPr id="142" name="Google Shape;142;p15"/>
          <p:cNvSpPr txBox="1"/>
          <p:nvPr>
            <p:ph idx="7" type="subTitle"/>
          </p:nvPr>
        </p:nvSpPr>
        <p:spPr>
          <a:xfrm>
            <a:off x="7226750" y="1241375"/>
            <a:ext cx="1498800" cy="2640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000"/>
              <a:buFont typeface="Quantico"/>
              <a:buNone/>
              <a:defRPr>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000"/>
              <a:buFont typeface="Quantico"/>
              <a:buNone/>
              <a:defRPr>
                <a:solidFill>
                  <a:schemeClr val="accent6"/>
                </a:solidFill>
                <a:latin typeface="Quantico"/>
                <a:ea typeface="Quantico"/>
                <a:cs typeface="Quantico"/>
                <a:sym typeface="Quantico"/>
              </a:defRPr>
            </a:lvl9pPr>
          </a:lstStyle>
          <a:p/>
        </p:txBody>
      </p:sp>
      <p:sp>
        <p:nvSpPr>
          <p:cNvPr id="143" name="Google Shape;143;p15"/>
          <p:cNvSpPr txBox="1"/>
          <p:nvPr>
            <p:ph idx="8" type="subTitle"/>
          </p:nvPr>
        </p:nvSpPr>
        <p:spPr>
          <a:xfrm>
            <a:off x="1979675" y="1790375"/>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44" name="Google Shape;144;p15"/>
          <p:cNvSpPr txBox="1"/>
          <p:nvPr>
            <p:ph idx="9" type="subTitle"/>
          </p:nvPr>
        </p:nvSpPr>
        <p:spPr>
          <a:xfrm>
            <a:off x="1979675" y="2883669"/>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45" name="Google Shape;145;p15"/>
          <p:cNvSpPr txBox="1"/>
          <p:nvPr>
            <p:ph idx="13" type="subTitle"/>
          </p:nvPr>
        </p:nvSpPr>
        <p:spPr>
          <a:xfrm>
            <a:off x="1979675" y="4040075"/>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46" name="Google Shape;146;p15"/>
          <p:cNvSpPr txBox="1"/>
          <p:nvPr>
            <p:ph idx="14" type="subTitle"/>
          </p:nvPr>
        </p:nvSpPr>
        <p:spPr>
          <a:xfrm>
            <a:off x="3805975" y="1790375"/>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47" name="Google Shape;147;p15"/>
          <p:cNvSpPr txBox="1"/>
          <p:nvPr>
            <p:ph idx="15" type="subTitle"/>
          </p:nvPr>
        </p:nvSpPr>
        <p:spPr>
          <a:xfrm>
            <a:off x="3805975" y="2883669"/>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48" name="Google Shape;148;p15"/>
          <p:cNvSpPr txBox="1"/>
          <p:nvPr>
            <p:ph idx="16" type="subTitle"/>
          </p:nvPr>
        </p:nvSpPr>
        <p:spPr>
          <a:xfrm>
            <a:off x="3805975" y="4040075"/>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49" name="Google Shape;149;p15"/>
          <p:cNvSpPr txBox="1"/>
          <p:nvPr>
            <p:ph idx="17" type="subTitle"/>
          </p:nvPr>
        </p:nvSpPr>
        <p:spPr>
          <a:xfrm>
            <a:off x="5632275" y="1790375"/>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50" name="Google Shape;150;p15"/>
          <p:cNvSpPr txBox="1"/>
          <p:nvPr>
            <p:ph idx="18" type="subTitle"/>
          </p:nvPr>
        </p:nvSpPr>
        <p:spPr>
          <a:xfrm>
            <a:off x="5632275" y="2883669"/>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51" name="Google Shape;151;p15"/>
          <p:cNvSpPr txBox="1"/>
          <p:nvPr>
            <p:ph idx="19" type="subTitle"/>
          </p:nvPr>
        </p:nvSpPr>
        <p:spPr>
          <a:xfrm>
            <a:off x="5632275" y="4040075"/>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52" name="Google Shape;152;p15"/>
          <p:cNvSpPr txBox="1"/>
          <p:nvPr>
            <p:ph idx="20" type="subTitle"/>
          </p:nvPr>
        </p:nvSpPr>
        <p:spPr>
          <a:xfrm>
            <a:off x="7458575" y="1790375"/>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53" name="Google Shape;153;p15"/>
          <p:cNvSpPr txBox="1"/>
          <p:nvPr>
            <p:ph idx="21" type="subTitle"/>
          </p:nvPr>
        </p:nvSpPr>
        <p:spPr>
          <a:xfrm>
            <a:off x="7458575" y="2883669"/>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54" name="Google Shape;154;p15"/>
          <p:cNvSpPr txBox="1"/>
          <p:nvPr>
            <p:ph idx="22" type="subTitle"/>
          </p:nvPr>
        </p:nvSpPr>
        <p:spPr>
          <a:xfrm>
            <a:off x="7458575" y="4040075"/>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55" name="Google Shape;155;p15"/>
          <p:cNvSpPr txBox="1"/>
          <p:nvPr>
            <p:ph type="title"/>
          </p:nvPr>
        </p:nvSpPr>
        <p:spPr>
          <a:xfrm>
            <a:off x="452621" y="455239"/>
            <a:ext cx="6964800" cy="6510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accent6"/>
              </a:buClr>
              <a:buSzPts val="3000"/>
              <a:buNone/>
              <a:defRPr sz="2400">
                <a:solidFill>
                  <a:schemeClr val="accent6"/>
                </a:solidFill>
              </a:defRPr>
            </a:lvl1pPr>
            <a:lvl2pPr lvl="1">
              <a:lnSpc>
                <a:spcPct val="9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2pPr>
            <a:lvl3pPr lvl="2">
              <a:lnSpc>
                <a:spcPct val="9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3pPr>
            <a:lvl4pPr lvl="3">
              <a:lnSpc>
                <a:spcPct val="9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4pPr>
            <a:lvl5pPr lvl="4">
              <a:lnSpc>
                <a:spcPct val="9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5pPr>
            <a:lvl6pPr lvl="5">
              <a:lnSpc>
                <a:spcPct val="9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6pPr>
            <a:lvl7pPr lvl="6">
              <a:lnSpc>
                <a:spcPct val="9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7pPr>
            <a:lvl8pPr lvl="7">
              <a:lnSpc>
                <a:spcPct val="9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8pPr>
            <a:lvl9pPr lvl="8">
              <a:lnSpc>
                <a:spcPct val="9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2">
  <p:cSld name="CUSTOM_14">
    <p:bg>
      <p:bgPr>
        <a:solidFill>
          <a:schemeClr val="lt1"/>
        </a:solidFill>
      </p:bgPr>
    </p:bg>
    <p:spTree>
      <p:nvGrpSpPr>
        <p:cNvPr id="156" name="Shape 156"/>
        <p:cNvGrpSpPr/>
        <p:nvPr/>
      </p:nvGrpSpPr>
      <p:grpSpPr>
        <a:xfrm>
          <a:off x="0" y="0"/>
          <a:ext cx="0" cy="0"/>
          <a:chOff x="0" y="0"/>
          <a:chExt cx="0" cy="0"/>
        </a:xfrm>
      </p:grpSpPr>
      <p:sp>
        <p:nvSpPr>
          <p:cNvPr id="157" name="Google Shape;157;p16"/>
          <p:cNvSpPr txBox="1"/>
          <p:nvPr>
            <p:ph type="title"/>
          </p:nvPr>
        </p:nvSpPr>
        <p:spPr>
          <a:xfrm>
            <a:off x="966625" y="1926200"/>
            <a:ext cx="1589700" cy="301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4"/>
              </a:buClr>
              <a:buSzPts val="1200"/>
              <a:buNone/>
              <a:defRPr sz="1200">
                <a:solidFill>
                  <a:schemeClr val="accent4"/>
                </a:solidFill>
              </a:defRPr>
            </a:lvl1pPr>
            <a:lvl2pPr lvl="1">
              <a:spcBef>
                <a:spcPts val="0"/>
              </a:spcBef>
              <a:spcAft>
                <a:spcPts val="0"/>
              </a:spcAft>
              <a:buClr>
                <a:schemeClr val="accent4"/>
              </a:buClr>
              <a:buSzPts val="1200"/>
              <a:buNone/>
              <a:defRPr sz="1200">
                <a:solidFill>
                  <a:schemeClr val="accent4"/>
                </a:solidFill>
                <a:latin typeface="Quantico"/>
                <a:ea typeface="Quantico"/>
                <a:cs typeface="Quantico"/>
                <a:sym typeface="Quantico"/>
              </a:defRPr>
            </a:lvl2pPr>
            <a:lvl3pPr lvl="2">
              <a:spcBef>
                <a:spcPts val="0"/>
              </a:spcBef>
              <a:spcAft>
                <a:spcPts val="0"/>
              </a:spcAft>
              <a:buClr>
                <a:schemeClr val="accent4"/>
              </a:buClr>
              <a:buSzPts val="1200"/>
              <a:buNone/>
              <a:defRPr sz="1200">
                <a:solidFill>
                  <a:schemeClr val="accent4"/>
                </a:solidFill>
                <a:latin typeface="Quantico"/>
                <a:ea typeface="Quantico"/>
                <a:cs typeface="Quantico"/>
                <a:sym typeface="Quantico"/>
              </a:defRPr>
            </a:lvl3pPr>
            <a:lvl4pPr lvl="3">
              <a:spcBef>
                <a:spcPts val="0"/>
              </a:spcBef>
              <a:spcAft>
                <a:spcPts val="0"/>
              </a:spcAft>
              <a:buClr>
                <a:schemeClr val="accent4"/>
              </a:buClr>
              <a:buSzPts val="1200"/>
              <a:buNone/>
              <a:defRPr sz="1200">
                <a:solidFill>
                  <a:schemeClr val="accent4"/>
                </a:solidFill>
                <a:latin typeface="Quantico"/>
                <a:ea typeface="Quantico"/>
                <a:cs typeface="Quantico"/>
                <a:sym typeface="Quantico"/>
              </a:defRPr>
            </a:lvl4pPr>
            <a:lvl5pPr lvl="4">
              <a:spcBef>
                <a:spcPts val="0"/>
              </a:spcBef>
              <a:spcAft>
                <a:spcPts val="0"/>
              </a:spcAft>
              <a:buClr>
                <a:schemeClr val="accent4"/>
              </a:buClr>
              <a:buSzPts val="1200"/>
              <a:buNone/>
              <a:defRPr sz="1200">
                <a:solidFill>
                  <a:schemeClr val="accent4"/>
                </a:solidFill>
                <a:latin typeface="Quantico"/>
                <a:ea typeface="Quantico"/>
                <a:cs typeface="Quantico"/>
                <a:sym typeface="Quantico"/>
              </a:defRPr>
            </a:lvl5pPr>
            <a:lvl6pPr lvl="5">
              <a:spcBef>
                <a:spcPts val="0"/>
              </a:spcBef>
              <a:spcAft>
                <a:spcPts val="0"/>
              </a:spcAft>
              <a:buClr>
                <a:schemeClr val="accent4"/>
              </a:buClr>
              <a:buSzPts val="1200"/>
              <a:buNone/>
              <a:defRPr sz="1200">
                <a:solidFill>
                  <a:schemeClr val="accent4"/>
                </a:solidFill>
                <a:latin typeface="Quantico"/>
                <a:ea typeface="Quantico"/>
                <a:cs typeface="Quantico"/>
                <a:sym typeface="Quantico"/>
              </a:defRPr>
            </a:lvl6pPr>
            <a:lvl7pPr lvl="6">
              <a:spcBef>
                <a:spcPts val="0"/>
              </a:spcBef>
              <a:spcAft>
                <a:spcPts val="0"/>
              </a:spcAft>
              <a:buClr>
                <a:schemeClr val="accent4"/>
              </a:buClr>
              <a:buSzPts val="1200"/>
              <a:buNone/>
              <a:defRPr sz="1200">
                <a:solidFill>
                  <a:schemeClr val="accent4"/>
                </a:solidFill>
                <a:latin typeface="Quantico"/>
                <a:ea typeface="Quantico"/>
                <a:cs typeface="Quantico"/>
                <a:sym typeface="Quantico"/>
              </a:defRPr>
            </a:lvl7pPr>
            <a:lvl8pPr lvl="7">
              <a:spcBef>
                <a:spcPts val="0"/>
              </a:spcBef>
              <a:spcAft>
                <a:spcPts val="0"/>
              </a:spcAft>
              <a:buClr>
                <a:schemeClr val="accent4"/>
              </a:buClr>
              <a:buSzPts val="1200"/>
              <a:buNone/>
              <a:defRPr sz="1200">
                <a:solidFill>
                  <a:schemeClr val="accent4"/>
                </a:solidFill>
                <a:latin typeface="Quantico"/>
                <a:ea typeface="Quantico"/>
                <a:cs typeface="Quantico"/>
                <a:sym typeface="Quantico"/>
              </a:defRPr>
            </a:lvl8pPr>
            <a:lvl9pPr lvl="8">
              <a:spcBef>
                <a:spcPts val="0"/>
              </a:spcBef>
              <a:spcAft>
                <a:spcPts val="0"/>
              </a:spcAft>
              <a:buClr>
                <a:schemeClr val="accent4"/>
              </a:buClr>
              <a:buSzPts val="1200"/>
              <a:buNone/>
              <a:defRPr sz="1200">
                <a:solidFill>
                  <a:schemeClr val="accent4"/>
                </a:solidFill>
                <a:latin typeface="Quantico"/>
                <a:ea typeface="Quantico"/>
                <a:cs typeface="Quantico"/>
                <a:sym typeface="Quantico"/>
              </a:defRPr>
            </a:lvl9pPr>
          </a:lstStyle>
          <a:p/>
        </p:txBody>
      </p:sp>
      <p:sp>
        <p:nvSpPr>
          <p:cNvPr id="158" name="Google Shape;158;p16"/>
          <p:cNvSpPr txBox="1"/>
          <p:nvPr>
            <p:ph idx="2" type="title"/>
          </p:nvPr>
        </p:nvSpPr>
        <p:spPr>
          <a:xfrm>
            <a:off x="2768150" y="1926200"/>
            <a:ext cx="1518900" cy="301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4"/>
              </a:buClr>
              <a:buSzPts val="1200"/>
              <a:buNone/>
              <a:defRPr sz="1200">
                <a:solidFill>
                  <a:schemeClr val="accent4"/>
                </a:solidFill>
              </a:defRPr>
            </a:lvl1pPr>
            <a:lvl2pPr lvl="1">
              <a:spcBef>
                <a:spcPts val="0"/>
              </a:spcBef>
              <a:spcAft>
                <a:spcPts val="0"/>
              </a:spcAft>
              <a:buClr>
                <a:schemeClr val="accent4"/>
              </a:buClr>
              <a:buSzPts val="1200"/>
              <a:buNone/>
              <a:defRPr sz="1200">
                <a:solidFill>
                  <a:schemeClr val="accent4"/>
                </a:solidFill>
                <a:latin typeface="Quantico"/>
                <a:ea typeface="Quantico"/>
                <a:cs typeface="Quantico"/>
                <a:sym typeface="Quantico"/>
              </a:defRPr>
            </a:lvl2pPr>
            <a:lvl3pPr lvl="2">
              <a:spcBef>
                <a:spcPts val="0"/>
              </a:spcBef>
              <a:spcAft>
                <a:spcPts val="0"/>
              </a:spcAft>
              <a:buClr>
                <a:schemeClr val="accent4"/>
              </a:buClr>
              <a:buSzPts val="1200"/>
              <a:buNone/>
              <a:defRPr sz="1200">
                <a:solidFill>
                  <a:schemeClr val="accent4"/>
                </a:solidFill>
                <a:latin typeface="Quantico"/>
                <a:ea typeface="Quantico"/>
                <a:cs typeface="Quantico"/>
                <a:sym typeface="Quantico"/>
              </a:defRPr>
            </a:lvl3pPr>
            <a:lvl4pPr lvl="3">
              <a:spcBef>
                <a:spcPts val="0"/>
              </a:spcBef>
              <a:spcAft>
                <a:spcPts val="0"/>
              </a:spcAft>
              <a:buClr>
                <a:schemeClr val="accent4"/>
              </a:buClr>
              <a:buSzPts val="1200"/>
              <a:buNone/>
              <a:defRPr sz="1200">
                <a:solidFill>
                  <a:schemeClr val="accent4"/>
                </a:solidFill>
                <a:latin typeface="Quantico"/>
                <a:ea typeface="Quantico"/>
                <a:cs typeface="Quantico"/>
                <a:sym typeface="Quantico"/>
              </a:defRPr>
            </a:lvl4pPr>
            <a:lvl5pPr lvl="4">
              <a:spcBef>
                <a:spcPts val="0"/>
              </a:spcBef>
              <a:spcAft>
                <a:spcPts val="0"/>
              </a:spcAft>
              <a:buClr>
                <a:schemeClr val="accent4"/>
              </a:buClr>
              <a:buSzPts val="1200"/>
              <a:buNone/>
              <a:defRPr sz="1200">
                <a:solidFill>
                  <a:schemeClr val="accent4"/>
                </a:solidFill>
                <a:latin typeface="Quantico"/>
                <a:ea typeface="Quantico"/>
                <a:cs typeface="Quantico"/>
                <a:sym typeface="Quantico"/>
              </a:defRPr>
            </a:lvl5pPr>
            <a:lvl6pPr lvl="5">
              <a:spcBef>
                <a:spcPts val="0"/>
              </a:spcBef>
              <a:spcAft>
                <a:spcPts val="0"/>
              </a:spcAft>
              <a:buClr>
                <a:schemeClr val="accent4"/>
              </a:buClr>
              <a:buSzPts val="1200"/>
              <a:buNone/>
              <a:defRPr sz="1200">
                <a:solidFill>
                  <a:schemeClr val="accent4"/>
                </a:solidFill>
                <a:latin typeface="Quantico"/>
                <a:ea typeface="Quantico"/>
                <a:cs typeface="Quantico"/>
                <a:sym typeface="Quantico"/>
              </a:defRPr>
            </a:lvl6pPr>
            <a:lvl7pPr lvl="6">
              <a:spcBef>
                <a:spcPts val="0"/>
              </a:spcBef>
              <a:spcAft>
                <a:spcPts val="0"/>
              </a:spcAft>
              <a:buClr>
                <a:schemeClr val="accent4"/>
              </a:buClr>
              <a:buSzPts val="1200"/>
              <a:buNone/>
              <a:defRPr sz="1200">
                <a:solidFill>
                  <a:schemeClr val="accent4"/>
                </a:solidFill>
                <a:latin typeface="Quantico"/>
                <a:ea typeface="Quantico"/>
                <a:cs typeface="Quantico"/>
                <a:sym typeface="Quantico"/>
              </a:defRPr>
            </a:lvl7pPr>
            <a:lvl8pPr lvl="7">
              <a:spcBef>
                <a:spcPts val="0"/>
              </a:spcBef>
              <a:spcAft>
                <a:spcPts val="0"/>
              </a:spcAft>
              <a:buClr>
                <a:schemeClr val="accent4"/>
              </a:buClr>
              <a:buSzPts val="1200"/>
              <a:buNone/>
              <a:defRPr sz="1200">
                <a:solidFill>
                  <a:schemeClr val="accent4"/>
                </a:solidFill>
                <a:latin typeface="Quantico"/>
                <a:ea typeface="Quantico"/>
                <a:cs typeface="Quantico"/>
                <a:sym typeface="Quantico"/>
              </a:defRPr>
            </a:lvl8pPr>
            <a:lvl9pPr lvl="8">
              <a:spcBef>
                <a:spcPts val="0"/>
              </a:spcBef>
              <a:spcAft>
                <a:spcPts val="0"/>
              </a:spcAft>
              <a:buClr>
                <a:schemeClr val="accent4"/>
              </a:buClr>
              <a:buSzPts val="1200"/>
              <a:buNone/>
              <a:defRPr sz="1200">
                <a:solidFill>
                  <a:schemeClr val="accent4"/>
                </a:solidFill>
                <a:latin typeface="Quantico"/>
                <a:ea typeface="Quantico"/>
                <a:cs typeface="Quantico"/>
                <a:sym typeface="Quantico"/>
              </a:defRPr>
            </a:lvl9pPr>
          </a:lstStyle>
          <a:p/>
        </p:txBody>
      </p:sp>
      <p:sp>
        <p:nvSpPr>
          <p:cNvPr id="159" name="Google Shape;159;p16"/>
          <p:cNvSpPr txBox="1"/>
          <p:nvPr>
            <p:ph idx="3" type="title"/>
          </p:nvPr>
        </p:nvSpPr>
        <p:spPr>
          <a:xfrm>
            <a:off x="4609425" y="1926200"/>
            <a:ext cx="1620000" cy="301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4"/>
              </a:buClr>
              <a:buSzPts val="1200"/>
              <a:buNone/>
              <a:defRPr sz="1200">
                <a:solidFill>
                  <a:schemeClr val="accent4"/>
                </a:solidFill>
              </a:defRPr>
            </a:lvl1pPr>
            <a:lvl2pPr lvl="1">
              <a:spcBef>
                <a:spcPts val="0"/>
              </a:spcBef>
              <a:spcAft>
                <a:spcPts val="0"/>
              </a:spcAft>
              <a:buClr>
                <a:schemeClr val="accent4"/>
              </a:buClr>
              <a:buSzPts val="1200"/>
              <a:buNone/>
              <a:defRPr sz="1200">
                <a:solidFill>
                  <a:schemeClr val="accent4"/>
                </a:solidFill>
                <a:latin typeface="Quantico"/>
                <a:ea typeface="Quantico"/>
                <a:cs typeface="Quantico"/>
                <a:sym typeface="Quantico"/>
              </a:defRPr>
            </a:lvl2pPr>
            <a:lvl3pPr lvl="2">
              <a:spcBef>
                <a:spcPts val="0"/>
              </a:spcBef>
              <a:spcAft>
                <a:spcPts val="0"/>
              </a:spcAft>
              <a:buClr>
                <a:schemeClr val="accent4"/>
              </a:buClr>
              <a:buSzPts val="1200"/>
              <a:buNone/>
              <a:defRPr sz="1200">
                <a:solidFill>
                  <a:schemeClr val="accent4"/>
                </a:solidFill>
                <a:latin typeface="Quantico"/>
                <a:ea typeface="Quantico"/>
                <a:cs typeface="Quantico"/>
                <a:sym typeface="Quantico"/>
              </a:defRPr>
            </a:lvl3pPr>
            <a:lvl4pPr lvl="3">
              <a:spcBef>
                <a:spcPts val="0"/>
              </a:spcBef>
              <a:spcAft>
                <a:spcPts val="0"/>
              </a:spcAft>
              <a:buClr>
                <a:schemeClr val="accent4"/>
              </a:buClr>
              <a:buSzPts val="1200"/>
              <a:buNone/>
              <a:defRPr sz="1200">
                <a:solidFill>
                  <a:schemeClr val="accent4"/>
                </a:solidFill>
                <a:latin typeface="Quantico"/>
                <a:ea typeface="Quantico"/>
                <a:cs typeface="Quantico"/>
                <a:sym typeface="Quantico"/>
              </a:defRPr>
            </a:lvl4pPr>
            <a:lvl5pPr lvl="4">
              <a:spcBef>
                <a:spcPts val="0"/>
              </a:spcBef>
              <a:spcAft>
                <a:spcPts val="0"/>
              </a:spcAft>
              <a:buClr>
                <a:schemeClr val="accent4"/>
              </a:buClr>
              <a:buSzPts val="1200"/>
              <a:buNone/>
              <a:defRPr sz="1200">
                <a:solidFill>
                  <a:schemeClr val="accent4"/>
                </a:solidFill>
                <a:latin typeface="Quantico"/>
                <a:ea typeface="Quantico"/>
                <a:cs typeface="Quantico"/>
                <a:sym typeface="Quantico"/>
              </a:defRPr>
            </a:lvl5pPr>
            <a:lvl6pPr lvl="5">
              <a:spcBef>
                <a:spcPts val="0"/>
              </a:spcBef>
              <a:spcAft>
                <a:spcPts val="0"/>
              </a:spcAft>
              <a:buClr>
                <a:schemeClr val="accent4"/>
              </a:buClr>
              <a:buSzPts val="1200"/>
              <a:buNone/>
              <a:defRPr sz="1200">
                <a:solidFill>
                  <a:schemeClr val="accent4"/>
                </a:solidFill>
                <a:latin typeface="Quantico"/>
                <a:ea typeface="Quantico"/>
                <a:cs typeface="Quantico"/>
                <a:sym typeface="Quantico"/>
              </a:defRPr>
            </a:lvl6pPr>
            <a:lvl7pPr lvl="6">
              <a:spcBef>
                <a:spcPts val="0"/>
              </a:spcBef>
              <a:spcAft>
                <a:spcPts val="0"/>
              </a:spcAft>
              <a:buClr>
                <a:schemeClr val="accent4"/>
              </a:buClr>
              <a:buSzPts val="1200"/>
              <a:buNone/>
              <a:defRPr sz="1200">
                <a:solidFill>
                  <a:schemeClr val="accent4"/>
                </a:solidFill>
                <a:latin typeface="Quantico"/>
                <a:ea typeface="Quantico"/>
                <a:cs typeface="Quantico"/>
                <a:sym typeface="Quantico"/>
              </a:defRPr>
            </a:lvl7pPr>
            <a:lvl8pPr lvl="7">
              <a:spcBef>
                <a:spcPts val="0"/>
              </a:spcBef>
              <a:spcAft>
                <a:spcPts val="0"/>
              </a:spcAft>
              <a:buClr>
                <a:schemeClr val="accent4"/>
              </a:buClr>
              <a:buSzPts val="1200"/>
              <a:buNone/>
              <a:defRPr sz="1200">
                <a:solidFill>
                  <a:schemeClr val="accent4"/>
                </a:solidFill>
                <a:latin typeface="Quantico"/>
                <a:ea typeface="Quantico"/>
                <a:cs typeface="Quantico"/>
                <a:sym typeface="Quantico"/>
              </a:defRPr>
            </a:lvl8pPr>
            <a:lvl9pPr lvl="8">
              <a:spcBef>
                <a:spcPts val="0"/>
              </a:spcBef>
              <a:spcAft>
                <a:spcPts val="0"/>
              </a:spcAft>
              <a:buClr>
                <a:schemeClr val="accent4"/>
              </a:buClr>
              <a:buSzPts val="1200"/>
              <a:buNone/>
              <a:defRPr sz="1200">
                <a:solidFill>
                  <a:schemeClr val="accent4"/>
                </a:solidFill>
                <a:latin typeface="Quantico"/>
                <a:ea typeface="Quantico"/>
                <a:cs typeface="Quantico"/>
                <a:sym typeface="Quantico"/>
              </a:defRPr>
            </a:lvl9pPr>
          </a:lstStyle>
          <a:p/>
        </p:txBody>
      </p:sp>
      <p:sp>
        <p:nvSpPr>
          <p:cNvPr id="160" name="Google Shape;160;p16"/>
          <p:cNvSpPr txBox="1"/>
          <p:nvPr>
            <p:ph idx="4" type="title"/>
          </p:nvPr>
        </p:nvSpPr>
        <p:spPr>
          <a:xfrm>
            <a:off x="2876400" y="4053150"/>
            <a:ext cx="1376700" cy="10911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1pPr>
            <a:lvl2pPr lvl="1">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2pPr>
            <a:lvl3pPr lvl="2">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3pPr>
            <a:lvl4pPr lvl="3">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4pPr>
            <a:lvl5pPr lvl="4">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5pPr>
            <a:lvl6pPr lvl="5">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6pPr>
            <a:lvl7pPr lvl="6">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7pPr>
            <a:lvl8pPr lvl="7">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8pPr>
            <a:lvl9pPr lvl="8">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9pPr>
          </a:lstStyle>
          <a:p/>
        </p:txBody>
      </p:sp>
      <p:sp>
        <p:nvSpPr>
          <p:cNvPr id="161" name="Google Shape;161;p16"/>
          <p:cNvSpPr txBox="1"/>
          <p:nvPr>
            <p:ph idx="5" type="title"/>
          </p:nvPr>
        </p:nvSpPr>
        <p:spPr>
          <a:xfrm>
            <a:off x="6564575" y="4053150"/>
            <a:ext cx="1376700" cy="10911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1pPr>
            <a:lvl2pPr lvl="1">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2pPr>
            <a:lvl3pPr lvl="2">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3pPr>
            <a:lvl4pPr lvl="3">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4pPr>
            <a:lvl5pPr lvl="4">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5pPr>
            <a:lvl6pPr lvl="5">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6pPr>
            <a:lvl7pPr lvl="6">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7pPr>
            <a:lvl8pPr lvl="7">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8pPr>
            <a:lvl9pPr lvl="8">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9pPr>
          </a:lstStyle>
          <a:p/>
        </p:txBody>
      </p:sp>
      <p:sp>
        <p:nvSpPr>
          <p:cNvPr id="162" name="Google Shape;162;p16"/>
          <p:cNvSpPr txBox="1"/>
          <p:nvPr>
            <p:ph idx="6" type="title"/>
          </p:nvPr>
        </p:nvSpPr>
        <p:spPr>
          <a:xfrm>
            <a:off x="966625" y="2228000"/>
            <a:ext cx="1294500" cy="10911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chemeClr val="accent6"/>
              </a:buClr>
              <a:buSzPts val="1000"/>
              <a:buNone/>
              <a:defRPr sz="1000">
                <a:solidFill>
                  <a:schemeClr val="accent6"/>
                </a:solidFill>
                <a:latin typeface="Lato"/>
                <a:ea typeface="Lato"/>
                <a:cs typeface="Lato"/>
                <a:sym typeface="Lato"/>
              </a:defRPr>
            </a:lvl1pPr>
            <a:lvl2pPr lvl="1">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2pPr>
            <a:lvl3pPr lvl="2">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3pPr>
            <a:lvl4pPr lvl="3">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4pPr>
            <a:lvl5pPr lvl="4">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5pPr>
            <a:lvl6pPr lvl="5">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6pPr>
            <a:lvl7pPr lvl="6">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7pPr>
            <a:lvl8pPr lvl="7">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8pPr>
            <a:lvl9pPr lvl="8">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9pPr>
          </a:lstStyle>
          <a:p/>
        </p:txBody>
      </p:sp>
      <p:sp>
        <p:nvSpPr>
          <p:cNvPr id="163" name="Google Shape;163;p16"/>
          <p:cNvSpPr txBox="1"/>
          <p:nvPr>
            <p:ph idx="7" type="title"/>
          </p:nvPr>
        </p:nvSpPr>
        <p:spPr>
          <a:xfrm>
            <a:off x="2768161" y="2228000"/>
            <a:ext cx="1294500" cy="10911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chemeClr val="accent6"/>
              </a:buClr>
              <a:buSzPts val="1000"/>
              <a:buNone/>
              <a:defRPr sz="1000">
                <a:solidFill>
                  <a:schemeClr val="accent6"/>
                </a:solidFill>
                <a:latin typeface="Lato"/>
                <a:ea typeface="Lato"/>
                <a:cs typeface="Lato"/>
                <a:sym typeface="Lato"/>
              </a:defRPr>
            </a:lvl1pPr>
            <a:lvl2pPr lvl="1">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2pPr>
            <a:lvl3pPr lvl="2">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3pPr>
            <a:lvl4pPr lvl="3">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4pPr>
            <a:lvl5pPr lvl="4">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5pPr>
            <a:lvl6pPr lvl="5">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6pPr>
            <a:lvl7pPr lvl="6">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7pPr>
            <a:lvl8pPr lvl="7">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8pPr>
            <a:lvl9pPr lvl="8">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9pPr>
          </a:lstStyle>
          <a:p/>
        </p:txBody>
      </p:sp>
      <p:sp>
        <p:nvSpPr>
          <p:cNvPr id="164" name="Google Shape;164;p16"/>
          <p:cNvSpPr txBox="1"/>
          <p:nvPr>
            <p:ph idx="8" type="title"/>
          </p:nvPr>
        </p:nvSpPr>
        <p:spPr>
          <a:xfrm>
            <a:off x="4609425" y="2228000"/>
            <a:ext cx="1376700" cy="10911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chemeClr val="accent6"/>
              </a:buClr>
              <a:buSzPts val="1000"/>
              <a:buNone/>
              <a:defRPr sz="1000">
                <a:solidFill>
                  <a:schemeClr val="accent6"/>
                </a:solidFill>
                <a:latin typeface="Lato"/>
                <a:ea typeface="Lato"/>
                <a:cs typeface="Lato"/>
                <a:sym typeface="Lato"/>
              </a:defRPr>
            </a:lvl1pPr>
            <a:lvl2pPr lvl="1">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2pPr>
            <a:lvl3pPr lvl="2">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3pPr>
            <a:lvl4pPr lvl="3">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4pPr>
            <a:lvl5pPr lvl="4">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5pPr>
            <a:lvl6pPr lvl="5">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6pPr>
            <a:lvl7pPr lvl="6">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7pPr>
            <a:lvl8pPr lvl="7">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8pPr>
            <a:lvl9pPr lvl="8">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9pPr>
          </a:lstStyle>
          <a:p/>
        </p:txBody>
      </p:sp>
      <p:sp>
        <p:nvSpPr>
          <p:cNvPr id="165" name="Google Shape;165;p16"/>
          <p:cNvSpPr txBox="1"/>
          <p:nvPr>
            <p:ph idx="9" type="title"/>
          </p:nvPr>
        </p:nvSpPr>
        <p:spPr>
          <a:xfrm>
            <a:off x="6437300" y="1926200"/>
            <a:ext cx="1376700" cy="301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4"/>
              </a:buClr>
              <a:buSzPts val="1200"/>
              <a:buNone/>
              <a:defRPr sz="1200">
                <a:solidFill>
                  <a:schemeClr val="accent4"/>
                </a:solidFill>
              </a:defRPr>
            </a:lvl1pPr>
            <a:lvl2pPr lvl="1">
              <a:spcBef>
                <a:spcPts val="0"/>
              </a:spcBef>
              <a:spcAft>
                <a:spcPts val="0"/>
              </a:spcAft>
              <a:buClr>
                <a:schemeClr val="accent4"/>
              </a:buClr>
              <a:buSzPts val="1200"/>
              <a:buNone/>
              <a:defRPr sz="1200">
                <a:solidFill>
                  <a:schemeClr val="accent4"/>
                </a:solidFill>
                <a:latin typeface="Quantico"/>
                <a:ea typeface="Quantico"/>
                <a:cs typeface="Quantico"/>
                <a:sym typeface="Quantico"/>
              </a:defRPr>
            </a:lvl2pPr>
            <a:lvl3pPr lvl="2">
              <a:spcBef>
                <a:spcPts val="0"/>
              </a:spcBef>
              <a:spcAft>
                <a:spcPts val="0"/>
              </a:spcAft>
              <a:buClr>
                <a:schemeClr val="accent4"/>
              </a:buClr>
              <a:buSzPts val="1200"/>
              <a:buNone/>
              <a:defRPr sz="1200">
                <a:solidFill>
                  <a:schemeClr val="accent4"/>
                </a:solidFill>
                <a:latin typeface="Quantico"/>
                <a:ea typeface="Quantico"/>
                <a:cs typeface="Quantico"/>
                <a:sym typeface="Quantico"/>
              </a:defRPr>
            </a:lvl3pPr>
            <a:lvl4pPr lvl="3">
              <a:spcBef>
                <a:spcPts val="0"/>
              </a:spcBef>
              <a:spcAft>
                <a:spcPts val="0"/>
              </a:spcAft>
              <a:buClr>
                <a:schemeClr val="accent4"/>
              </a:buClr>
              <a:buSzPts val="1200"/>
              <a:buNone/>
              <a:defRPr sz="1200">
                <a:solidFill>
                  <a:schemeClr val="accent4"/>
                </a:solidFill>
                <a:latin typeface="Quantico"/>
                <a:ea typeface="Quantico"/>
                <a:cs typeface="Quantico"/>
                <a:sym typeface="Quantico"/>
              </a:defRPr>
            </a:lvl4pPr>
            <a:lvl5pPr lvl="4">
              <a:spcBef>
                <a:spcPts val="0"/>
              </a:spcBef>
              <a:spcAft>
                <a:spcPts val="0"/>
              </a:spcAft>
              <a:buClr>
                <a:schemeClr val="accent4"/>
              </a:buClr>
              <a:buSzPts val="1200"/>
              <a:buNone/>
              <a:defRPr sz="1200">
                <a:solidFill>
                  <a:schemeClr val="accent4"/>
                </a:solidFill>
                <a:latin typeface="Quantico"/>
                <a:ea typeface="Quantico"/>
                <a:cs typeface="Quantico"/>
                <a:sym typeface="Quantico"/>
              </a:defRPr>
            </a:lvl5pPr>
            <a:lvl6pPr lvl="5">
              <a:spcBef>
                <a:spcPts val="0"/>
              </a:spcBef>
              <a:spcAft>
                <a:spcPts val="0"/>
              </a:spcAft>
              <a:buClr>
                <a:schemeClr val="accent4"/>
              </a:buClr>
              <a:buSzPts val="1200"/>
              <a:buNone/>
              <a:defRPr sz="1200">
                <a:solidFill>
                  <a:schemeClr val="accent4"/>
                </a:solidFill>
                <a:latin typeface="Quantico"/>
                <a:ea typeface="Quantico"/>
                <a:cs typeface="Quantico"/>
                <a:sym typeface="Quantico"/>
              </a:defRPr>
            </a:lvl6pPr>
            <a:lvl7pPr lvl="6">
              <a:spcBef>
                <a:spcPts val="0"/>
              </a:spcBef>
              <a:spcAft>
                <a:spcPts val="0"/>
              </a:spcAft>
              <a:buClr>
                <a:schemeClr val="accent4"/>
              </a:buClr>
              <a:buSzPts val="1200"/>
              <a:buNone/>
              <a:defRPr sz="1200">
                <a:solidFill>
                  <a:schemeClr val="accent4"/>
                </a:solidFill>
                <a:latin typeface="Quantico"/>
                <a:ea typeface="Quantico"/>
                <a:cs typeface="Quantico"/>
                <a:sym typeface="Quantico"/>
              </a:defRPr>
            </a:lvl7pPr>
            <a:lvl8pPr lvl="7">
              <a:spcBef>
                <a:spcPts val="0"/>
              </a:spcBef>
              <a:spcAft>
                <a:spcPts val="0"/>
              </a:spcAft>
              <a:buClr>
                <a:schemeClr val="accent4"/>
              </a:buClr>
              <a:buSzPts val="1200"/>
              <a:buNone/>
              <a:defRPr sz="1200">
                <a:solidFill>
                  <a:schemeClr val="accent4"/>
                </a:solidFill>
                <a:latin typeface="Quantico"/>
                <a:ea typeface="Quantico"/>
                <a:cs typeface="Quantico"/>
                <a:sym typeface="Quantico"/>
              </a:defRPr>
            </a:lvl8pPr>
            <a:lvl9pPr lvl="8">
              <a:spcBef>
                <a:spcPts val="0"/>
              </a:spcBef>
              <a:spcAft>
                <a:spcPts val="0"/>
              </a:spcAft>
              <a:buClr>
                <a:schemeClr val="accent4"/>
              </a:buClr>
              <a:buSzPts val="1200"/>
              <a:buNone/>
              <a:defRPr sz="1200">
                <a:solidFill>
                  <a:schemeClr val="accent4"/>
                </a:solidFill>
                <a:latin typeface="Quantico"/>
                <a:ea typeface="Quantico"/>
                <a:cs typeface="Quantico"/>
                <a:sym typeface="Quantico"/>
              </a:defRPr>
            </a:lvl9pPr>
          </a:lstStyle>
          <a:p/>
        </p:txBody>
      </p:sp>
      <p:sp>
        <p:nvSpPr>
          <p:cNvPr id="166" name="Google Shape;166;p16"/>
          <p:cNvSpPr txBox="1"/>
          <p:nvPr>
            <p:ph idx="13" type="title"/>
          </p:nvPr>
        </p:nvSpPr>
        <p:spPr>
          <a:xfrm>
            <a:off x="6437293" y="2228000"/>
            <a:ext cx="1244400" cy="10911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chemeClr val="accent6"/>
              </a:buClr>
              <a:buSzPts val="1000"/>
              <a:buNone/>
              <a:defRPr sz="1000">
                <a:solidFill>
                  <a:schemeClr val="accent6"/>
                </a:solidFill>
                <a:latin typeface="Lato"/>
                <a:ea typeface="Lato"/>
                <a:cs typeface="Lato"/>
                <a:sym typeface="Lato"/>
              </a:defRPr>
            </a:lvl1pPr>
            <a:lvl2pPr lvl="1">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2pPr>
            <a:lvl3pPr lvl="2">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3pPr>
            <a:lvl4pPr lvl="3">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4pPr>
            <a:lvl5pPr lvl="4">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5pPr>
            <a:lvl6pPr lvl="5">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6pPr>
            <a:lvl7pPr lvl="6">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7pPr>
            <a:lvl8pPr lvl="7">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8pPr>
            <a:lvl9pPr lvl="8">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9pPr>
          </a:lstStyle>
          <a:p/>
        </p:txBody>
      </p:sp>
      <p:sp>
        <p:nvSpPr>
          <p:cNvPr id="167" name="Google Shape;167;p16"/>
          <p:cNvSpPr txBox="1"/>
          <p:nvPr>
            <p:ph idx="14" type="title"/>
          </p:nvPr>
        </p:nvSpPr>
        <p:spPr>
          <a:xfrm>
            <a:off x="474675" y="467679"/>
            <a:ext cx="3593100" cy="10083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6"/>
              </a:buClr>
              <a:buSzPts val="1500"/>
              <a:buNone/>
              <a:defRPr sz="1500">
                <a:solidFill>
                  <a:schemeClr val="accent6"/>
                </a:solidFill>
              </a:defRPr>
            </a:lvl1pPr>
            <a:lvl2pPr lvl="1">
              <a:lnSpc>
                <a:spcPct val="100000"/>
              </a:lnSpc>
              <a:spcBef>
                <a:spcPts val="0"/>
              </a:spcBef>
              <a:spcAft>
                <a:spcPts val="0"/>
              </a:spcAft>
              <a:buClr>
                <a:schemeClr val="accent6"/>
              </a:buClr>
              <a:buSzPts val="1500"/>
              <a:buNone/>
              <a:defRPr sz="1500">
                <a:solidFill>
                  <a:schemeClr val="accent6"/>
                </a:solidFill>
                <a:latin typeface="Lato"/>
                <a:ea typeface="Lato"/>
                <a:cs typeface="Lato"/>
                <a:sym typeface="Lato"/>
              </a:defRPr>
            </a:lvl2pPr>
            <a:lvl3pPr lvl="2">
              <a:lnSpc>
                <a:spcPct val="100000"/>
              </a:lnSpc>
              <a:spcBef>
                <a:spcPts val="0"/>
              </a:spcBef>
              <a:spcAft>
                <a:spcPts val="0"/>
              </a:spcAft>
              <a:buClr>
                <a:schemeClr val="accent6"/>
              </a:buClr>
              <a:buSzPts val="1500"/>
              <a:buNone/>
              <a:defRPr sz="1500">
                <a:solidFill>
                  <a:schemeClr val="accent6"/>
                </a:solidFill>
                <a:latin typeface="Lato"/>
                <a:ea typeface="Lato"/>
                <a:cs typeface="Lato"/>
                <a:sym typeface="Lato"/>
              </a:defRPr>
            </a:lvl3pPr>
            <a:lvl4pPr lvl="3">
              <a:lnSpc>
                <a:spcPct val="100000"/>
              </a:lnSpc>
              <a:spcBef>
                <a:spcPts val="0"/>
              </a:spcBef>
              <a:spcAft>
                <a:spcPts val="0"/>
              </a:spcAft>
              <a:buClr>
                <a:schemeClr val="accent6"/>
              </a:buClr>
              <a:buSzPts val="1500"/>
              <a:buNone/>
              <a:defRPr sz="1500">
                <a:solidFill>
                  <a:schemeClr val="accent6"/>
                </a:solidFill>
                <a:latin typeface="Lato"/>
                <a:ea typeface="Lato"/>
                <a:cs typeface="Lato"/>
                <a:sym typeface="Lato"/>
              </a:defRPr>
            </a:lvl4pPr>
            <a:lvl5pPr lvl="4">
              <a:lnSpc>
                <a:spcPct val="100000"/>
              </a:lnSpc>
              <a:spcBef>
                <a:spcPts val="0"/>
              </a:spcBef>
              <a:spcAft>
                <a:spcPts val="0"/>
              </a:spcAft>
              <a:buClr>
                <a:schemeClr val="accent6"/>
              </a:buClr>
              <a:buSzPts val="1500"/>
              <a:buNone/>
              <a:defRPr sz="1500">
                <a:solidFill>
                  <a:schemeClr val="accent6"/>
                </a:solidFill>
                <a:latin typeface="Lato"/>
                <a:ea typeface="Lato"/>
                <a:cs typeface="Lato"/>
                <a:sym typeface="Lato"/>
              </a:defRPr>
            </a:lvl5pPr>
            <a:lvl6pPr lvl="5">
              <a:lnSpc>
                <a:spcPct val="100000"/>
              </a:lnSpc>
              <a:spcBef>
                <a:spcPts val="0"/>
              </a:spcBef>
              <a:spcAft>
                <a:spcPts val="0"/>
              </a:spcAft>
              <a:buClr>
                <a:schemeClr val="accent6"/>
              </a:buClr>
              <a:buSzPts val="1500"/>
              <a:buNone/>
              <a:defRPr sz="1500">
                <a:solidFill>
                  <a:schemeClr val="accent6"/>
                </a:solidFill>
                <a:latin typeface="Lato"/>
                <a:ea typeface="Lato"/>
                <a:cs typeface="Lato"/>
                <a:sym typeface="Lato"/>
              </a:defRPr>
            </a:lvl6pPr>
            <a:lvl7pPr lvl="6">
              <a:lnSpc>
                <a:spcPct val="100000"/>
              </a:lnSpc>
              <a:spcBef>
                <a:spcPts val="0"/>
              </a:spcBef>
              <a:spcAft>
                <a:spcPts val="0"/>
              </a:spcAft>
              <a:buClr>
                <a:schemeClr val="accent6"/>
              </a:buClr>
              <a:buSzPts val="1500"/>
              <a:buNone/>
              <a:defRPr sz="1500">
                <a:solidFill>
                  <a:schemeClr val="accent6"/>
                </a:solidFill>
                <a:latin typeface="Lato"/>
                <a:ea typeface="Lato"/>
                <a:cs typeface="Lato"/>
                <a:sym typeface="Lato"/>
              </a:defRPr>
            </a:lvl7pPr>
            <a:lvl8pPr lvl="7">
              <a:lnSpc>
                <a:spcPct val="100000"/>
              </a:lnSpc>
              <a:spcBef>
                <a:spcPts val="0"/>
              </a:spcBef>
              <a:spcAft>
                <a:spcPts val="0"/>
              </a:spcAft>
              <a:buClr>
                <a:schemeClr val="accent6"/>
              </a:buClr>
              <a:buSzPts val="1500"/>
              <a:buNone/>
              <a:defRPr sz="1500">
                <a:solidFill>
                  <a:schemeClr val="accent6"/>
                </a:solidFill>
                <a:latin typeface="Lato"/>
                <a:ea typeface="Lato"/>
                <a:cs typeface="Lato"/>
                <a:sym typeface="Lato"/>
              </a:defRPr>
            </a:lvl8pPr>
            <a:lvl9pPr lvl="8">
              <a:lnSpc>
                <a:spcPct val="100000"/>
              </a:lnSpc>
              <a:spcBef>
                <a:spcPts val="0"/>
              </a:spcBef>
              <a:spcAft>
                <a:spcPts val="0"/>
              </a:spcAft>
              <a:buClr>
                <a:schemeClr val="accent6"/>
              </a:buClr>
              <a:buSzPts val="1500"/>
              <a:buNone/>
              <a:defRPr sz="1500">
                <a:solidFill>
                  <a:schemeClr val="accent6"/>
                </a:solidFill>
                <a:latin typeface="Lato"/>
                <a:ea typeface="Lato"/>
                <a:cs typeface="Lato"/>
                <a:sym typeface="Lato"/>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3">
  <p:cSld name="BLANK_1_1_1_1_1_1_1_1_1_1_1_1_1_1_2">
    <p:bg>
      <p:bgPr>
        <a:solidFill>
          <a:schemeClr val="lt1"/>
        </a:solidFill>
      </p:bgPr>
    </p:bg>
    <p:spTree>
      <p:nvGrpSpPr>
        <p:cNvPr id="168" name="Shape 168"/>
        <p:cNvGrpSpPr/>
        <p:nvPr/>
      </p:nvGrpSpPr>
      <p:grpSpPr>
        <a:xfrm>
          <a:off x="0" y="0"/>
          <a:ext cx="0" cy="0"/>
          <a:chOff x="0" y="0"/>
          <a:chExt cx="0" cy="0"/>
        </a:xfrm>
      </p:grpSpPr>
      <p:sp>
        <p:nvSpPr>
          <p:cNvPr id="169" name="Google Shape;169;p17"/>
          <p:cNvSpPr/>
          <p:nvPr/>
        </p:nvSpPr>
        <p:spPr>
          <a:xfrm>
            <a:off x="2070256" y="436468"/>
            <a:ext cx="4729500" cy="4415700"/>
          </a:xfrm>
          <a:prstGeom prst="snip1Rect">
            <a:avLst>
              <a:gd fmla="val 12424"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70" name="Google Shape;170;p17"/>
          <p:cNvSpPr/>
          <p:nvPr/>
        </p:nvSpPr>
        <p:spPr>
          <a:xfrm>
            <a:off x="847072" y="436468"/>
            <a:ext cx="4729500" cy="4415700"/>
          </a:xfrm>
          <a:prstGeom prst="snip1Rect">
            <a:avLst>
              <a:gd fmla="val 12424"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71" name="Google Shape;171;p17"/>
          <p:cNvSpPr/>
          <p:nvPr/>
        </p:nvSpPr>
        <p:spPr>
          <a:xfrm>
            <a:off x="203824" y="436468"/>
            <a:ext cx="4729500" cy="4415700"/>
          </a:xfrm>
          <a:prstGeom prst="snip1Rect">
            <a:avLst>
              <a:gd fmla="val 12424"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72" name="Google Shape;172;p17"/>
          <p:cNvSpPr/>
          <p:nvPr/>
        </p:nvSpPr>
        <p:spPr>
          <a:xfrm>
            <a:off x="0" y="432050"/>
            <a:ext cx="4665600" cy="4689000"/>
          </a:xfrm>
          <a:prstGeom prst="snip1Rect">
            <a:avLst>
              <a:gd fmla="val 1153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73" name="Google Shape;173;p17"/>
          <p:cNvSpPr txBox="1"/>
          <p:nvPr>
            <p:ph type="title"/>
          </p:nvPr>
        </p:nvSpPr>
        <p:spPr>
          <a:xfrm>
            <a:off x="443725" y="920775"/>
            <a:ext cx="3730500" cy="10959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accent6"/>
              </a:buClr>
              <a:buSzPts val="2400"/>
              <a:buNone/>
              <a:defRPr sz="2400">
                <a:solidFill>
                  <a:schemeClr val="accent6"/>
                </a:solidFill>
              </a:defRPr>
            </a:lvl1pPr>
            <a:lvl2pPr lvl="1">
              <a:lnSpc>
                <a:spcPct val="80000"/>
              </a:lnSpc>
              <a:spcBef>
                <a:spcPts val="0"/>
              </a:spcBef>
              <a:spcAft>
                <a:spcPts val="0"/>
              </a:spcAft>
              <a:buClr>
                <a:schemeClr val="accent6"/>
              </a:buClr>
              <a:buSzPts val="2400"/>
              <a:buNone/>
              <a:defRPr sz="2400">
                <a:solidFill>
                  <a:schemeClr val="accent6"/>
                </a:solidFill>
                <a:latin typeface="Quantico"/>
                <a:ea typeface="Quantico"/>
                <a:cs typeface="Quantico"/>
                <a:sym typeface="Quantico"/>
              </a:defRPr>
            </a:lvl2pPr>
            <a:lvl3pPr lvl="2">
              <a:lnSpc>
                <a:spcPct val="80000"/>
              </a:lnSpc>
              <a:spcBef>
                <a:spcPts val="0"/>
              </a:spcBef>
              <a:spcAft>
                <a:spcPts val="0"/>
              </a:spcAft>
              <a:buClr>
                <a:schemeClr val="accent6"/>
              </a:buClr>
              <a:buSzPts val="2400"/>
              <a:buNone/>
              <a:defRPr sz="2400">
                <a:solidFill>
                  <a:schemeClr val="accent6"/>
                </a:solidFill>
                <a:latin typeface="Quantico"/>
                <a:ea typeface="Quantico"/>
                <a:cs typeface="Quantico"/>
                <a:sym typeface="Quantico"/>
              </a:defRPr>
            </a:lvl3pPr>
            <a:lvl4pPr lvl="3">
              <a:lnSpc>
                <a:spcPct val="80000"/>
              </a:lnSpc>
              <a:spcBef>
                <a:spcPts val="0"/>
              </a:spcBef>
              <a:spcAft>
                <a:spcPts val="0"/>
              </a:spcAft>
              <a:buClr>
                <a:schemeClr val="accent6"/>
              </a:buClr>
              <a:buSzPts val="2400"/>
              <a:buNone/>
              <a:defRPr sz="2400">
                <a:solidFill>
                  <a:schemeClr val="accent6"/>
                </a:solidFill>
                <a:latin typeface="Quantico"/>
                <a:ea typeface="Quantico"/>
                <a:cs typeface="Quantico"/>
                <a:sym typeface="Quantico"/>
              </a:defRPr>
            </a:lvl4pPr>
            <a:lvl5pPr lvl="4">
              <a:lnSpc>
                <a:spcPct val="80000"/>
              </a:lnSpc>
              <a:spcBef>
                <a:spcPts val="0"/>
              </a:spcBef>
              <a:spcAft>
                <a:spcPts val="0"/>
              </a:spcAft>
              <a:buClr>
                <a:schemeClr val="accent6"/>
              </a:buClr>
              <a:buSzPts val="2400"/>
              <a:buNone/>
              <a:defRPr sz="2400">
                <a:solidFill>
                  <a:schemeClr val="accent6"/>
                </a:solidFill>
                <a:latin typeface="Quantico"/>
                <a:ea typeface="Quantico"/>
                <a:cs typeface="Quantico"/>
                <a:sym typeface="Quantico"/>
              </a:defRPr>
            </a:lvl5pPr>
            <a:lvl6pPr lvl="5">
              <a:lnSpc>
                <a:spcPct val="80000"/>
              </a:lnSpc>
              <a:spcBef>
                <a:spcPts val="0"/>
              </a:spcBef>
              <a:spcAft>
                <a:spcPts val="0"/>
              </a:spcAft>
              <a:buClr>
                <a:schemeClr val="accent6"/>
              </a:buClr>
              <a:buSzPts val="2400"/>
              <a:buNone/>
              <a:defRPr sz="2400">
                <a:solidFill>
                  <a:schemeClr val="accent6"/>
                </a:solidFill>
                <a:latin typeface="Quantico"/>
                <a:ea typeface="Quantico"/>
                <a:cs typeface="Quantico"/>
                <a:sym typeface="Quantico"/>
              </a:defRPr>
            </a:lvl6pPr>
            <a:lvl7pPr lvl="6">
              <a:lnSpc>
                <a:spcPct val="80000"/>
              </a:lnSpc>
              <a:spcBef>
                <a:spcPts val="0"/>
              </a:spcBef>
              <a:spcAft>
                <a:spcPts val="0"/>
              </a:spcAft>
              <a:buClr>
                <a:schemeClr val="accent6"/>
              </a:buClr>
              <a:buSzPts val="2400"/>
              <a:buNone/>
              <a:defRPr sz="2400">
                <a:solidFill>
                  <a:schemeClr val="accent6"/>
                </a:solidFill>
                <a:latin typeface="Quantico"/>
                <a:ea typeface="Quantico"/>
                <a:cs typeface="Quantico"/>
                <a:sym typeface="Quantico"/>
              </a:defRPr>
            </a:lvl7pPr>
            <a:lvl8pPr lvl="7">
              <a:lnSpc>
                <a:spcPct val="80000"/>
              </a:lnSpc>
              <a:spcBef>
                <a:spcPts val="0"/>
              </a:spcBef>
              <a:spcAft>
                <a:spcPts val="0"/>
              </a:spcAft>
              <a:buClr>
                <a:schemeClr val="accent6"/>
              </a:buClr>
              <a:buSzPts val="2400"/>
              <a:buNone/>
              <a:defRPr sz="2400">
                <a:solidFill>
                  <a:schemeClr val="accent6"/>
                </a:solidFill>
                <a:latin typeface="Quantico"/>
                <a:ea typeface="Quantico"/>
                <a:cs typeface="Quantico"/>
                <a:sym typeface="Quantico"/>
              </a:defRPr>
            </a:lvl8pPr>
            <a:lvl9pPr lvl="8">
              <a:lnSpc>
                <a:spcPct val="80000"/>
              </a:lnSpc>
              <a:spcBef>
                <a:spcPts val="0"/>
              </a:spcBef>
              <a:spcAft>
                <a:spcPts val="0"/>
              </a:spcAft>
              <a:buClr>
                <a:schemeClr val="accent6"/>
              </a:buClr>
              <a:buSzPts val="2400"/>
              <a:buNone/>
              <a:defRPr sz="2400">
                <a:solidFill>
                  <a:schemeClr val="accent6"/>
                </a:solidFill>
                <a:latin typeface="Quantico"/>
                <a:ea typeface="Quantico"/>
                <a:cs typeface="Quantico"/>
                <a:sym typeface="Quantico"/>
              </a:defRPr>
            </a:lvl9pPr>
          </a:lstStyle>
          <a:p/>
        </p:txBody>
      </p:sp>
      <p:sp>
        <p:nvSpPr>
          <p:cNvPr id="174" name="Google Shape;174;p17"/>
          <p:cNvSpPr/>
          <p:nvPr/>
        </p:nvSpPr>
        <p:spPr>
          <a:xfrm>
            <a:off x="24725" y="2393073"/>
            <a:ext cx="9144000" cy="2750400"/>
          </a:xfrm>
          <a:prstGeom prst="snip1Rect">
            <a:avLst>
              <a:gd fmla="val 15953"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75" name="Google Shape;175;p17"/>
          <p:cNvSpPr/>
          <p:nvPr/>
        </p:nvSpPr>
        <p:spPr>
          <a:xfrm>
            <a:off x="0" y="2393075"/>
            <a:ext cx="3186600" cy="27504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76" name="Google Shape;176;p17"/>
          <p:cNvSpPr txBox="1"/>
          <p:nvPr>
            <p:ph idx="2" type="title"/>
          </p:nvPr>
        </p:nvSpPr>
        <p:spPr>
          <a:xfrm>
            <a:off x="507250" y="2657169"/>
            <a:ext cx="2344800" cy="4461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2900"/>
              <a:buFont typeface="Quantico"/>
              <a:buNone/>
              <a:defRPr b="1" sz="1200"/>
            </a:lvl1pPr>
            <a:lvl2pPr lvl="1">
              <a:lnSpc>
                <a:spcPct val="100000"/>
              </a:lnSpc>
              <a:spcBef>
                <a:spcPts val="0"/>
              </a:spcBef>
              <a:spcAft>
                <a:spcPts val="0"/>
              </a:spcAft>
              <a:buClr>
                <a:schemeClr val="dk1"/>
              </a:buClr>
              <a:buSzPts val="3000"/>
              <a:buNone/>
              <a:defRPr b="1" sz="1300">
                <a:latin typeface="Lato"/>
                <a:ea typeface="Lato"/>
                <a:cs typeface="Lato"/>
                <a:sym typeface="Lato"/>
              </a:defRPr>
            </a:lvl2pPr>
            <a:lvl3pPr lvl="2">
              <a:lnSpc>
                <a:spcPct val="100000"/>
              </a:lnSpc>
              <a:spcBef>
                <a:spcPts val="0"/>
              </a:spcBef>
              <a:spcAft>
                <a:spcPts val="0"/>
              </a:spcAft>
              <a:buClr>
                <a:schemeClr val="dk1"/>
              </a:buClr>
              <a:buSzPts val="3000"/>
              <a:buNone/>
              <a:defRPr b="1" sz="1300">
                <a:latin typeface="Lato"/>
                <a:ea typeface="Lato"/>
                <a:cs typeface="Lato"/>
                <a:sym typeface="Lato"/>
              </a:defRPr>
            </a:lvl3pPr>
            <a:lvl4pPr lvl="3">
              <a:lnSpc>
                <a:spcPct val="100000"/>
              </a:lnSpc>
              <a:spcBef>
                <a:spcPts val="0"/>
              </a:spcBef>
              <a:spcAft>
                <a:spcPts val="0"/>
              </a:spcAft>
              <a:buClr>
                <a:schemeClr val="dk1"/>
              </a:buClr>
              <a:buSzPts val="3000"/>
              <a:buNone/>
              <a:defRPr b="1" sz="1300">
                <a:latin typeface="Lato"/>
                <a:ea typeface="Lato"/>
                <a:cs typeface="Lato"/>
                <a:sym typeface="Lato"/>
              </a:defRPr>
            </a:lvl4pPr>
            <a:lvl5pPr lvl="4">
              <a:lnSpc>
                <a:spcPct val="100000"/>
              </a:lnSpc>
              <a:spcBef>
                <a:spcPts val="0"/>
              </a:spcBef>
              <a:spcAft>
                <a:spcPts val="0"/>
              </a:spcAft>
              <a:buClr>
                <a:schemeClr val="dk1"/>
              </a:buClr>
              <a:buSzPts val="3000"/>
              <a:buNone/>
              <a:defRPr b="1" sz="1300">
                <a:latin typeface="Lato"/>
                <a:ea typeface="Lato"/>
                <a:cs typeface="Lato"/>
                <a:sym typeface="Lato"/>
              </a:defRPr>
            </a:lvl5pPr>
            <a:lvl6pPr lvl="5">
              <a:lnSpc>
                <a:spcPct val="100000"/>
              </a:lnSpc>
              <a:spcBef>
                <a:spcPts val="0"/>
              </a:spcBef>
              <a:spcAft>
                <a:spcPts val="0"/>
              </a:spcAft>
              <a:buClr>
                <a:schemeClr val="dk1"/>
              </a:buClr>
              <a:buSzPts val="3000"/>
              <a:buNone/>
              <a:defRPr b="1" sz="1300">
                <a:latin typeface="Lato"/>
                <a:ea typeface="Lato"/>
                <a:cs typeface="Lato"/>
                <a:sym typeface="Lato"/>
              </a:defRPr>
            </a:lvl6pPr>
            <a:lvl7pPr lvl="6">
              <a:lnSpc>
                <a:spcPct val="100000"/>
              </a:lnSpc>
              <a:spcBef>
                <a:spcPts val="0"/>
              </a:spcBef>
              <a:spcAft>
                <a:spcPts val="0"/>
              </a:spcAft>
              <a:buClr>
                <a:schemeClr val="dk1"/>
              </a:buClr>
              <a:buSzPts val="3000"/>
              <a:buNone/>
              <a:defRPr b="1" sz="1300">
                <a:latin typeface="Lato"/>
                <a:ea typeface="Lato"/>
                <a:cs typeface="Lato"/>
                <a:sym typeface="Lato"/>
              </a:defRPr>
            </a:lvl7pPr>
            <a:lvl8pPr lvl="7">
              <a:lnSpc>
                <a:spcPct val="100000"/>
              </a:lnSpc>
              <a:spcBef>
                <a:spcPts val="0"/>
              </a:spcBef>
              <a:spcAft>
                <a:spcPts val="0"/>
              </a:spcAft>
              <a:buClr>
                <a:schemeClr val="dk1"/>
              </a:buClr>
              <a:buSzPts val="3000"/>
              <a:buNone/>
              <a:defRPr b="1" sz="1300">
                <a:latin typeface="Lato"/>
                <a:ea typeface="Lato"/>
                <a:cs typeface="Lato"/>
                <a:sym typeface="Lato"/>
              </a:defRPr>
            </a:lvl8pPr>
            <a:lvl9pPr lvl="8">
              <a:lnSpc>
                <a:spcPct val="100000"/>
              </a:lnSpc>
              <a:spcBef>
                <a:spcPts val="0"/>
              </a:spcBef>
              <a:spcAft>
                <a:spcPts val="0"/>
              </a:spcAft>
              <a:buClr>
                <a:schemeClr val="dk1"/>
              </a:buClr>
              <a:buSzPts val="3000"/>
              <a:buNone/>
              <a:defRPr b="1" sz="1300">
                <a:latin typeface="Lato"/>
                <a:ea typeface="Lato"/>
                <a:cs typeface="Lato"/>
                <a:sym typeface="Lato"/>
              </a:defRPr>
            </a:lvl9pPr>
          </a:lstStyle>
          <a:p/>
        </p:txBody>
      </p:sp>
      <p:sp>
        <p:nvSpPr>
          <p:cNvPr id="177" name="Google Shape;177;p17"/>
          <p:cNvSpPr txBox="1"/>
          <p:nvPr>
            <p:ph idx="3" type="title"/>
          </p:nvPr>
        </p:nvSpPr>
        <p:spPr>
          <a:xfrm>
            <a:off x="454725" y="1387875"/>
            <a:ext cx="3109200" cy="708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6"/>
              </a:buClr>
              <a:buSzPts val="3400"/>
              <a:buFont typeface="Lato"/>
              <a:buNone/>
              <a:defRPr sz="1600">
                <a:solidFill>
                  <a:schemeClr val="accent6"/>
                </a:solidFill>
                <a:latin typeface="Lato"/>
                <a:ea typeface="Lato"/>
                <a:cs typeface="Lato"/>
                <a:sym typeface="Lato"/>
              </a:defRPr>
            </a:lvl1pPr>
            <a:lvl2pPr lvl="1">
              <a:lnSpc>
                <a:spcPct val="90000"/>
              </a:lnSpc>
              <a:spcBef>
                <a:spcPts val="0"/>
              </a:spcBef>
              <a:spcAft>
                <a:spcPts val="0"/>
              </a:spcAft>
              <a:buClr>
                <a:schemeClr val="accent6"/>
              </a:buClr>
              <a:buSzPts val="3400"/>
              <a:buFont typeface="Lato"/>
              <a:buNone/>
              <a:defRPr sz="1600">
                <a:solidFill>
                  <a:schemeClr val="accent6"/>
                </a:solidFill>
                <a:latin typeface="Lato"/>
                <a:ea typeface="Lato"/>
                <a:cs typeface="Lato"/>
                <a:sym typeface="Lato"/>
              </a:defRPr>
            </a:lvl2pPr>
            <a:lvl3pPr lvl="2">
              <a:lnSpc>
                <a:spcPct val="90000"/>
              </a:lnSpc>
              <a:spcBef>
                <a:spcPts val="0"/>
              </a:spcBef>
              <a:spcAft>
                <a:spcPts val="0"/>
              </a:spcAft>
              <a:buClr>
                <a:schemeClr val="accent6"/>
              </a:buClr>
              <a:buSzPts val="3400"/>
              <a:buFont typeface="Lato"/>
              <a:buNone/>
              <a:defRPr sz="1600">
                <a:solidFill>
                  <a:schemeClr val="accent6"/>
                </a:solidFill>
                <a:latin typeface="Lato"/>
                <a:ea typeface="Lato"/>
                <a:cs typeface="Lato"/>
                <a:sym typeface="Lato"/>
              </a:defRPr>
            </a:lvl3pPr>
            <a:lvl4pPr lvl="3">
              <a:lnSpc>
                <a:spcPct val="90000"/>
              </a:lnSpc>
              <a:spcBef>
                <a:spcPts val="0"/>
              </a:spcBef>
              <a:spcAft>
                <a:spcPts val="0"/>
              </a:spcAft>
              <a:buClr>
                <a:schemeClr val="accent6"/>
              </a:buClr>
              <a:buSzPts val="3400"/>
              <a:buFont typeface="Lato"/>
              <a:buNone/>
              <a:defRPr sz="1600">
                <a:solidFill>
                  <a:schemeClr val="accent6"/>
                </a:solidFill>
                <a:latin typeface="Lato"/>
                <a:ea typeface="Lato"/>
                <a:cs typeface="Lato"/>
                <a:sym typeface="Lato"/>
              </a:defRPr>
            </a:lvl4pPr>
            <a:lvl5pPr lvl="4">
              <a:lnSpc>
                <a:spcPct val="90000"/>
              </a:lnSpc>
              <a:spcBef>
                <a:spcPts val="0"/>
              </a:spcBef>
              <a:spcAft>
                <a:spcPts val="0"/>
              </a:spcAft>
              <a:buClr>
                <a:schemeClr val="accent6"/>
              </a:buClr>
              <a:buSzPts val="3400"/>
              <a:buFont typeface="Lato"/>
              <a:buNone/>
              <a:defRPr sz="1600">
                <a:solidFill>
                  <a:schemeClr val="accent6"/>
                </a:solidFill>
                <a:latin typeface="Lato"/>
                <a:ea typeface="Lato"/>
                <a:cs typeface="Lato"/>
                <a:sym typeface="Lato"/>
              </a:defRPr>
            </a:lvl5pPr>
            <a:lvl6pPr lvl="5">
              <a:lnSpc>
                <a:spcPct val="90000"/>
              </a:lnSpc>
              <a:spcBef>
                <a:spcPts val="0"/>
              </a:spcBef>
              <a:spcAft>
                <a:spcPts val="0"/>
              </a:spcAft>
              <a:buClr>
                <a:schemeClr val="accent6"/>
              </a:buClr>
              <a:buSzPts val="3400"/>
              <a:buFont typeface="Lato"/>
              <a:buNone/>
              <a:defRPr sz="1600">
                <a:solidFill>
                  <a:schemeClr val="accent6"/>
                </a:solidFill>
                <a:latin typeface="Lato"/>
                <a:ea typeface="Lato"/>
                <a:cs typeface="Lato"/>
                <a:sym typeface="Lato"/>
              </a:defRPr>
            </a:lvl6pPr>
            <a:lvl7pPr lvl="6">
              <a:lnSpc>
                <a:spcPct val="90000"/>
              </a:lnSpc>
              <a:spcBef>
                <a:spcPts val="0"/>
              </a:spcBef>
              <a:spcAft>
                <a:spcPts val="0"/>
              </a:spcAft>
              <a:buClr>
                <a:schemeClr val="accent6"/>
              </a:buClr>
              <a:buSzPts val="3400"/>
              <a:buFont typeface="Lato"/>
              <a:buNone/>
              <a:defRPr sz="1600">
                <a:solidFill>
                  <a:schemeClr val="accent6"/>
                </a:solidFill>
                <a:latin typeface="Lato"/>
                <a:ea typeface="Lato"/>
                <a:cs typeface="Lato"/>
                <a:sym typeface="Lato"/>
              </a:defRPr>
            </a:lvl7pPr>
            <a:lvl8pPr lvl="7">
              <a:lnSpc>
                <a:spcPct val="90000"/>
              </a:lnSpc>
              <a:spcBef>
                <a:spcPts val="0"/>
              </a:spcBef>
              <a:spcAft>
                <a:spcPts val="0"/>
              </a:spcAft>
              <a:buClr>
                <a:schemeClr val="accent6"/>
              </a:buClr>
              <a:buSzPts val="3400"/>
              <a:buFont typeface="Lato"/>
              <a:buNone/>
              <a:defRPr sz="1600">
                <a:solidFill>
                  <a:schemeClr val="accent6"/>
                </a:solidFill>
                <a:latin typeface="Lato"/>
                <a:ea typeface="Lato"/>
                <a:cs typeface="Lato"/>
                <a:sym typeface="Lato"/>
              </a:defRPr>
            </a:lvl8pPr>
            <a:lvl9pPr lvl="8">
              <a:lnSpc>
                <a:spcPct val="90000"/>
              </a:lnSpc>
              <a:spcBef>
                <a:spcPts val="0"/>
              </a:spcBef>
              <a:spcAft>
                <a:spcPts val="0"/>
              </a:spcAft>
              <a:buClr>
                <a:schemeClr val="accent6"/>
              </a:buClr>
              <a:buSzPts val="3400"/>
              <a:buFont typeface="Lato"/>
              <a:buNone/>
              <a:defRPr sz="1600">
                <a:solidFill>
                  <a:schemeClr val="accent6"/>
                </a:solidFill>
                <a:latin typeface="Lato"/>
                <a:ea typeface="Lato"/>
                <a:cs typeface="Lato"/>
                <a:sym typeface="Lato"/>
              </a:defRPr>
            </a:lvl9pPr>
          </a:lstStyle>
          <a:p/>
        </p:txBody>
      </p:sp>
      <p:sp>
        <p:nvSpPr>
          <p:cNvPr id="178" name="Google Shape;178;p17"/>
          <p:cNvSpPr txBox="1"/>
          <p:nvPr>
            <p:ph idx="4" type="title"/>
          </p:nvPr>
        </p:nvSpPr>
        <p:spPr>
          <a:xfrm>
            <a:off x="507250" y="3648688"/>
            <a:ext cx="2137800" cy="5745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3000"/>
              <a:buFont typeface="Quantico"/>
              <a:buNone/>
              <a:defRPr b="1" sz="1300"/>
            </a:lvl1pPr>
            <a:lvl2pPr lvl="1">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2pPr>
            <a:lvl3pPr lvl="2">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3pPr>
            <a:lvl4pPr lvl="3">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4pPr>
            <a:lvl5pPr lvl="4">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5pPr>
            <a:lvl6pPr lvl="5">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6pPr>
            <a:lvl7pPr lvl="6">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7pPr>
            <a:lvl8pPr lvl="7">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8pPr>
            <a:lvl9pPr lvl="8">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9pPr>
          </a:lstStyle>
          <a:p/>
        </p:txBody>
      </p:sp>
      <p:sp>
        <p:nvSpPr>
          <p:cNvPr id="179" name="Google Shape;179;p17"/>
          <p:cNvSpPr txBox="1"/>
          <p:nvPr>
            <p:ph idx="5" type="title"/>
          </p:nvPr>
        </p:nvSpPr>
        <p:spPr>
          <a:xfrm>
            <a:off x="507250" y="3960850"/>
            <a:ext cx="2242500" cy="7080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sz="1000">
                <a:latin typeface="Lato"/>
                <a:ea typeface="Lato"/>
                <a:cs typeface="Lato"/>
                <a:sym typeface="Lato"/>
              </a:defRPr>
            </a:lvl1pPr>
            <a:lvl2pPr lvl="1">
              <a:lnSpc>
                <a:spcPct val="100000"/>
              </a:lnSpc>
              <a:spcBef>
                <a:spcPts val="0"/>
              </a:spcBef>
              <a:spcAft>
                <a:spcPts val="0"/>
              </a:spcAft>
              <a:buClr>
                <a:schemeClr val="dk1"/>
              </a:buClr>
              <a:buSzPts val="1000"/>
              <a:buFont typeface="Lato"/>
              <a:buNone/>
              <a:defRPr sz="1000">
                <a:latin typeface="Lato"/>
                <a:ea typeface="Lato"/>
                <a:cs typeface="Lato"/>
                <a:sym typeface="Lato"/>
              </a:defRPr>
            </a:lvl2pPr>
            <a:lvl3pPr lvl="2">
              <a:lnSpc>
                <a:spcPct val="100000"/>
              </a:lnSpc>
              <a:spcBef>
                <a:spcPts val="0"/>
              </a:spcBef>
              <a:spcAft>
                <a:spcPts val="0"/>
              </a:spcAft>
              <a:buClr>
                <a:schemeClr val="dk1"/>
              </a:buClr>
              <a:buSzPts val="1000"/>
              <a:buFont typeface="Lato"/>
              <a:buNone/>
              <a:defRPr sz="1000">
                <a:latin typeface="Lato"/>
                <a:ea typeface="Lato"/>
                <a:cs typeface="Lato"/>
                <a:sym typeface="Lato"/>
              </a:defRPr>
            </a:lvl3pPr>
            <a:lvl4pPr lvl="3">
              <a:lnSpc>
                <a:spcPct val="100000"/>
              </a:lnSpc>
              <a:spcBef>
                <a:spcPts val="0"/>
              </a:spcBef>
              <a:spcAft>
                <a:spcPts val="0"/>
              </a:spcAft>
              <a:buClr>
                <a:schemeClr val="dk1"/>
              </a:buClr>
              <a:buSzPts val="1000"/>
              <a:buFont typeface="Lato"/>
              <a:buNone/>
              <a:defRPr sz="1000">
                <a:latin typeface="Lato"/>
                <a:ea typeface="Lato"/>
                <a:cs typeface="Lato"/>
                <a:sym typeface="Lato"/>
              </a:defRPr>
            </a:lvl4pPr>
            <a:lvl5pPr lvl="4">
              <a:lnSpc>
                <a:spcPct val="100000"/>
              </a:lnSpc>
              <a:spcBef>
                <a:spcPts val="0"/>
              </a:spcBef>
              <a:spcAft>
                <a:spcPts val="0"/>
              </a:spcAft>
              <a:buClr>
                <a:schemeClr val="dk1"/>
              </a:buClr>
              <a:buSzPts val="1000"/>
              <a:buFont typeface="Lato"/>
              <a:buNone/>
              <a:defRPr sz="1000">
                <a:latin typeface="Lato"/>
                <a:ea typeface="Lato"/>
                <a:cs typeface="Lato"/>
                <a:sym typeface="Lato"/>
              </a:defRPr>
            </a:lvl5pPr>
            <a:lvl6pPr lvl="5">
              <a:lnSpc>
                <a:spcPct val="100000"/>
              </a:lnSpc>
              <a:spcBef>
                <a:spcPts val="0"/>
              </a:spcBef>
              <a:spcAft>
                <a:spcPts val="0"/>
              </a:spcAft>
              <a:buClr>
                <a:schemeClr val="dk1"/>
              </a:buClr>
              <a:buSzPts val="1000"/>
              <a:buFont typeface="Lato"/>
              <a:buNone/>
              <a:defRPr sz="1000">
                <a:latin typeface="Lato"/>
                <a:ea typeface="Lato"/>
                <a:cs typeface="Lato"/>
                <a:sym typeface="Lato"/>
              </a:defRPr>
            </a:lvl6pPr>
            <a:lvl7pPr lvl="6">
              <a:lnSpc>
                <a:spcPct val="100000"/>
              </a:lnSpc>
              <a:spcBef>
                <a:spcPts val="0"/>
              </a:spcBef>
              <a:spcAft>
                <a:spcPts val="0"/>
              </a:spcAft>
              <a:buClr>
                <a:schemeClr val="dk1"/>
              </a:buClr>
              <a:buSzPts val="1000"/>
              <a:buFont typeface="Lato"/>
              <a:buNone/>
              <a:defRPr sz="1000">
                <a:latin typeface="Lato"/>
                <a:ea typeface="Lato"/>
                <a:cs typeface="Lato"/>
                <a:sym typeface="Lato"/>
              </a:defRPr>
            </a:lvl7pPr>
            <a:lvl8pPr lvl="7">
              <a:lnSpc>
                <a:spcPct val="100000"/>
              </a:lnSpc>
              <a:spcBef>
                <a:spcPts val="0"/>
              </a:spcBef>
              <a:spcAft>
                <a:spcPts val="0"/>
              </a:spcAft>
              <a:buClr>
                <a:schemeClr val="dk1"/>
              </a:buClr>
              <a:buSzPts val="1000"/>
              <a:buFont typeface="Lato"/>
              <a:buNone/>
              <a:defRPr sz="1000">
                <a:latin typeface="Lato"/>
                <a:ea typeface="Lato"/>
                <a:cs typeface="Lato"/>
                <a:sym typeface="Lato"/>
              </a:defRPr>
            </a:lvl8pPr>
            <a:lvl9pPr lvl="8">
              <a:lnSpc>
                <a:spcPct val="100000"/>
              </a:lnSpc>
              <a:spcBef>
                <a:spcPts val="0"/>
              </a:spcBef>
              <a:spcAft>
                <a:spcPts val="0"/>
              </a:spcAft>
              <a:buClr>
                <a:schemeClr val="dk1"/>
              </a:buClr>
              <a:buSzPts val="1000"/>
              <a:buFont typeface="Lato"/>
              <a:buNone/>
              <a:defRPr sz="1000">
                <a:latin typeface="Lato"/>
                <a:ea typeface="Lato"/>
                <a:cs typeface="Lato"/>
                <a:sym typeface="Lato"/>
              </a:defRPr>
            </a:lvl9pPr>
          </a:lstStyle>
          <a:p/>
        </p:txBody>
      </p:sp>
      <p:sp>
        <p:nvSpPr>
          <p:cNvPr id="180" name="Google Shape;180;p17"/>
          <p:cNvSpPr txBox="1"/>
          <p:nvPr>
            <p:ph idx="6" type="title"/>
          </p:nvPr>
        </p:nvSpPr>
        <p:spPr>
          <a:xfrm>
            <a:off x="507250" y="2950200"/>
            <a:ext cx="2242500" cy="643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sz="1000">
                <a:latin typeface="Lato"/>
                <a:ea typeface="Lato"/>
                <a:cs typeface="Lato"/>
                <a:sym typeface="Lato"/>
              </a:defRPr>
            </a:lvl1pPr>
            <a:lvl2pPr lvl="1">
              <a:lnSpc>
                <a:spcPct val="100000"/>
              </a:lnSpc>
              <a:spcBef>
                <a:spcPts val="0"/>
              </a:spcBef>
              <a:spcAft>
                <a:spcPts val="0"/>
              </a:spcAft>
              <a:buClr>
                <a:schemeClr val="dk1"/>
              </a:buClr>
              <a:buSzPts val="1000"/>
              <a:buFont typeface="Lato"/>
              <a:buNone/>
              <a:defRPr sz="1000">
                <a:latin typeface="Lato"/>
                <a:ea typeface="Lato"/>
                <a:cs typeface="Lato"/>
                <a:sym typeface="Lato"/>
              </a:defRPr>
            </a:lvl2pPr>
            <a:lvl3pPr lvl="2">
              <a:lnSpc>
                <a:spcPct val="100000"/>
              </a:lnSpc>
              <a:spcBef>
                <a:spcPts val="0"/>
              </a:spcBef>
              <a:spcAft>
                <a:spcPts val="0"/>
              </a:spcAft>
              <a:buClr>
                <a:schemeClr val="dk1"/>
              </a:buClr>
              <a:buSzPts val="1000"/>
              <a:buFont typeface="Lato"/>
              <a:buNone/>
              <a:defRPr sz="1000">
                <a:latin typeface="Lato"/>
                <a:ea typeface="Lato"/>
                <a:cs typeface="Lato"/>
                <a:sym typeface="Lato"/>
              </a:defRPr>
            </a:lvl3pPr>
            <a:lvl4pPr lvl="3">
              <a:lnSpc>
                <a:spcPct val="100000"/>
              </a:lnSpc>
              <a:spcBef>
                <a:spcPts val="0"/>
              </a:spcBef>
              <a:spcAft>
                <a:spcPts val="0"/>
              </a:spcAft>
              <a:buClr>
                <a:schemeClr val="dk1"/>
              </a:buClr>
              <a:buSzPts val="1000"/>
              <a:buFont typeface="Lato"/>
              <a:buNone/>
              <a:defRPr sz="1000">
                <a:latin typeface="Lato"/>
                <a:ea typeface="Lato"/>
                <a:cs typeface="Lato"/>
                <a:sym typeface="Lato"/>
              </a:defRPr>
            </a:lvl4pPr>
            <a:lvl5pPr lvl="4">
              <a:lnSpc>
                <a:spcPct val="100000"/>
              </a:lnSpc>
              <a:spcBef>
                <a:spcPts val="0"/>
              </a:spcBef>
              <a:spcAft>
                <a:spcPts val="0"/>
              </a:spcAft>
              <a:buClr>
                <a:schemeClr val="dk1"/>
              </a:buClr>
              <a:buSzPts val="1000"/>
              <a:buFont typeface="Lato"/>
              <a:buNone/>
              <a:defRPr sz="1000">
                <a:latin typeface="Lato"/>
                <a:ea typeface="Lato"/>
                <a:cs typeface="Lato"/>
                <a:sym typeface="Lato"/>
              </a:defRPr>
            </a:lvl5pPr>
            <a:lvl6pPr lvl="5">
              <a:lnSpc>
                <a:spcPct val="100000"/>
              </a:lnSpc>
              <a:spcBef>
                <a:spcPts val="0"/>
              </a:spcBef>
              <a:spcAft>
                <a:spcPts val="0"/>
              </a:spcAft>
              <a:buClr>
                <a:schemeClr val="dk1"/>
              </a:buClr>
              <a:buSzPts val="1000"/>
              <a:buFont typeface="Lato"/>
              <a:buNone/>
              <a:defRPr sz="1000">
                <a:latin typeface="Lato"/>
                <a:ea typeface="Lato"/>
                <a:cs typeface="Lato"/>
                <a:sym typeface="Lato"/>
              </a:defRPr>
            </a:lvl6pPr>
            <a:lvl7pPr lvl="6">
              <a:lnSpc>
                <a:spcPct val="100000"/>
              </a:lnSpc>
              <a:spcBef>
                <a:spcPts val="0"/>
              </a:spcBef>
              <a:spcAft>
                <a:spcPts val="0"/>
              </a:spcAft>
              <a:buClr>
                <a:schemeClr val="dk1"/>
              </a:buClr>
              <a:buSzPts val="1000"/>
              <a:buFont typeface="Lato"/>
              <a:buNone/>
              <a:defRPr sz="1000">
                <a:latin typeface="Lato"/>
                <a:ea typeface="Lato"/>
                <a:cs typeface="Lato"/>
                <a:sym typeface="Lato"/>
              </a:defRPr>
            </a:lvl7pPr>
            <a:lvl8pPr lvl="7">
              <a:lnSpc>
                <a:spcPct val="100000"/>
              </a:lnSpc>
              <a:spcBef>
                <a:spcPts val="0"/>
              </a:spcBef>
              <a:spcAft>
                <a:spcPts val="0"/>
              </a:spcAft>
              <a:buClr>
                <a:schemeClr val="dk1"/>
              </a:buClr>
              <a:buSzPts val="1000"/>
              <a:buFont typeface="Lato"/>
              <a:buNone/>
              <a:defRPr sz="1000">
                <a:latin typeface="Lato"/>
                <a:ea typeface="Lato"/>
                <a:cs typeface="Lato"/>
                <a:sym typeface="Lato"/>
              </a:defRPr>
            </a:lvl8pPr>
            <a:lvl9pPr lvl="8">
              <a:lnSpc>
                <a:spcPct val="100000"/>
              </a:lnSpc>
              <a:spcBef>
                <a:spcPts val="0"/>
              </a:spcBef>
              <a:spcAft>
                <a:spcPts val="0"/>
              </a:spcAft>
              <a:buClr>
                <a:schemeClr val="dk1"/>
              </a:buClr>
              <a:buSzPts val="1000"/>
              <a:buFont typeface="Lato"/>
              <a:buNone/>
              <a:defRPr sz="1000">
                <a:latin typeface="Lato"/>
                <a:ea typeface="Lato"/>
                <a:cs typeface="Lato"/>
                <a:sym typeface="Lato"/>
              </a:defRPr>
            </a:lvl9pPr>
          </a:lstStyle>
          <a:p/>
        </p:txBody>
      </p:sp>
      <p:sp>
        <p:nvSpPr>
          <p:cNvPr id="181" name="Google Shape;181;p17"/>
          <p:cNvSpPr txBox="1"/>
          <p:nvPr>
            <p:ph idx="7" type="title"/>
          </p:nvPr>
        </p:nvSpPr>
        <p:spPr>
          <a:xfrm>
            <a:off x="5654225" y="2657175"/>
            <a:ext cx="961200" cy="409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2900"/>
              <a:buFont typeface="Quantico"/>
              <a:buNone/>
              <a:defRPr b="1" sz="1200"/>
            </a:lvl1pPr>
            <a:lvl2pPr lvl="1">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2pPr>
            <a:lvl3pPr lvl="2">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3pPr>
            <a:lvl4pPr lvl="3">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4pPr>
            <a:lvl5pPr lvl="4">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5pPr>
            <a:lvl6pPr lvl="5">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6pPr>
            <a:lvl7pPr lvl="6">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7pPr>
            <a:lvl8pPr lvl="7">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8pPr>
            <a:lvl9pPr lvl="8">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9pPr>
          </a:lstStyle>
          <a:p/>
        </p:txBody>
      </p:sp>
      <p:sp>
        <p:nvSpPr>
          <p:cNvPr id="182" name="Google Shape;182;p17"/>
          <p:cNvSpPr txBox="1"/>
          <p:nvPr>
            <p:ph idx="8" type="title"/>
          </p:nvPr>
        </p:nvSpPr>
        <p:spPr>
          <a:xfrm>
            <a:off x="7295800" y="2657175"/>
            <a:ext cx="1109100" cy="409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2900"/>
              <a:buFont typeface="Quantico"/>
              <a:buNone/>
              <a:defRPr b="1" sz="1200"/>
            </a:lvl1pPr>
            <a:lvl2pPr lvl="1">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2pPr>
            <a:lvl3pPr lvl="2">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3pPr>
            <a:lvl4pPr lvl="3">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4pPr>
            <a:lvl5pPr lvl="4">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5pPr>
            <a:lvl6pPr lvl="5">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6pPr>
            <a:lvl7pPr lvl="6">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7pPr>
            <a:lvl8pPr lvl="7">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8pPr>
            <a:lvl9pPr lvl="8">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9pPr>
          </a:lstStyle>
          <a:p/>
        </p:txBody>
      </p:sp>
      <p:sp>
        <p:nvSpPr>
          <p:cNvPr id="183" name="Google Shape;183;p17"/>
          <p:cNvSpPr txBox="1"/>
          <p:nvPr>
            <p:ph idx="9" type="title"/>
          </p:nvPr>
        </p:nvSpPr>
        <p:spPr>
          <a:xfrm>
            <a:off x="3958525" y="2657175"/>
            <a:ext cx="1003500" cy="409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2900"/>
              <a:buFont typeface="Quantico"/>
              <a:buNone/>
              <a:defRPr b="1" sz="1200"/>
            </a:lvl1pPr>
            <a:lvl2pPr lvl="1">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2pPr>
            <a:lvl3pPr lvl="2">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3pPr>
            <a:lvl4pPr lvl="3">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4pPr>
            <a:lvl5pPr lvl="4">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5pPr>
            <a:lvl6pPr lvl="5">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6pPr>
            <a:lvl7pPr lvl="6">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7pPr>
            <a:lvl8pPr lvl="7">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8pPr>
            <a:lvl9pPr lvl="8">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9pPr>
          </a:lstStyle>
          <a:p/>
        </p:txBody>
      </p:sp>
      <p:sp>
        <p:nvSpPr>
          <p:cNvPr id="184" name="Google Shape;184;p17"/>
          <p:cNvSpPr txBox="1"/>
          <p:nvPr>
            <p:ph idx="13" type="title"/>
          </p:nvPr>
        </p:nvSpPr>
        <p:spPr>
          <a:xfrm>
            <a:off x="3477950" y="3170975"/>
            <a:ext cx="1583400" cy="643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sz="1000">
                <a:latin typeface="Lato"/>
                <a:ea typeface="Lato"/>
                <a:cs typeface="Lato"/>
                <a:sym typeface="Lato"/>
              </a:defRPr>
            </a:lvl1pPr>
            <a:lvl2pPr lvl="1">
              <a:lnSpc>
                <a:spcPct val="100000"/>
              </a:lnSpc>
              <a:spcBef>
                <a:spcPts val="0"/>
              </a:spcBef>
              <a:spcAft>
                <a:spcPts val="0"/>
              </a:spcAft>
              <a:buClr>
                <a:schemeClr val="dk1"/>
              </a:buClr>
              <a:buSzPts val="1000"/>
              <a:buFont typeface="Lato"/>
              <a:buNone/>
              <a:defRPr sz="1000">
                <a:latin typeface="Lato"/>
                <a:ea typeface="Lato"/>
                <a:cs typeface="Lato"/>
                <a:sym typeface="Lato"/>
              </a:defRPr>
            </a:lvl2pPr>
            <a:lvl3pPr lvl="2">
              <a:lnSpc>
                <a:spcPct val="100000"/>
              </a:lnSpc>
              <a:spcBef>
                <a:spcPts val="0"/>
              </a:spcBef>
              <a:spcAft>
                <a:spcPts val="0"/>
              </a:spcAft>
              <a:buClr>
                <a:schemeClr val="dk1"/>
              </a:buClr>
              <a:buSzPts val="1000"/>
              <a:buFont typeface="Lato"/>
              <a:buNone/>
              <a:defRPr sz="1000">
                <a:latin typeface="Lato"/>
                <a:ea typeface="Lato"/>
                <a:cs typeface="Lato"/>
                <a:sym typeface="Lato"/>
              </a:defRPr>
            </a:lvl3pPr>
            <a:lvl4pPr lvl="3">
              <a:lnSpc>
                <a:spcPct val="100000"/>
              </a:lnSpc>
              <a:spcBef>
                <a:spcPts val="0"/>
              </a:spcBef>
              <a:spcAft>
                <a:spcPts val="0"/>
              </a:spcAft>
              <a:buClr>
                <a:schemeClr val="dk1"/>
              </a:buClr>
              <a:buSzPts val="1000"/>
              <a:buFont typeface="Lato"/>
              <a:buNone/>
              <a:defRPr sz="1000">
                <a:latin typeface="Lato"/>
                <a:ea typeface="Lato"/>
                <a:cs typeface="Lato"/>
                <a:sym typeface="Lato"/>
              </a:defRPr>
            </a:lvl4pPr>
            <a:lvl5pPr lvl="4">
              <a:lnSpc>
                <a:spcPct val="100000"/>
              </a:lnSpc>
              <a:spcBef>
                <a:spcPts val="0"/>
              </a:spcBef>
              <a:spcAft>
                <a:spcPts val="0"/>
              </a:spcAft>
              <a:buClr>
                <a:schemeClr val="dk1"/>
              </a:buClr>
              <a:buSzPts val="1000"/>
              <a:buFont typeface="Lato"/>
              <a:buNone/>
              <a:defRPr sz="1000">
                <a:latin typeface="Lato"/>
                <a:ea typeface="Lato"/>
                <a:cs typeface="Lato"/>
                <a:sym typeface="Lato"/>
              </a:defRPr>
            </a:lvl5pPr>
            <a:lvl6pPr lvl="5">
              <a:lnSpc>
                <a:spcPct val="100000"/>
              </a:lnSpc>
              <a:spcBef>
                <a:spcPts val="0"/>
              </a:spcBef>
              <a:spcAft>
                <a:spcPts val="0"/>
              </a:spcAft>
              <a:buClr>
                <a:schemeClr val="dk1"/>
              </a:buClr>
              <a:buSzPts val="1000"/>
              <a:buFont typeface="Lato"/>
              <a:buNone/>
              <a:defRPr sz="1000">
                <a:latin typeface="Lato"/>
                <a:ea typeface="Lato"/>
                <a:cs typeface="Lato"/>
                <a:sym typeface="Lato"/>
              </a:defRPr>
            </a:lvl6pPr>
            <a:lvl7pPr lvl="6">
              <a:lnSpc>
                <a:spcPct val="100000"/>
              </a:lnSpc>
              <a:spcBef>
                <a:spcPts val="0"/>
              </a:spcBef>
              <a:spcAft>
                <a:spcPts val="0"/>
              </a:spcAft>
              <a:buClr>
                <a:schemeClr val="dk1"/>
              </a:buClr>
              <a:buSzPts val="1000"/>
              <a:buFont typeface="Lato"/>
              <a:buNone/>
              <a:defRPr sz="1000">
                <a:latin typeface="Lato"/>
                <a:ea typeface="Lato"/>
                <a:cs typeface="Lato"/>
                <a:sym typeface="Lato"/>
              </a:defRPr>
            </a:lvl7pPr>
            <a:lvl8pPr lvl="7">
              <a:lnSpc>
                <a:spcPct val="100000"/>
              </a:lnSpc>
              <a:spcBef>
                <a:spcPts val="0"/>
              </a:spcBef>
              <a:spcAft>
                <a:spcPts val="0"/>
              </a:spcAft>
              <a:buClr>
                <a:schemeClr val="dk1"/>
              </a:buClr>
              <a:buSzPts val="1000"/>
              <a:buFont typeface="Lato"/>
              <a:buNone/>
              <a:defRPr sz="1000">
                <a:latin typeface="Lato"/>
                <a:ea typeface="Lato"/>
                <a:cs typeface="Lato"/>
                <a:sym typeface="Lato"/>
              </a:defRPr>
            </a:lvl8pPr>
            <a:lvl9pPr lvl="8">
              <a:lnSpc>
                <a:spcPct val="100000"/>
              </a:lnSpc>
              <a:spcBef>
                <a:spcPts val="0"/>
              </a:spcBef>
              <a:spcAft>
                <a:spcPts val="0"/>
              </a:spcAft>
              <a:buClr>
                <a:schemeClr val="dk1"/>
              </a:buClr>
              <a:buSzPts val="1000"/>
              <a:buFont typeface="Lato"/>
              <a:buNone/>
              <a:defRPr sz="1000">
                <a:latin typeface="Lato"/>
                <a:ea typeface="Lato"/>
                <a:cs typeface="Lato"/>
                <a:sym typeface="Lato"/>
              </a:defRPr>
            </a:lvl9pPr>
          </a:lstStyle>
          <a:p/>
        </p:txBody>
      </p:sp>
      <p:sp>
        <p:nvSpPr>
          <p:cNvPr id="185" name="Google Shape;185;p17"/>
          <p:cNvSpPr txBox="1"/>
          <p:nvPr>
            <p:ph idx="14" type="title"/>
          </p:nvPr>
        </p:nvSpPr>
        <p:spPr>
          <a:xfrm>
            <a:off x="5156125" y="3170975"/>
            <a:ext cx="1551600" cy="574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sz="1000">
                <a:latin typeface="Lato"/>
                <a:ea typeface="Lato"/>
                <a:cs typeface="Lato"/>
                <a:sym typeface="Lato"/>
              </a:defRPr>
            </a:lvl1pPr>
            <a:lvl2pPr lvl="1">
              <a:lnSpc>
                <a:spcPct val="100000"/>
              </a:lnSpc>
              <a:spcBef>
                <a:spcPts val="0"/>
              </a:spcBef>
              <a:spcAft>
                <a:spcPts val="0"/>
              </a:spcAft>
              <a:buClr>
                <a:schemeClr val="dk1"/>
              </a:buClr>
              <a:buSzPts val="1000"/>
              <a:buFont typeface="Lato"/>
              <a:buNone/>
              <a:defRPr sz="1000">
                <a:latin typeface="Lato"/>
                <a:ea typeface="Lato"/>
                <a:cs typeface="Lato"/>
                <a:sym typeface="Lato"/>
              </a:defRPr>
            </a:lvl2pPr>
            <a:lvl3pPr lvl="2">
              <a:lnSpc>
                <a:spcPct val="100000"/>
              </a:lnSpc>
              <a:spcBef>
                <a:spcPts val="0"/>
              </a:spcBef>
              <a:spcAft>
                <a:spcPts val="0"/>
              </a:spcAft>
              <a:buClr>
                <a:schemeClr val="dk1"/>
              </a:buClr>
              <a:buSzPts val="1000"/>
              <a:buFont typeface="Lato"/>
              <a:buNone/>
              <a:defRPr sz="1000">
                <a:latin typeface="Lato"/>
                <a:ea typeface="Lato"/>
                <a:cs typeface="Lato"/>
                <a:sym typeface="Lato"/>
              </a:defRPr>
            </a:lvl3pPr>
            <a:lvl4pPr lvl="3">
              <a:lnSpc>
                <a:spcPct val="100000"/>
              </a:lnSpc>
              <a:spcBef>
                <a:spcPts val="0"/>
              </a:spcBef>
              <a:spcAft>
                <a:spcPts val="0"/>
              </a:spcAft>
              <a:buClr>
                <a:schemeClr val="dk1"/>
              </a:buClr>
              <a:buSzPts val="1000"/>
              <a:buFont typeface="Lato"/>
              <a:buNone/>
              <a:defRPr sz="1000">
                <a:latin typeface="Lato"/>
                <a:ea typeface="Lato"/>
                <a:cs typeface="Lato"/>
                <a:sym typeface="Lato"/>
              </a:defRPr>
            </a:lvl4pPr>
            <a:lvl5pPr lvl="4">
              <a:lnSpc>
                <a:spcPct val="100000"/>
              </a:lnSpc>
              <a:spcBef>
                <a:spcPts val="0"/>
              </a:spcBef>
              <a:spcAft>
                <a:spcPts val="0"/>
              </a:spcAft>
              <a:buClr>
                <a:schemeClr val="dk1"/>
              </a:buClr>
              <a:buSzPts val="1000"/>
              <a:buFont typeface="Lato"/>
              <a:buNone/>
              <a:defRPr sz="1000">
                <a:latin typeface="Lato"/>
                <a:ea typeface="Lato"/>
                <a:cs typeface="Lato"/>
                <a:sym typeface="Lato"/>
              </a:defRPr>
            </a:lvl5pPr>
            <a:lvl6pPr lvl="5">
              <a:lnSpc>
                <a:spcPct val="100000"/>
              </a:lnSpc>
              <a:spcBef>
                <a:spcPts val="0"/>
              </a:spcBef>
              <a:spcAft>
                <a:spcPts val="0"/>
              </a:spcAft>
              <a:buClr>
                <a:schemeClr val="dk1"/>
              </a:buClr>
              <a:buSzPts val="1000"/>
              <a:buFont typeface="Lato"/>
              <a:buNone/>
              <a:defRPr sz="1000">
                <a:latin typeface="Lato"/>
                <a:ea typeface="Lato"/>
                <a:cs typeface="Lato"/>
                <a:sym typeface="Lato"/>
              </a:defRPr>
            </a:lvl6pPr>
            <a:lvl7pPr lvl="6">
              <a:lnSpc>
                <a:spcPct val="100000"/>
              </a:lnSpc>
              <a:spcBef>
                <a:spcPts val="0"/>
              </a:spcBef>
              <a:spcAft>
                <a:spcPts val="0"/>
              </a:spcAft>
              <a:buClr>
                <a:schemeClr val="dk1"/>
              </a:buClr>
              <a:buSzPts val="1000"/>
              <a:buFont typeface="Lato"/>
              <a:buNone/>
              <a:defRPr sz="1000">
                <a:latin typeface="Lato"/>
                <a:ea typeface="Lato"/>
                <a:cs typeface="Lato"/>
                <a:sym typeface="Lato"/>
              </a:defRPr>
            </a:lvl7pPr>
            <a:lvl8pPr lvl="7">
              <a:lnSpc>
                <a:spcPct val="100000"/>
              </a:lnSpc>
              <a:spcBef>
                <a:spcPts val="0"/>
              </a:spcBef>
              <a:spcAft>
                <a:spcPts val="0"/>
              </a:spcAft>
              <a:buClr>
                <a:schemeClr val="dk1"/>
              </a:buClr>
              <a:buSzPts val="1000"/>
              <a:buFont typeface="Lato"/>
              <a:buNone/>
              <a:defRPr sz="1000">
                <a:latin typeface="Lato"/>
                <a:ea typeface="Lato"/>
                <a:cs typeface="Lato"/>
                <a:sym typeface="Lato"/>
              </a:defRPr>
            </a:lvl8pPr>
            <a:lvl9pPr lvl="8">
              <a:lnSpc>
                <a:spcPct val="100000"/>
              </a:lnSpc>
              <a:spcBef>
                <a:spcPts val="0"/>
              </a:spcBef>
              <a:spcAft>
                <a:spcPts val="0"/>
              </a:spcAft>
              <a:buClr>
                <a:schemeClr val="dk1"/>
              </a:buClr>
              <a:buSzPts val="1000"/>
              <a:buFont typeface="Lato"/>
              <a:buNone/>
              <a:defRPr sz="1000">
                <a:latin typeface="Lato"/>
                <a:ea typeface="Lato"/>
                <a:cs typeface="Lato"/>
                <a:sym typeface="Lato"/>
              </a:defRPr>
            </a:lvl9pPr>
          </a:lstStyle>
          <a:p/>
        </p:txBody>
      </p:sp>
      <p:sp>
        <p:nvSpPr>
          <p:cNvPr id="186" name="Google Shape;186;p17"/>
          <p:cNvSpPr txBox="1"/>
          <p:nvPr>
            <p:ph idx="15" type="title"/>
          </p:nvPr>
        </p:nvSpPr>
        <p:spPr>
          <a:xfrm>
            <a:off x="6837850" y="3170975"/>
            <a:ext cx="2022000" cy="15960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sz="1000">
                <a:latin typeface="Lato"/>
                <a:ea typeface="Lato"/>
                <a:cs typeface="Lato"/>
                <a:sym typeface="Lato"/>
              </a:defRPr>
            </a:lvl1pPr>
            <a:lvl2pPr lvl="1">
              <a:lnSpc>
                <a:spcPct val="100000"/>
              </a:lnSpc>
              <a:spcBef>
                <a:spcPts val="0"/>
              </a:spcBef>
              <a:spcAft>
                <a:spcPts val="0"/>
              </a:spcAft>
              <a:buClr>
                <a:schemeClr val="dk1"/>
              </a:buClr>
              <a:buSzPts val="1000"/>
              <a:buFont typeface="Lato"/>
              <a:buNone/>
              <a:defRPr sz="1000">
                <a:latin typeface="Lato"/>
                <a:ea typeface="Lato"/>
                <a:cs typeface="Lato"/>
                <a:sym typeface="Lato"/>
              </a:defRPr>
            </a:lvl2pPr>
            <a:lvl3pPr lvl="2">
              <a:lnSpc>
                <a:spcPct val="100000"/>
              </a:lnSpc>
              <a:spcBef>
                <a:spcPts val="0"/>
              </a:spcBef>
              <a:spcAft>
                <a:spcPts val="0"/>
              </a:spcAft>
              <a:buClr>
                <a:schemeClr val="dk1"/>
              </a:buClr>
              <a:buSzPts val="1000"/>
              <a:buFont typeface="Lato"/>
              <a:buNone/>
              <a:defRPr sz="1000">
                <a:latin typeface="Lato"/>
                <a:ea typeface="Lato"/>
                <a:cs typeface="Lato"/>
                <a:sym typeface="Lato"/>
              </a:defRPr>
            </a:lvl3pPr>
            <a:lvl4pPr lvl="3">
              <a:lnSpc>
                <a:spcPct val="100000"/>
              </a:lnSpc>
              <a:spcBef>
                <a:spcPts val="0"/>
              </a:spcBef>
              <a:spcAft>
                <a:spcPts val="0"/>
              </a:spcAft>
              <a:buClr>
                <a:schemeClr val="dk1"/>
              </a:buClr>
              <a:buSzPts val="1000"/>
              <a:buFont typeface="Lato"/>
              <a:buNone/>
              <a:defRPr sz="1000">
                <a:latin typeface="Lato"/>
                <a:ea typeface="Lato"/>
                <a:cs typeface="Lato"/>
                <a:sym typeface="Lato"/>
              </a:defRPr>
            </a:lvl4pPr>
            <a:lvl5pPr lvl="4">
              <a:lnSpc>
                <a:spcPct val="100000"/>
              </a:lnSpc>
              <a:spcBef>
                <a:spcPts val="0"/>
              </a:spcBef>
              <a:spcAft>
                <a:spcPts val="0"/>
              </a:spcAft>
              <a:buClr>
                <a:schemeClr val="dk1"/>
              </a:buClr>
              <a:buSzPts val="1000"/>
              <a:buFont typeface="Lato"/>
              <a:buNone/>
              <a:defRPr sz="1000">
                <a:latin typeface="Lato"/>
                <a:ea typeface="Lato"/>
                <a:cs typeface="Lato"/>
                <a:sym typeface="Lato"/>
              </a:defRPr>
            </a:lvl5pPr>
            <a:lvl6pPr lvl="5">
              <a:lnSpc>
                <a:spcPct val="100000"/>
              </a:lnSpc>
              <a:spcBef>
                <a:spcPts val="0"/>
              </a:spcBef>
              <a:spcAft>
                <a:spcPts val="0"/>
              </a:spcAft>
              <a:buClr>
                <a:schemeClr val="dk1"/>
              </a:buClr>
              <a:buSzPts val="1000"/>
              <a:buFont typeface="Lato"/>
              <a:buNone/>
              <a:defRPr sz="1000">
                <a:latin typeface="Lato"/>
                <a:ea typeface="Lato"/>
                <a:cs typeface="Lato"/>
                <a:sym typeface="Lato"/>
              </a:defRPr>
            </a:lvl6pPr>
            <a:lvl7pPr lvl="6">
              <a:lnSpc>
                <a:spcPct val="100000"/>
              </a:lnSpc>
              <a:spcBef>
                <a:spcPts val="0"/>
              </a:spcBef>
              <a:spcAft>
                <a:spcPts val="0"/>
              </a:spcAft>
              <a:buClr>
                <a:schemeClr val="dk1"/>
              </a:buClr>
              <a:buSzPts val="1000"/>
              <a:buFont typeface="Lato"/>
              <a:buNone/>
              <a:defRPr sz="1000">
                <a:latin typeface="Lato"/>
                <a:ea typeface="Lato"/>
                <a:cs typeface="Lato"/>
                <a:sym typeface="Lato"/>
              </a:defRPr>
            </a:lvl7pPr>
            <a:lvl8pPr lvl="7">
              <a:lnSpc>
                <a:spcPct val="100000"/>
              </a:lnSpc>
              <a:spcBef>
                <a:spcPts val="0"/>
              </a:spcBef>
              <a:spcAft>
                <a:spcPts val="0"/>
              </a:spcAft>
              <a:buClr>
                <a:schemeClr val="dk1"/>
              </a:buClr>
              <a:buSzPts val="1000"/>
              <a:buFont typeface="Lato"/>
              <a:buNone/>
              <a:defRPr sz="1000">
                <a:latin typeface="Lato"/>
                <a:ea typeface="Lato"/>
                <a:cs typeface="Lato"/>
                <a:sym typeface="Lato"/>
              </a:defRPr>
            </a:lvl8pPr>
            <a:lvl9pPr lvl="8">
              <a:lnSpc>
                <a:spcPct val="100000"/>
              </a:lnSpc>
              <a:spcBef>
                <a:spcPts val="0"/>
              </a:spcBef>
              <a:spcAft>
                <a:spcPts val="0"/>
              </a:spcAft>
              <a:buClr>
                <a:schemeClr val="dk1"/>
              </a:buClr>
              <a:buSzPts val="1000"/>
              <a:buFont typeface="Lato"/>
              <a:buNone/>
              <a:defRPr sz="1000">
                <a:latin typeface="Lato"/>
                <a:ea typeface="Lato"/>
                <a:cs typeface="Lato"/>
                <a:sym typeface="Lato"/>
              </a:defRPr>
            </a:lvl9pPr>
          </a:lstStyle>
          <a:p/>
        </p:txBody>
      </p:sp>
      <p:sp>
        <p:nvSpPr>
          <p:cNvPr id="187" name="Google Shape;187;p17"/>
          <p:cNvSpPr txBox="1"/>
          <p:nvPr>
            <p:ph idx="16" type="title"/>
          </p:nvPr>
        </p:nvSpPr>
        <p:spPr>
          <a:xfrm>
            <a:off x="3624875" y="4016425"/>
            <a:ext cx="1436400" cy="750600"/>
          </a:xfrm>
          <a:prstGeom prst="rect">
            <a:avLst/>
          </a:prstGeom>
        </p:spPr>
        <p:txBody>
          <a:bodyPr anchorCtr="0" anchor="t" bIns="0" lIns="0" spcFirstLastPara="1" rIns="91425" wrap="square" tIns="0">
            <a:noAutofit/>
          </a:bodyPr>
          <a:lstStyle>
            <a:lvl1pPr lvl="0">
              <a:lnSpc>
                <a:spcPct val="150000"/>
              </a:lnSpc>
              <a:spcBef>
                <a:spcPts val="0"/>
              </a:spcBef>
              <a:spcAft>
                <a:spcPts val="0"/>
              </a:spcAft>
              <a:buClr>
                <a:schemeClr val="dk1"/>
              </a:buClr>
              <a:buSzPts val="1000"/>
              <a:buFont typeface="Lato"/>
              <a:buNone/>
              <a:defRPr sz="1000">
                <a:latin typeface="Lato"/>
                <a:ea typeface="Lato"/>
                <a:cs typeface="Lato"/>
                <a:sym typeface="Lato"/>
              </a:defRPr>
            </a:lvl1pPr>
            <a:lvl2pPr lvl="1">
              <a:lnSpc>
                <a:spcPct val="150000"/>
              </a:lnSpc>
              <a:spcBef>
                <a:spcPts val="0"/>
              </a:spcBef>
              <a:spcAft>
                <a:spcPts val="0"/>
              </a:spcAft>
              <a:buClr>
                <a:schemeClr val="dk1"/>
              </a:buClr>
              <a:buSzPts val="1000"/>
              <a:buFont typeface="Lato"/>
              <a:buNone/>
              <a:defRPr sz="1000">
                <a:latin typeface="Lato"/>
                <a:ea typeface="Lato"/>
                <a:cs typeface="Lato"/>
                <a:sym typeface="Lato"/>
              </a:defRPr>
            </a:lvl2pPr>
            <a:lvl3pPr lvl="2">
              <a:lnSpc>
                <a:spcPct val="150000"/>
              </a:lnSpc>
              <a:spcBef>
                <a:spcPts val="0"/>
              </a:spcBef>
              <a:spcAft>
                <a:spcPts val="0"/>
              </a:spcAft>
              <a:buClr>
                <a:schemeClr val="dk1"/>
              </a:buClr>
              <a:buSzPts val="1000"/>
              <a:buFont typeface="Lato"/>
              <a:buNone/>
              <a:defRPr sz="1000">
                <a:latin typeface="Lato"/>
                <a:ea typeface="Lato"/>
                <a:cs typeface="Lato"/>
                <a:sym typeface="Lato"/>
              </a:defRPr>
            </a:lvl3pPr>
            <a:lvl4pPr lvl="3">
              <a:lnSpc>
                <a:spcPct val="150000"/>
              </a:lnSpc>
              <a:spcBef>
                <a:spcPts val="0"/>
              </a:spcBef>
              <a:spcAft>
                <a:spcPts val="0"/>
              </a:spcAft>
              <a:buClr>
                <a:schemeClr val="dk1"/>
              </a:buClr>
              <a:buSzPts val="1000"/>
              <a:buFont typeface="Lato"/>
              <a:buNone/>
              <a:defRPr sz="1000">
                <a:latin typeface="Lato"/>
                <a:ea typeface="Lato"/>
                <a:cs typeface="Lato"/>
                <a:sym typeface="Lato"/>
              </a:defRPr>
            </a:lvl4pPr>
            <a:lvl5pPr lvl="4">
              <a:lnSpc>
                <a:spcPct val="150000"/>
              </a:lnSpc>
              <a:spcBef>
                <a:spcPts val="0"/>
              </a:spcBef>
              <a:spcAft>
                <a:spcPts val="0"/>
              </a:spcAft>
              <a:buClr>
                <a:schemeClr val="dk1"/>
              </a:buClr>
              <a:buSzPts val="1000"/>
              <a:buFont typeface="Lato"/>
              <a:buNone/>
              <a:defRPr sz="1000">
                <a:latin typeface="Lato"/>
                <a:ea typeface="Lato"/>
                <a:cs typeface="Lato"/>
                <a:sym typeface="Lato"/>
              </a:defRPr>
            </a:lvl5pPr>
            <a:lvl6pPr lvl="5">
              <a:lnSpc>
                <a:spcPct val="150000"/>
              </a:lnSpc>
              <a:spcBef>
                <a:spcPts val="0"/>
              </a:spcBef>
              <a:spcAft>
                <a:spcPts val="0"/>
              </a:spcAft>
              <a:buClr>
                <a:schemeClr val="dk1"/>
              </a:buClr>
              <a:buSzPts val="1000"/>
              <a:buFont typeface="Lato"/>
              <a:buNone/>
              <a:defRPr sz="1000">
                <a:latin typeface="Lato"/>
                <a:ea typeface="Lato"/>
                <a:cs typeface="Lato"/>
                <a:sym typeface="Lato"/>
              </a:defRPr>
            </a:lvl6pPr>
            <a:lvl7pPr lvl="6">
              <a:lnSpc>
                <a:spcPct val="150000"/>
              </a:lnSpc>
              <a:spcBef>
                <a:spcPts val="0"/>
              </a:spcBef>
              <a:spcAft>
                <a:spcPts val="0"/>
              </a:spcAft>
              <a:buClr>
                <a:schemeClr val="dk1"/>
              </a:buClr>
              <a:buSzPts val="1000"/>
              <a:buFont typeface="Lato"/>
              <a:buNone/>
              <a:defRPr sz="1000">
                <a:latin typeface="Lato"/>
                <a:ea typeface="Lato"/>
                <a:cs typeface="Lato"/>
                <a:sym typeface="Lato"/>
              </a:defRPr>
            </a:lvl7pPr>
            <a:lvl8pPr lvl="7">
              <a:lnSpc>
                <a:spcPct val="150000"/>
              </a:lnSpc>
              <a:spcBef>
                <a:spcPts val="0"/>
              </a:spcBef>
              <a:spcAft>
                <a:spcPts val="0"/>
              </a:spcAft>
              <a:buClr>
                <a:schemeClr val="dk1"/>
              </a:buClr>
              <a:buSzPts val="1000"/>
              <a:buFont typeface="Lato"/>
              <a:buNone/>
              <a:defRPr sz="1000">
                <a:latin typeface="Lato"/>
                <a:ea typeface="Lato"/>
                <a:cs typeface="Lato"/>
                <a:sym typeface="Lato"/>
              </a:defRPr>
            </a:lvl8pPr>
            <a:lvl9pPr lvl="8">
              <a:lnSpc>
                <a:spcPct val="150000"/>
              </a:lnSpc>
              <a:spcBef>
                <a:spcPts val="0"/>
              </a:spcBef>
              <a:spcAft>
                <a:spcPts val="0"/>
              </a:spcAft>
              <a:buClr>
                <a:schemeClr val="dk1"/>
              </a:buClr>
              <a:buSzPts val="1000"/>
              <a:buFont typeface="Lato"/>
              <a:buNone/>
              <a:defRPr sz="1000">
                <a:latin typeface="Lato"/>
                <a:ea typeface="Lato"/>
                <a:cs typeface="Lato"/>
                <a:sym typeface="Lato"/>
              </a:defRPr>
            </a:lvl9pPr>
          </a:lstStyle>
          <a:p/>
        </p:txBody>
      </p:sp>
      <p:sp>
        <p:nvSpPr>
          <p:cNvPr id="188" name="Google Shape;188;p17"/>
          <p:cNvSpPr txBox="1"/>
          <p:nvPr>
            <p:ph idx="17" type="title"/>
          </p:nvPr>
        </p:nvSpPr>
        <p:spPr>
          <a:xfrm>
            <a:off x="5303050" y="4016425"/>
            <a:ext cx="1404600" cy="750600"/>
          </a:xfrm>
          <a:prstGeom prst="rect">
            <a:avLst/>
          </a:prstGeom>
        </p:spPr>
        <p:txBody>
          <a:bodyPr anchorCtr="0" anchor="t" bIns="0" lIns="0" spcFirstLastPara="1" rIns="91425" wrap="square" tIns="0">
            <a:noAutofit/>
          </a:bodyPr>
          <a:lstStyle>
            <a:lvl1pPr lvl="0">
              <a:lnSpc>
                <a:spcPct val="150000"/>
              </a:lnSpc>
              <a:spcBef>
                <a:spcPts val="0"/>
              </a:spcBef>
              <a:spcAft>
                <a:spcPts val="0"/>
              </a:spcAft>
              <a:buClr>
                <a:schemeClr val="dk1"/>
              </a:buClr>
              <a:buSzPts val="1000"/>
              <a:buFont typeface="Lato"/>
              <a:buNone/>
              <a:defRPr sz="1000">
                <a:latin typeface="Lato"/>
                <a:ea typeface="Lato"/>
                <a:cs typeface="Lato"/>
                <a:sym typeface="Lato"/>
              </a:defRPr>
            </a:lvl1pPr>
            <a:lvl2pPr lvl="1">
              <a:lnSpc>
                <a:spcPct val="150000"/>
              </a:lnSpc>
              <a:spcBef>
                <a:spcPts val="0"/>
              </a:spcBef>
              <a:spcAft>
                <a:spcPts val="0"/>
              </a:spcAft>
              <a:buClr>
                <a:schemeClr val="dk1"/>
              </a:buClr>
              <a:buSzPts val="1000"/>
              <a:buFont typeface="Lato"/>
              <a:buNone/>
              <a:defRPr sz="1000">
                <a:latin typeface="Lato"/>
                <a:ea typeface="Lato"/>
                <a:cs typeface="Lato"/>
                <a:sym typeface="Lato"/>
              </a:defRPr>
            </a:lvl2pPr>
            <a:lvl3pPr lvl="2">
              <a:lnSpc>
                <a:spcPct val="150000"/>
              </a:lnSpc>
              <a:spcBef>
                <a:spcPts val="0"/>
              </a:spcBef>
              <a:spcAft>
                <a:spcPts val="0"/>
              </a:spcAft>
              <a:buClr>
                <a:schemeClr val="dk1"/>
              </a:buClr>
              <a:buSzPts val="1000"/>
              <a:buFont typeface="Lato"/>
              <a:buNone/>
              <a:defRPr sz="1000">
                <a:latin typeface="Lato"/>
                <a:ea typeface="Lato"/>
                <a:cs typeface="Lato"/>
                <a:sym typeface="Lato"/>
              </a:defRPr>
            </a:lvl3pPr>
            <a:lvl4pPr lvl="3">
              <a:lnSpc>
                <a:spcPct val="150000"/>
              </a:lnSpc>
              <a:spcBef>
                <a:spcPts val="0"/>
              </a:spcBef>
              <a:spcAft>
                <a:spcPts val="0"/>
              </a:spcAft>
              <a:buClr>
                <a:schemeClr val="dk1"/>
              </a:buClr>
              <a:buSzPts val="1000"/>
              <a:buFont typeface="Lato"/>
              <a:buNone/>
              <a:defRPr sz="1000">
                <a:latin typeface="Lato"/>
                <a:ea typeface="Lato"/>
                <a:cs typeface="Lato"/>
                <a:sym typeface="Lato"/>
              </a:defRPr>
            </a:lvl4pPr>
            <a:lvl5pPr lvl="4">
              <a:lnSpc>
                <a:spcPct val="150000"/>
              </a:lnSpc>
              <a:spcBef>
                <a:spcPts val="0"/>
              </a:spcBef>
              <a:spcAft>
                <a:spcPts val="0"/>
              </a:spcAft>
              <a:buClr>
                <a:schemeClr val="dk1"/>
              </a:buClr>
              <a:buSzPts val="1000"/>
              <a:buFont typeface="Lato"/>
              <a:buNone/>
              <a:defRPr sz="1000">
                <a:latin typeface="Lato"/>
                <a:ea typeface="Lato"/>
                <a:cs typeface="Lato"/>
                <a:sym typeface="Lato"/>
              </a:defRPr>
            </a:lvl5pPr>
            <a:lvl6pPr lvl="5">
              <a:lnSpc>
                <a:spcPct val="150000"/>
              </a:lnSpc>
              <a:spcBef>
                <a:spcPts val="0"/>
              </a:spcBef>
              <a:spcAft>
                <a:spcPts val="0"/>
              </a:spcAft>
              <a:buClr>
                <a:schemeClr val="dk1"/>
              </a:buClr>
              <a:buSzPts val="1000"/>
              <a:buFont typeface="Lato"/>
              <a:buNone/>
              <a:defRPr sz="1000">
                <a:latin typeface="Lato"/>
                <a:ea typeface="Lato"/>
                <a:cs typeface="Lato"/>
                <a:sym typeface="Lato"/>
              </a:defRPr>
            </a:lvl6pPr>
            <a:lvl7pPr lvl="6">
              <a:lnSpc>
                <a:spcPct val="150000"/>
              </a:lnSpc>
              <a:spcBef>
                <a:spcPts val="0"/>
              </a:spcBef>
              <a:spcAft>
                <a:spcPts val="0"/>
              </a:spcAft>
              <a:buClr>
                <a:schemeClr val="dk1"/>
              </a:buClr>
              <a:buSzPts val="1000"/>
              <a:buFont typeface="Lato"/>
              <a:buNone/>
              <a:defRPr sz="1000">
                <a:latin typeface="Lato"/>
                <a:ea typeface="Lato"/>
                <a:cs typeface="Lato"/>
                <a:sym typeface="Lato"/>
              </a:defRPr>
            </a:lvl7pPr>
            <a:lvl8pPr lvl="7">
              <a:lnSpc>
                <a:spcPct val="150000"/>
              </a:lnSpc>
              <a:spcBef>
                <a:spcPts val="0"/>
              </a:spcBef>
              <a:spcAft>
                <a:spcPts val="0"/>
              </a:spcAft>
              <a:buClr>
                <a:schemeClr val="dk1"/>
              </a:buClr>
              <a:buSzPts val="1000"/>
              <a:buFont typeface="Lato"/>
              <a:buNone/>
              <a:defRPr sz="1000">
                <a:latin typeface="Lato"/>
                <a:ea typeface="Lato"/>
                <a:cs typeface="Lato"/>
                <a:sym typeface="Lato"/>
              </a:defRPr>
            </a:lvl8pPr>
            <a:lvl9pPr lvl="8">
              <a:lnSpc>
                <a:spcPct val="150000"/>
              </a:lnSpc>
              <a:spcBef>
                <a:spcPts val="0"/>
              </a:spcBef>
              <a:spcAft>
                <a:spcPts val="0"/>
              </a:spcAft>
              <a:buClr>
                <a:schemeClr val="dk1"/>
              </a:buClr>
              <a:buSzPts val="1000"/>
              <a:buFont typeface="Lato"/>
              <a:buNone/>
              <a:defRPr sz="1000">
                <a:latin typeface="Lato"/>
                <a:ea typeface="Lato"/>
                <a:cs typeface="Lato"/>
                <a:sym typeface="Lato"/>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4">
  <p:cSld name="CUSTOM_5_1">
    <p:bg>
      <p:bgPr>
        <a:solidFill>
          <a:schemeClr val="lt1"/>
        </a:solidFill>
      </p:bgPr>
    </p:bg>
    <p:spTree>
      <p:nvGrpSpPr>
        <p:cNvPr id="189" name="Shape 189"/>
        <p:cNvGrpSpPr/>
        <p:nvPr/>
      </p:nvGrpSpPr>
      <p:grpSpPr>
        <a:xfrm>
          <a:off x="0" y="0"/>
          <a:ext cx="0" cy="0"/>
          <a:chOff x="0" y="0"/>
          <a:chExt cx="0" cy="0"/>
        </a:xfrm>
      </p:grpSpPr>
      <p:sp>
        <p:nvSpPr>
          <p:cNvPr id="190" name="Google Shape;190;p18"/>
          <p:cNvSpPr/>
          <p:nvPr/>
        </p:nvSpPr>
        <p:spPr>
          <a:xfrm>
            <a:off x="1067025" y="437190"/>
            <a:ext cx="7197300" cy="3865800"/>
          </a:xfrm>
          <a:prstGeom prst="snip1Rect">
            <a:avLst>
              <a:gd fmla="val 11506"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91" name="Google Shape;191;p18"/>
          <p:cNvSpPr/>
          <p:nvPr/>
        </p:nvSpPr>
        <p:spPr>
          <a:xfrm>
            <a:off x="1491600" y="1330871"/>
            <a:ext cx="7197300" cy="3674400"/>
          </a:xfrm>
          <a:prstGeom prst="snip1Rect">
            <a:avLst>
              <a:gd fmla="val 11506"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92" name="Google Shape;192;p18"/>
          <p:cNvSpPr/>
          <p:nvPr/>
        </p:nvSpPr>
        <p:spPr>
          <a:xfrm>
            <a:off x="114875" y="875230"/>
            <a:ext cx="7197300" cy="3977100"/>
          </a:xfrm>
          <a:prstGeom prst="snip1Rect">
            <a:avLst>
              <a:gd fmla="val 11506"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93" name="Google Shape;193;p18"/>
          <p:cNvSpPr/>
          <p:nvPr/>
        </p:nvSpPr>
        <p:spPr>
          <a:xfrm>
            <a:off x="-8050" y="432050"/>
            <a:ext cx="3686700" cy="4689000"/>
          </a:xfrm>
          <a:prstGeom prst="snip1Rect">
            <a:avLst>
              <a:gd fmla="val 1153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94" name="Google Shape;194;p18"/>
          <p:cNvSpPr txBox="1"/>
          <p:nvPr>
            <p:ph type="title"/>
          </p:nvPr>
        </p:nvSpPr>
        <p:spPr>
          <a:xfrm>
            <a:off x="451900" y="843775"/>
            <a:ext cx="2968200" cy="10398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accent6"/>
              </a:buClr>
              <a:buSzPts val="3000"/>
              <a:buNone/>
              <a:defRPr sz="2400">
                <a:solidFill>
                  <a:schemeClr val="accent6"/>
                </a:solidFill>
              </a:defRPr>
            </a:lvl1pPr>
            <a:lvl2pPr lvl="1">
              <a:lnSpc>
                <a:spcPct val="8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2pPr>
            <a:lvl3pPr lvl="2">
              <a:lnSpc>
                <a:spcPct val="8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3pPr>
            <a:lvl4pPr lvl="3">
              <a:lnSpc>
                <a:spcPct val="8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4pPr>
            <a:lvl5pPr lvl="4">
              <a:lnSpc>
                <a:spcPct val="8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5pPr>
            <a:lvl6pPr lvl="5">
              <a:lnSpc>
                <a:spcPct val="8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6pPr>
            <a:lvl7pPr lvl="6">
              <a:lnSpc>
                <a:spcPct val="8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7pPr>
            <a:lvl8pPr lvl="7">
              <a:lnSpc>
                <a:spcPct val="8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8pPr>
            <a:lvl9pPr lvl="8">
              <a:lnSpc>
                <a:spcPct val="8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9pPr>
          </a:lstStyle>
          <a:p/>
        </p:txBody>
      </p:sp>
      <p:sp>
        <p:nvSpPr>
          <p:cNvPr id="195" name="Google Shape;195;p18"/>
          <p:cNvSpPr txBox="1"/>
          <p:nvPr>
            <p:ph idx="1" type="subTitle"/>
          </p:nvPr>
        </p:nvSpPr>
        <p:spPr>
          <a:xfrm>
            <a:off x="478650" y="2476500"/>
            <a:ext cx="1374300" cy="4167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1000"/>
              <a:buFont typeface="Lato"/>
              <a:buNone/>
              <a:defRPr b="1">
                <a:solidFill>
                  <a:schemeClr val="dk1"/>
                </a:solidFill>
              </a:defRPr>
            </a:lvl1pPr>
            <a:lvl2pPr lvl="1">
              <a:lnSpc>
                <a:spcPct val="90000"/>
              </a:lnSpc>
              <a:spcBef>
                <a:spcPts val="0"/>
              </a:spcBef>
              <a:spcAft>
                <a:spcPts val="0"/>
              </a:spcAft>
              <a:buClr>
                <a:schemeClr val="dk1"/>
              </a:buClr>
              <a:buSzPts val="1000"/>
              <a:buFont typeface="Lato"/>
              <a:buNone/>
              <a:defRPr b="1">
                <a:solidFill>
                  <a:schemeClr val="dk1"/>
                </a:solidFill>
              </a:defRPr>
            </a:lvl2pPr>
            <a:lvl3pPr lvl="2">
              <a:lnSpc>
                <a:spcPct val="90000"/>
              </a:lnSpc>
              <a:spcBef>
                <a:spcPts val="0"/>
              </a:spcBef>
              <a:spcAft>
                <a:spcPts val="0"/>
              </a:spcAft>
              <a:buClr>
                <a:schemeClr val="dk1"/>
              </a:buClr>
              <a:buSzPts val="1000"/>
              <a:buFont typeface="Lato"/>
              <a:buNone/>
              <a:defRPr b="1">
                <a:solidFill>
                  <a:schemeClr val="dk1"/>
                </a:solidFill>
              </a:defRPr>
            </a:lvl3pPr>
            <a:lvl4pPr lvl="3">
              <a:lnSpc>
                <a:spcPct val="90000"/>
              </a:lnSpc>
              <a:spcBef>
                <a:spcPts val="0"/>
              </a:spcBef>
              <a:spcAft>
                <a:spcPts val="0"/>
              </a:spcAft>
              <a:buClr>
                <a:schemeClr val="dk1"/>
              </a:buClr>
              <a:buSzPts val="1000"/>
              <a:buFont typeface="Lato"/>
              <a:buNone/>
              <a:defRPr b="1">
                <a:solidFill>
                  <a:schemeClr val="dk1"/>
                </a:solidFill>
              </a:defRPr>
            </a:lvl4pPr>
            <a:lvl5pPr lvl="4">
              <a:lnSpc>
                <a:spcPct val="90000"/>
              </a:lnSpc>
              <a:spcBef>
                <a:spcPts val="0"/>
              </a:spcBef>
              <a:spcAft>
                <a:spcPts val="0"/>
              </a:spcAft>
              <a:buClr>
                <a:schemeClr val="dk1"/>
              </a:buClr>
              <a:buSzPts val="1000"/>
              <a:buFont typeface="Lato"/>
              <a:buNone/>
              <a:defRPr b="1">
                <a:solidFill>
                  <a:schemeClr val="dk1"/>
                </a:solidFill>
              </a:defRPr>
            </a:lvl5pPr>
            <a:lvl6pPr lvl="5">
              <a:lnSpc>
                <a:spcPct val="90000"/>
              </a:lnSpc>
              <a:spcBef>
                <a:spcPts val="0"/>
              </a:spcBef>
              <a:spcAft>
                <a:spcPts val="0"/>
              </a:spcAft>
              <a:buClr>
                <a:schemeClr val="dk1"/>
              </a:buClr>
              <a:buSzPts val="1000"/>
              <a:buFont typeface="Lato"/>
              <a:buNone/>
              <a:defRPr b="1">
                <a:solidFill>
                  <a:schemeClr val="dk1"/>
                </a:solidFill>
              </a:defRPr>
            </a:lvl6pPr>
            <a:lvl7pPr lvl="6">
              <a:lnSpc>
                <a:spcPct val="90000"/>
              </a:lnSpc>
              <a:spcBef>
                <a:spcPts val="0"/>
              </a:spcBef>
              <a:spcAft>
                <a:spcPts val="0"/>
              </a:spcAft>
              <a:buClr>
                <a:schemeClr val="dk1"/>
              </a:buClr>
              <a:buSzPts val="1000"/>
              <a:buFont typeface="Lato"/>
              <a:buNone/>
              <a:defRPr b="1">
                <a:solidFill>
                  <a:schemeClr val="dk1"/>
                </a:solidFill>
              </a:defRPr>
            </a:lvl7pPr>
            <a:lvl8pPr lvl="7">
              <a:lnSpc>
                <a:spcPct val="90000"/>
              </a:lnSpc>
              <a:spcBef>
                <a:spcPts val="0"/>
              </a:spcBef>
              <a:spcAft>
                <a:spcPts val="0"/>
              </a:spcAft>
              <a:buClr>
                <a:schemeClr val="dk1"/>
              </a:buClr>
              <a:buSzPts val="1000"/>
              <a:buFont typeface="Lato"/>
              <a:buNone/>
              <a:defRPr b="1">
                <a:solidFill>
                  <a:schemeClr val="dk1"/>
                </a:solidFill>
              </a:defRPr>
            </a:lvl8pPr>
            <a:lvl9pPr lvl="8">
              <a:lnSpc>
                <a:spcPct val="90000"/>
              </a:lnSpc>
              <a:spcBef>
                <a:spcPts val="0"/>
              </a:spcBef>
              <a:spcAft>
                <a:spcPts val="0"/>
              </a:spcAft>
              <a:buClr>
                <a:schemeClr val="dk1"/>
              </a:buClr>
              <a:buSzPts val="1000"/>
              <a:buFont typeface="Lato"/>
              <a:buNone/>
              <a:defRPr b="1">
                <a:solidFill>
                  <a:schemeClr val="dk1"/>
                </a:solidFill>
              </a:defRPr>
            </a:lvl9pPr>
          </a:lstStyle>
          <a:p/>
        </p:txBody>
      </p:sp>
      <p:sp>
        <p:nvSpPr>
          <p:cNvPr id="196" name="Google Shape;196;p18"/>
          <p:cNvSpPr txBox="1"/>
          <p:nvPr>
            <p:ph idx="2" type="title"/>
          </p:nvPr>
        </p:nvSpPr>
        <p:spPr>
          <a:xfrm>
            <a:off x="488175" y="2044800"/>
            <a:ext cx="1452000" cy="3720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2700"/>
              <a:buFont typeface="Quantico"/>
              <a:buNone/>
              <a:defRPr b="1" sz="1400"/>
            </a:lvl1pPr>
            <a:lvl2pPr lvl="1">
              <a:lnSpc>
                <a:spcPct val="80000"/>
              </a:lnSpc>
              <a:spcBef>
                <a:spcPts val="0"/>
              </a:spcBef>
              <a:spcAft>
                <a:spcPts val="0"/>
              </a:spcAft>
              <a:buClr>
                <a:schemeClr val="dk1"/>
              </a:buClr>
              <a:buSzPts val="3000"/>
              <a:buNone/>
              <a:defRPr b="1" sz="1700">
                <a:latin typeface="Lato"/>
                <a:ea typeface="Lato"/>
                <a:cs typeface="Lato"/>
                <a:sym typeface="Lato"/>
              </a:defRPr>
            </a:lvl2pPr>
            <a:lvl3pPr lvl="2">
              <a:lnSpc>
                <a:spcPct val="80000"/>
              </a:lnSpc>
              <a:spcBef>
                <a:spcPts val="0"/>
              </a:spcBef>
              <a:spcAft>
                <a:spcPts val="0"/>
              </a:spcAft>
              <a:buClr>
                <a:schemeClr val="dk1"/>
              </a:buClr>
              <a:buSzPts val="3000"/>
              <a:buNone/>
              <a:defRPr b="1" sz="1700">
                <a:latin typeface="Lato"/>
                <a:ea typeface="Lato"/>
                <a:cs typeface="Lato"/>
                <a:sym typeface="Lato"/>
              </a:defRPr>
            </a:lvl3pPr>
            <a:lvl4pPr lvl="3">
              <a:lnSpc>
                <a:spcPct val="80000"/>
              </a:lnSpc>
              <a:spcBef>
                <a:spcPts val="0"/>
              </a:spcBef>
              <a:spcAft>
                <a:spcPts val="0"/>
              </a:spcAft>
              <a:buClr>
                <a:schemeClr val="dk1"/>
              </a:buClr>
              <a:buSzPts val="3000"/>
              <a:buNone/>
              <a:defRPr b="1" sz="1700">
                <a:latin typeface="Lato"/>
                <a:ea typeface="Lato"/>
                <a:cs typeface="Lato"/>
                <a:sym typeface="Lato"/>
              </a:defRPr>
            </a:lvl4pPr>
            <a:lvl5pPr lvl="4">
              <a:lnSpc>
                <a:spcPct val="80000"/>
              </a:lnSpc>
              <a:spcBef>
                <a:spcPts val="0"/>
              </a:spcBef>
              <a:spcAft>
                <a:spcPts val="0"/>
              </a:spcAft>
              <a:buClr>
                <a:schemeClr val="dk1"/>
              </a:buClr>
              <a:buSzPts val="3000"/>
              <a:buNone/>
              <a:defRPr b="1" sz="1700">
                <a:latin typeface="Lato"/>
                <a:ea typeface="Lato"/>
                <a:cs typeface="Lato"/>
                <a:sym typeface="Lato"/>
              </a:defRPr>
            </a:lvl5pPr>
            <a:lvl6pPr lvl="5">
              <a:lnSpc>
                <a:spcPct val="80000"/>
              </a:lnSpc>
              <a:spcBef>
                <a:spcPts val="0"/>
              </a:spcBef>
              <a:spcAft>
                <a:spcPts val="0"/>
              </a:spcAft>
              <a:buClr>
                <a:schemeClr val="dk1"/>
              </a:buClr>
              <a:buSzPts val="3000"/>
              <a:buNone/>
              <a:defRPr b="1" sz="1700">
                <a:latin typeface="Lato"/>
                <a:ea typeface="Lato"/>
                <a:cs typeface="Lato"/>
                <a:sym typeface="Lato"/>
              </a:defRPr>
            </a:lvl6pPr>
            <a:lvl7pPr lvl="6">
              <a:lnSpc>
                <a:spcPct val="80000"/>
              </a:lnSpc>
              <a:spcBef>
                <a:spcPts val="0"/>
              </a:spcBef>
              <a:spcAft>
                <a:spcPts val="0"/>
              </a:spcAft>
              <a:buClr>
                <a:schemeClr val="dk1"/>
              </a:buClr>
              <a:buSzPts val="3000"/>
              <a:buNone/>
              <a:defRPr b="1" sz="1700">
                <a:latin typeface="Lato"/>
                <a:ea typeface="Lato"/>
                <a:cs typeface="Lato"/>
                <a:sym typeface="Lato"/>
              </a:defRPr>
            </a:lvl7pPr>
            <a:lvl8pPr lvl="7">
              <a:lnSpc>
                <a:spcPct val="80000"/>
              </a:lnSpc>
              <a:spcBef>
                <a:spcPts val="0"/>
              </a:spcBef>
              <a:spcAft>
                <a:spcPts val="0"/>
              </a:spcAft>
              <a:buClr>
                <a:schemeClr val="dk1"/>
              </a:buClr>
              <a:buSzPts val="3000"/>
              <a:buNone/>
              <a:defRPr b="1" sz="1700">
                <a:latin typeface="Lato"/>
                <a:ea typeface="Lato"/>
                <a:cs typeface="Lato"/>
                <a:sym typeface="Lato"/>
              </a:defRPr>
            </a:lvl8pPr>
            <a:lvl9pPr lvl="8">
              <a:lnSpc>
                <a:spcPct val="80000"/>
              </a:lnSpc>
              <a:spcBef>
                <a:spcPts val="0"/>
              </a:spcBef>
              <a:spcAft>
                <a:spcPts val="0"/>
              </a:spcAft>
              <a:buClr>
                <a:schemeClr val="dk1"/>
              </a:buClr>
              <a:buSzPts val="3000"/>
              <a:buNone/>
              <a:defRPr b="1" sz="1700">
                <a:latin typeface="Lato"/>
                <a:ea typeface="Lato"/>
                <a:cs typeface="Lato"/>
                <a:sym typeface="Lato"/>
              </a:defRPr>
            </a:lvl9pPr>
          </a:lstStyle>
          <a:p/>
        </p:txBody>
      </p:sp>
      <p:sp>
        <p:nvSpPr>
          <p:cNvPr id="197" name="Google Shape;197;p18"/>
          <p:cNvSpPr txBox="1"/>
          <p:nvPr>
            <p:ph idx="3" type="subTitle"/>
          </p:nvPr>
        </p:nvSpPr>
        <p:spPr>
          <a:xfrm>
            <a:off x="2102625" y="2476488"/>
            <a:ext cx="1374300" cy="4167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1000"/>
              <a:buFont typeface="Lato"/>
              <a:buNone/>
              <a:defRPr b="1">
                <a:solidFill>
                  <a:schemeClr val="dk1"/>
                </a:solidFill>
              </a:defRPr>
            </a:lvl1pPr>
            <a:lvl2pPr lvl="1">
              <a:lnSpc>
                <a:spcPct val="90000"/>
              </a:lnSpc>
              <a:spcBef>
                <a:spcPts val="0"/>
              </a:spcBef>
              <a:spcAft>
                <a:spcPts val="0"/>
              </a:spcAft>
              <a:buClr>
                <a:schemeClr val="dk1"/>
              </a:buClr>
              <a:buSzPts val="1000"/>
              <a:buFont typeface="Lato"/>
              <a:buNone/>
              <a:defRPr b="1">
                <a:solidFill>
                  <a:schemeClr val="dk1"/>
                </a:solidFill>
              </a:defRPr>
            </a:lvl2pPr>
            <a:lvl3pPr lvl="2">
              <a:lnSpc>
                <a:spcPct val="90000"/>
              </a:lnSpc>
              <a:spcBef>
                <a:spcPts val="0"/>
              </a:spcBef>
              <a:spcAft>
                <a:spcPts val="0"/>
              </a:spcAft>
              <a:buClr>
                <a:schemeClr val="dk1"/>
              </a:buClr>
              <a:buSzPts val="1000"/>
              <a:buFont typeface="Lato"/>
              <a:buNone/>
              <a:defRPr b="1">
                <a:solidFill>
                  <a:schemeClr val="dk1"/>
                </a:solidFill>
              </a:defRPr>
            </a:lvl3pPr>
            <a:lvl4pPr lvl="3">
              <a:lnSpc>
                <a:spcPct val="90000"/>
              </a:lnSpc>
              <a:spcBef>
                <a:spcPts val="0"/>
              </a:spcBef>
              <a:spcAft>
                <a:spcPts val="0"/>
              </a:spcAft>
              <a:buClr>
                <a:schemeClr val="dk1"/>
              </a:buClr>
              <a:buSzPts val="1000"/>
              <a:buFont typeface="Lato"/>
              <a:buNone/>
              <a:defRPr b="1">
                <a:solidFill>
                  <a:schemeClr val="dk1"/>
                </a:solidFill>
              </a:defRPr>
            </a:lvl4pPr>
            <a:lvl5pPr lvl="4">
              <a:lnSpc>
                <a:spcPct val="90000"/>
              </a:lnSpc>
              <a:spcBef>
                <a:spcPts val="0"/>
              </a:spcBef>
              <a:spcAft>
                <a:spcPts val="0"/>
              </a:spcAft>
              <a:buClr>
                <a:schemeClr val="dk1"/>
              </a:buClr>
              <a:buSzPts val="1000"/>
              <a:buFont typeface="Lato"/>
              <a:buNone/>
              <a:defRPr b="1">
                <a:solidFill>
                  <a:schemeClr val="dk1"/>
                </a:solidFill>
              </a:defRPr>
            </a:lvl5pPr>
            <a:lvl6pPr lvl="5">
              <a:lnSpc>
                <a:spcPct val="90000"/>
              </a:lnSpc>
              <a:spcBef>
                <a:spcPts val="0"/>
              </a:spcBef>
              <a:spcAft>
                <a:spcPts val="0"/>
              </a:spcAft>
              <a:buClr>
                <a:schemeClr val="dk1"/>
              </a:buClr>
              <a:buSzPts val="1000"/>
              <a:buFont typeface="Lato"/>
              <a:buNone/>
              <a:defRPr b="1">
                <a:solidFill>
                  <a:schemeClr val="dk1"/>
                </a:solidFill>
              </a:defRPr>
            </a:lvl6pPr>
            <a:lvl7pPr lvl="6">
              <a:lnSpc>
                <a:spcPct val="90000"/>
              </a:lnSpc>
              <a:spcBef>
                <a:spcPts val="0"/>
              </a:spcBef>
              <a:spcAft>
                <a:spcPts val="0"/>
              </a:spcAft>
              <a:buClr>
                <a:schemeClr val="dk1"/>
              </a:buClr>
              <a:buSzPts val="1000"/>
              <a:buFont typeface="Lato"/>
              <a:buNone/>
              <a:defRPr b="1">
                <a:solidFill>
                  <a:schemeClr val="dk1"/>
                </a:solidFill>
              </a:defRPr>
            </a:lvl7pPr>
            <a:lvl8pPr lvl="7">
              <a:lnSpc>
                <a:spcPct val="90000"/>
              </a:lnSpc>
              <a:spcBef>
                <a:spcPts val="0"/>
              </a:spcBef>
              <a:spcAft>
                <a:spcPts val="0"/>
              </a:spcAft>
              <a:buClr>
                <a:schemeClr val="dk1"/>
              </a:buClr>
              <a:buSzPts val="1000"/>
              <a:buFont typeface="Lato"/>
              <a:buNone/>
              <a:defRPr b="1">
                <a:solidFill>
                  <a:schemeClr val="dk1"/>
                </a:solidFill>
              </a:defRPr>
            </a:lvl8pPr>
            <a:lvl9pPr lvl="8">
              <a:lnSpc>
                <a:spcPct val="90000"/>
              </a:lnSpc>
              <a:spcBef>
                <a:spcPts val="0"/>
              </a:spcBef>
              <a:spcAft>
                <a:spcPts val="0"/>
              </a:spcAft>
              <a:buClr>
                <a:schemeClr val="dk1"/>
              </a:buClr>
              <a:buSzPts val="1000"/>
              <a:buFont typeface="Lato"/>
              <a:buNone/>
              <a:defRPr b="1">
                <a:solidFill>
                  <a:schemeClr val="dk1"/>
                </a:solidFill>
              </a:defRPr>
            </a:lvl9pPr>
          </a:lstStyle>
          <a:p/>
        </p:txBody>
      </p:sp>
      <p:sp>
        <p:nvSpPr>
          <p:cNvPr id="198" name="Google Shape;198;p18"/>
          <p:cNvSpPr txBox="1"/>
          <p:nvPr>
            <p:ph idx="4" type="title"/>
          </p:nvPr>
        </p:nvSpPr>
        <p:spPr>
          <a:xfrm>
            <a:off x="2102625" y="2044800"/>
            <a:ext cx="1582500" cy="3720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2700"/>
              <a:buFont typeface="Quantico"/>
              <a:buNone/>
              <a:defRPr b="1" sz="1400"/>
            </a:lvl1pPr>
            <a:lvl2pPr lvl="1">
              <a:lnSpc>
                <a:spcPct val="80000"/>
              </a:lnSpc>
              <a:spcBef>
                <a:spcPts val="0"/>
              </a:spcBef>
              <a:spcAft>
                <a:spcPts val="0"/>
              </a:spcAft>
              <a:buClr>
                <a:schemeClr val="dk1"/>
              </a:buClr>
              <a:buSzPts val="3000"/>
              <a:buNone/>
              <a:defRPr b="1" sz="1700">
                <a:latin typeface="Lato"/>
                <a:ea typeface="Lato"/>
                <a:cs typeface="Lato"/>
                <a:sym typeface="Lato"/>
              </a:defRPr>
            </a:lvl2pPr>
            <a:lvl3pPr lvl="2">
              <a:lnSpc>
                <a:spcPct val="80000"/>
              </a:lnSpc>
              <a:spcBef>
                <a:spcPts val="0"/>
              </a:spcBef>
              <a:spcAft>
                <a:spcPts val="0"/>
              </a:spcAft>
              <a:buClr>
                <a:schemeClr val="dk1"/>
              </a:buClr>
              <a:buSzPts val="3000"/>
              <a:buNone/>
              <a:defRPr b="1" sz="1700">
                <a:latin typeface="Lato"/>
                <a:ea typeface="Lato"/>
                <a:cs typeface="Lato"/>
                <a:sym typeface="Lato"/>
              </a:defRPr>
            </a:lvl3pPr>
            <a:lvl4pPr lvl="3">
              <a:lnSpc>
                <a:spcPct val="80000"/>
              </a:lnSpc>
              <a:spcBef>
                <a:spcPts val="0"/>
              </a:spcBef>
              <a:spcAft>
                <a:spcPts val="0"/>
              </a:spcAft>
              <a:buClr>
                <a:schemeClr val="dk1"/>
              </a:buClr>
              <a:buSzPts val="3000"/>
              <a:buNone/>
              <a:defRPr b="1" sz="1700">
                <a:latin typeface="Lato"/>
                <a:ea typeface="Lato"/>
                <a:cs typeface="Lato"/>
                <a:sym typeface="Lato"/>
              </a:defRPr>
            </a:lvl4pPr>
            <a:lvl5pPr lvl="4">
              <a:lnSpc>
                <a:spcPct val="80000"/>
              </a:lnSpc>
              <a:spcBef>
                <a:spcPts val="0"/>
              </a:spcBef>
              <a:spcAft>
                <a:spcPts val="0"/>
              </a:spcAft>
              <a:buClr>
                <a:schemeClr val="dk1"/>
              </a:buClr>
              <a:buSzPts val="3000"/>
              <a:buNone/>
              <a:defRPr b="1" sz="1700">
                <a:latin typeface="Lato"/>
                <a:ea typeface="Lato"/>
                <a:cs typeface="Lato"/>
                <a:sym typeface="Lato"/>
              </a:defRPr>
            </a:lvl5pPr>
            <a:lvl6pPr lvl="5">
              <a:lnSpc>
                <a:spcPct val="80000"/>
              </a:lnSpc>
              <a:spcBef>
                <a:spcPts val="0"/>
              </a:spcBef>
              <a:spcAft>
                <a:spcPts val="0"/>
              </a:spcAft>
              <a:buClr>
                <a:schemeClr val="dk1"/>
              </a:buClr>
              <a:buSzPts val="3000"/>
              <a:buNone/>
              <a:defRPr b="1" sz="1700">
                <a:latin typeface="Lato"/>
                <a:ea typeface="Lato"/>
                <a:cs typeface="Lato"/>
                <a:sym typeface="Lato"/>
              </a:defRPr>
            </a:lvl6pPr>
            <a:lvl7pPr lvl="6">
              <a:lnSpc>
                <a:spcPct val="80000"/>
              </a:lnSpc>
              <a:spcBef>
                <a:spcPts val="0"/>
              </a:spcBef>
              <a:spcAft>
                <a:spcPts val="0"/>
              </a:spcAft>
              <a:buClr>
                <a:schemeClr val="dk1"/>
              </a:buClr>
              <a:buSzPts val="3000"/>
              <a:buNone/>
              <a:defRPr b="1" sz="1700">
                <a:latin typeface="Lato"/>
                <a:ea typeface="Lato"/>
                <a:cs typeface="Lato"/>
                <a:sym typeface="Lato"/>
              </a:defRPr>
            </a:lvl7pPr>
            <a:lvl8pPr lvl="7">
              <a:lnSpc>
                <a:spcPct val="80000"/>
              </a:lnSpc>
              <a:spcBef>
                <a:spcPts val="0"/>
              </a:spcBef>
              <a:spcAft>
                <a:spcPts val="0"/>
              </a:spcAft>
              <a:buClr>
                <a:schemeClr val="dk1"/>
              </a:buClr>
              <a:buSzPts val="3000"/>
              <a:buNone/>
              <a:defRPr b="1" sz="1700">
                <a:latin typeface="Lato"/>
                <a:ea typeface="Lato"/>
                <a:cs typeface="Lato"/>
                <a:sym typeface="Lato"/>
              </a:defRPr>
            </a:lvl8pPr>
            <a:lvl9pPr lvl="8">
              <a:lnSpc>
                <a:spcPct val="80000"/>
              </a:lnSpc>
              <a:spcBef>
                <a:spcPts val="0"/>
              </a:spcBef>
              <a:spcAft>
                <a:spcPts val="0"/>
              </a:spcAft>
              <a:buClr>
                <a:schemeClr val="dk1"/>
              </a:buClr>
              <a:buSzPts val="3000"/>
              <a:buNone/>
              <a:defRPr b="1" sz="1700">
                <a:latin typeface="Lato"/>
                <a:ea typeface="Lato"/>
                <a:cs typeface="Lato"/>
                <a:sym typeface="Lato"/>
              </a:defRPr>
            </a:lvl9pPr>
          </a:lstStyle>
          <a:p/>
        </p:txBody>
      </p:sp>
      <p:sp>
        <p:nvSpPr>
          <p:cNvPr id="199" name="Google Shape;199;p18"/>
          <p:cNvSpPr txBox="1"/>
          <p:nvPr>
            <p:ph idx="5" type="subTitle"/>
          </p:nvPr>
        </p:nvSpPr>
        <p:spPr>
          <a:xfrm>
            <a:off x="3875050" y="2476488"/>
            <a:ext cx="1374300" cy="4167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1000"/>
              <a:buFont typeface="Lato"/>
              <a:buNone/>
              <a:defRPr b="1">
                <a:solidFill>
                  <a:schemeClr val="dk1"/>
                </a:solidFill>
              </a:defRPr>
            </a:lvl1pPr>
            <a:lvl2pPr lvl="1">
              <a:lnSpc>
                <a:spcPct val="90000"/>
              </a:lnSpc>
              <a:spcBef>
                <a:spcPts val="0"/>
              </a:spcBef>
              <a:spcAft>
                <a:spcPts val="0"/>
              </a:spcAft>
              <a:buClr>
                <a:schemeClr val="dk1"/>
              </a:buClr>
              <a:buSzPts val="1000"/>
              <a:buFont typeface="Lato"/>
              <a:buNone/>
              <a:defRPr b="1">
                <a:solidFill>
                  <a:schemeClr val="dk1"/>
                </a:solidFill>
              </a:defRPr>
            </a:lvl2pPr>
            <a:lvl3pPr lvl="2">
              <a:lnSpc>
                <a:spcPct val="90000"/>
              </a:lnSpc>
              <a:spcBef>
                <a:spcPts val="0"/>
              </a:spcBef>
              <a:spcAft>
                <a:spcPts val="0"/>
              </a:spcAft>
              <a:buClr>
                <a:schemeClr val="dk1"/>
              </a:buClr>
              <a:buSzPts val="1000"/>
              <a:buFont typeface="Lato"/>
              <a:buNone/>
              <a:defRPr b="1">
                <a:solidFill>
                  <a:schemeClr val="dk1"/>
                </a:solidFill>
              </a:defRPr>
            </a:lvl3pPr>
            <a:lvl4pPr lvl="3">
              <a:lnSpc>
                <a:spcPct val="90000"/>
              </a:lnSpc>
              <a:spcBef>
                <a:spcPts val="0"/>
              </a:spcBef>
              <a:spcAft>
                <a:spcPts val="0"/>
              </a:spcAft>
              <a:buClr>
                <a:schemeClr val="dk1"/>
              </a:buClr>
              <a:buSzPts val="1000"/>
              <a:buFont typeface="Lato"/>
              <a:buNone/>
              <a:defRPr b="1">
                <a:solidFill>
                  <a:schemeClr val="dk1"/>
                </a:solidFill>
              </a:defRPr>
            </a:lvl4pPr>
            <a:lvl5pPr lvl="4">
              <a:lnSpc>
                <a:spcPct val="90000"/>
              </a:lnSpc>
              <a:spcBef>
                <a:spcPts val="0"/>
              </a:spcBef>
              <a:spcAft>
                <a:spcPts val="0"/>
              </a:spcAft>
              <a:buClr>
                <a:schemeClr val="dk1"/>
              </a:buClr>
              <a:buSzPts val="1000"/>
              <a:buFont typeface="Lato"/>
              <a:buNone/>
              <a:defRPr b="1">
                <a:solidFill>
                  <a:schemeClr val="dk1"/>
                </a:solidFill>
              </a:defRPr>
            </a:lvl5pPr>
            <a:lvl6pPr lvl="5">
              <a:lnSpc>
                <a:spcPct val="90000"/>
              </a:lnSpc>
              <a:spcBef>
                <a:spcPts val="0"/>
              </a:spcBef>
              <a:spcAft>
                <a:spcPts val="0"/>
              </a:spcAft>
              <a:buClr>
                <a:schemeClr val="dk1"/>
              </a:buClr>
              <a:buSzPts val="1000"/>
              <a:buFont typeface="Lato"/>
              <a:buNone/>
              <a:defRPr b="1">
                <a:solidFill>
                  <a:schemeClr val="dk1"/>
                </a:solidFill>
              </a:defRPr>
            </a:lvl6pPr>
            <a:lvl7pPr lvl="6">
              <a:lnSpc>
                <a:spcPct val="90000"/>
              </a:lnSpc>
              <a:spcBef>
                <a:spcPts val="0"/>
              </a:spcBef>
              <a:spcAft>
                <a:spcPts val="0"/>
              </a:spcAft>
              <a:buClr>
                <a:schemeClr val="dk1"/>
              </a:buClr>
              <a:buSzPts val="1000"/>
              <a:buFont typeface="Lato"/>
              <a:buNone/>
              <a:defRPr b="1">
                <a:solidFill>
                  <a:schemeClr val="dk1"/>
                </a:solidFill>
              </a:defRPr>
            </a:lvl7pPr>
            <a:lvl8pPr lvl="7">
              <a:lnSpc>
                <a:spcPct val="90000"/>
              </a:lnSpc>
              <a:spcBef>
                <a:spcPts val="0"/>
              </a:spcBef>
              <a:spcAft>
                <a:spcPts val="0"/>
              </a:spcAft>
              <a:buClr>
                <a:schemeClr val="dk1"/>
              </a:buClr>
              <a:buSzPts val="1000"/>
              <a:buFont typeface="Lato"/>
              <a:buNone/>
              <a:defRPr b="1">
                <a:solidFill>
                  <a:schemeClr val="dk1"/>
                </a:solidFill>
              </a:defRPr>
            </a:lvl8pPr>
            <a:lvl9pPr lvl="8">
              <a:lnSpc>
                <a:spcPct val="90000"/>
              </a:lnSpc>
              <a:spcBef>
                <a:spcPts val="0"/>
              </a:spcBef>
              <a:spcAft>
                <a:spcPts val="0"/>
              </a:spcAft>
              <a:buClr>
                <a:schemeClr val="dk1"/>
              </a:buClr>
              <a:buSzPts val="1000"/>
              <a:buFont typeface="Lato"/>
              <a:buNone/>
              <a:defRPr b="1">
                <a:solidFill>
                  <a:schemeClr val="dk1"/>
                </a:solidFill>
              </a:defRPr>
            </a:lvl9pPr>
          </a:lstStyle>
          <a:p/>
        </p:txBody>
      </p:sp>
      <p:sp>
        <p:nvSpPr>
          <p:cNvPr id="200" name="Google Shape;200;p18"/>
          <p:cNvSpPr txBox="1"/>
          <p:nvPr>
            <p:ph idx="6" type="title"/>
          </p:nvPr>
        </p:nvSpPr>
        <p:spPr>
          <a:xfrm>
            <a:off x="3875051" y="2044800"/>
            <a:ext cx="1557900" cy="3720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2700"/>
              <a:buFont typeface="Quantico"/>
              <a:buNone/>
              <a:defRPr b="1" sz="1400"/>
            </a:lvl1pPr>
            <a:lvl2pPr lvl="1">
              <a:lnSpc>
                <a:spcPct val="80000"/>
              </a:lnSpc>
              <a:spcBef>
                <a:spcPts val="0"/>
              </a:spcBef>
              <a:spcAft>
                <a:spcPts val="0"/>
              </a:spcAft>
              <a:buClr>
                <a:schemeClr val="dk1"/>
              </a:buClr>
              <a:buSzPts val="3000"/>
              <a:buNone/>
              <a:defRPr b="1" sz="1700">
                <a:latin typeface="Lato"/>
                <a:ea typeface="Lato"/>
                <a:cs typeface="Lato"/>
                <a:sym typeface="Lato"/>
              </a:defRPr>
            </a:lvl2pPr>
            <a:lvl3pPr lvl="2">
              <a:lnSpc>
                <a:spcPct val="80000"/>
              </a:lnSpc>
              <a:spcBef>
                <a:spcPts val="0"/>
              </a:spcBef>
              <a:spcAft>
                <a:spcPts val="0"/>
              </a:spcAft>
              <a:buClr>
                <a:schemeClr val="dk1"/>
              </a:buClr>
              <a:buSzPts val="3000"/>
              <a:buNone/>
              <a:defRPr b="1" sz="1700">
                <a:latin typeface="Lato"/>
                <a:ea typeface="Lato"/>
                <a:cs typeface="Lato"/>
                <a:sym typeface="Lato"/>
              </a:defRPr>
            </a:lvl3pPr>
            <a:lvl4pPr lvl="3">
              <a:lnSpc>
                <a:spcPct val="80000"/>
              </a:lnSpc>
              <a:spcBef>
                <a:spcPts val="0"/>
              </a:spcBef>
              <a:spcAft>
                <a:spcPts val="0"/>
              </a:spcAft>
              <a:buClr>
                <a:schemeClr val="dk1"/>
              </a:buClr>
              <a:buSzPts val="3000"/>
              <a:buNone/>
              <a:defRPr b="1" sz="1700">
                <a:latin typeface="Lato"/>
                <a:ea typeface="Lato"/>
                <a:cs typeface="Lato"/>
                <a:sym typeface="Lato"/>
              </a:defRPr>
            </a:lvl4pPr>
            <a:lvl5pPr lvl="4">
              <a:lnSpc>
                <a:spcPct val="80000"/>
              </a:lnSpc>
              <a:spcBef>
                <a:spcPts val="0"/>
              </a:spcBef>
              <a:spcAft>
                <a:spcPts val="0"/>
              </a:spcAft>
              <a:buClr>
                <a:schemeClr val="dk1"/>
              </a:buClr>
              <a:buSzPts val="3000"/>
              <a:buNone/>
              <a:defRPr b="1" sz="1700">
                <a:latin typeface="Lato"/>
                <a:ea typeface="Lato"/>
                <a:cs typeface="Lato"/>
                <a:sym typeface="Lato"/>
              </a:defRPr>
            </a:lvl5pPr>
            <a:lvl6pPr lvl="5">
              <a:lnSpc>
                <a:spcPct val="80000"/>
              </a:lnSpc>
              <a:spcBef>
                <a:spcPts val="0"/>
              </a:spcBef>
              <a:spcAft>
                <a:spcPts val="0"/>
              </a:spcAft>
              <a:buClr>
                <a:schemeClr val="dk1"/>
              </a:buClr>
              <a:buSzPts val="3000"/>
              <a:buNone/>
              <a:defRPr b="1" sz="1700">
                <a:latin typeface="Lato"/>
                <a:ea typeface="Lato"/>
                <a:cs typeface="Lato"/>
                <a:sym typeface="Lato"/>
              </a:defRPr>
            </a:lvl6pPr>
            <a:lvl7pPr lvl="6">
              <a:lnSpc>
                <a:spcPct val="80000"/>
              </a:lnSpc>
              <a:spcBef>
                <a:spcPts val="0"/>
              </a:spcBef>
              <a:spcAft>
                <a:spcPts val="0"/>
              </a:spcAft>
              <a:buClr>
                <a:schemeClr val="dk1"/>
              </a:buClr>
              <a:buSzPts val="3000"/>
              <a:buNone/>
              <a:defRPr b="1" sz="1700">
                <a:latin typeface="Lato"/>
                <a:ea typeface="Lato"/>
                <a:cs typeface="Lato"/>
                <a:sym typeface="Lato"/>
              </a:defRPr>
            </a:lvl7pPr>
            <a:lvl8pPr lvl="7">
              <a:lnSpc>
                <a:spcPct val="80000"/>
              </a:lnSpc>
              <a:spcBef>
                <a:spcPts val="0"/>
              </a:spcBef>
              <a:spcAft>
                <a:spcPts val="0"/>
              </a:spcAft>
              <a:buClr>
                <a:schemeClr val="dk1"/>
              </a:buClr>
              <a:buSzPts val="3000"/>
              <a:buNone/>
              <a:defRPr b="1" sz="1700">
                <a:latin typeface="Lato"/>
                <a:ea typeface="Lato"/>
                <a:cs typeface="Lato"/>
                <a:sym typeface="Lato"/>
              </a:defRPr>
            </a:lvl8pPr>
            <a:lvl9pPr lvl="8">
              <a:lnSpc>
                <a:spcPct val="80000"/>
              </a:lnSpc>
              <a:spcBef>
                <a:spcPts val="0"/>
              </a:spcBef>
              <a:spcAft>
                <a:spcPts val="0"/>
              </a:spcAft>
              <a:buClr>
                <a:schemeClr val="dk1"/>
              </a:buClr>
              <a:buSzPts val="3000"/>
              <a:buNone/>
              <a:defRPr b="1" sz="1700">
                <a:latin typeface="Lato"/>
                <a:ea typeface="Lato"/>
                <a:cs typeface="Lato"/>
                <a:sym typeface="Lato"/>
              </a:defRPr>
            </a:lvl9pPr>
          </a:lstStyle>
          <a:p/>
        </p:txBody>
      </p:sp>
      <p:sp>
        <p:nvSpPr>
          <p:cNvPr id="201" name="Google Shape;201;p18"/>
          <p:cNvSpPr txBox="1"/>
          <p:nvPr>
            <p:ph idx="7" type="subTitle"/>
          </p:nvPr>
        </p:nvSpPr>
        <p:spPr>
          <a:xfrm>
            <a:off x="5618263" y="2476488"/>
            <a:ext cx="1374300" cy="4167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1000"/>
              <a:buFont typeface="Lato"/>
              <a:buNone/>
              <a:defRPr b="1">
                <a:solidFill>
                  <a:schemeClr val="dk1"/>
                </a:solidFill>
              </a:defRPr>
            </a:lvl1pPr>
            <a:lvl2pPr lvl="1">
              <a:lnSpc>
                <a:spcPct val="90000"/>
              </a:lnSpc>
              <a:spcBef>
                <a:spcPts val="0"/>
              </a:spcBef>
              <a:spcAft>
                <a:spcPts val="0"/>
              </a:spcAft>
              <a:buClr>
                <a:schemeClr val="dk1"/>
              </a:buClr>
              <a:buSzPts val="1000"/>
              <a:buFont typeface="Lato"/>
              <a:buNone/>
              <a:defRPr b="1">
                <a:solidFill>
                  <a:schemeClr val="dk1"/>
                </a:solidFill>
              </a:defRPr>
            </a:lvl2pPr>
            <a:lvl3pPr lvl="2">
              <a:lnSpc>
                <a:spcPct val="90000"/>
              </a:lnSpc>
              <a:spcBef>
                <a:spcPts val="0"/>
              </a:spcBef>
              <a:spcAft>
                <a:spcPts val="0"/>
              </a:spcAft>
              <a:buClr>
                <a:schemeClr val="dk1"/>
              </a:buClr>
              <a:buSzPts val="1000"/>
              <a:buFont typeface="Lato"/>
              <a:buNone/>
              <a:defRPr b="1">
                <a:solidFill>
                  <a:schemeClr val="dk1"/>
                </a:solidFill>
              </a:defRPr>
            </a:lvl3pPr>
            <a:lvl4pPr lvl="3">
              <a:lnSpc>
                <a:spcPct val="90000"/>
              </a:lnSpc>
              <a:spcBef>
                <a:spcPts val="0"/>
              </a:spcBef>
              <a:spcAft>
                <a:spcPts val="0"/>
              </a:spcAft>
              <a:buClr>
                <a:schemeClr val="dk1"/>
              </a:buClr>
              <a:buSzPts val="1000"/>
              <a:buFont typeface="Lato"/>
              <a:buNone/>
              <a:defRPr b="1">
                <a:solidFill>
                  <a:schemeClr val="dk1"/>
                </a:solidFill>
              </a:defRPr>
            </a:lvl4pPr>
            <a:lvl5pPr lvl="4">
              <a:lnSpc>
                <a:spcPct val="90000"/>
              </a:lnSpc>
              <a:spcBef>
                <a:spcPts val="0"/>
              </a:spcBef>
              <a:spcAft>
                <a:spcPts val="0"/>
              </a:spcAft>
              <a:buClr>
                <a:schemeClr val="dk1"/>
              </a:buClr>
              <a:buSzPts val="1000"/>
              <a:buFont typeface="Lato"/>
              <a:buNone/>
              <a:defRPr b="1">
                <a:solidFill>
                  <a:schemeClr val="dk1"/>
                </a:solidFill>
              </a:defRPr>
            </a:lvl5pPr>
            <a:lvl6pPr lvl="5">
              <a:lnSpc>
                <a:spcPct val="90000"/>
              </a:lnSpc>
              <a:spcBef>
                <a:spcPts val="0"/>
              </a:spcBef>
              <a:spcAft>
                <a:spcPts val="0"/>
              </a:spcAft>
              <a:buClr>
                <a:schemeClr val="dk1"/>
              </a:buClr>
              <a:buSzPts val="1000"/>
              <a:buFont typeface="Lato"/>
              <a:buNone/>
              <a:defRPr b="1">
                <a:solidFill>
                  <a:schemeClr val="dk1"/>
                </a:solidFill>
              </a:defRPr>
            </a:lvl6pPr>
            <a:lvl7pPr lvl="6">
              <a:lnSpc>
                <a:spcPct val="90000"/>
              </a:lnSpc>
              <a:spcBef>
                <a:spcPts val="0"/>
              </a:spcBef>
              <a:spcAft>
                <a:spcPts val="0"/>
              </a:spcAft>
              <a:buClr>
                <a:schemeClr val="dk1"/>
              </a:buClr>
              <a:buSzPts val="1000"/>
              <a:buFont typeface="Lato"/>
              <a:buNone/>
              <a:defRPr b="1">
                <a:solidFill>
                  <a:schemeClr val="dk1"/>
                </a:solidFill>
              </a:defRPr>
            </a:lvl7pPr>
            <a:lvl8pPr lvl="7">
              <a:lnSpc>
                <a:spcPct val="90000"/>
              </a:lnSpc>
              <a:spcBef>
                <a:spcPts val="0"/>
              </a:spcBef>
              <a:spcAft>
                <a:spcPts val="0"/>
              </a:spcAft>
              <a:buClr>
                <a:schemeClr val="dk1"/>
              </a:buClr>
              <a:buSzPts val="1000"/>
              <a:buFont typeface="Lato"/>
              <a:buNone/>
              <a:defRPr b="1">
                <a:solidFill>
                  <a:schemeClr val="dk1"/>
                </a:solidFill>
              </a:defRPr>
            </a:lvl8pPr>
            <a:lvl9pPr lvl="8">
              <a:lnSpc>
                <a:spcPct val="90000"/>
              </a:lnSpc>
              <a:spcBef>
                <a:spcPts val="0"/>
              </a:spcBef>
              <a:spcAft>
                <a:spcPts val="0"/>
              </a:spcAft>
              <a:buClr>
                <a:schemeClr val="dk1"/>
              </a:buClr>
              <a:buSzPts val="1000"/>
              <a:buFont typeface="Lato"/>
              <a:buNone/>
              <a:defRPr b="1">
                <a:solidFill>
                  <a:schemeClr val="dk1"/>
                </a:solidFill>
              </a:defRPr>
            </a:lvl9pPr>
          </a:lstStyle>
          <a:p/>
        </p:txBody>
      </p:sp>
      <p:sp>
        <p:nvSpPr>
          <p:cNvPr id="202" name="Google Shape;202;p18"/>
          <p:cNvSpPr txBox="1"/>
          <p:nvPr>
            <p:ph idx="8" type="title"/>
          </p:nvPr>
        </p:nvSpPr>
        <p:spPr>
          <a:xfrm>
            <a:off x="5618275" y="2044800"/>
            <a:ext cx="1557900" cy="3720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2700"/>
              <a:buFont typeface="Quantico"/>
              <a:buNone/>
              <a:defRPr b="1" sz="1400"/>
            </a:lvl1pPr>
            <a:lvl2pPr lvl="1">
              <a:lnSpc>
                <a:spcPct val="80000"/>
              </a:lnSpc>
              <a:spcBef>
                <a:spcPts val="0"/>
              </a:spcBef>
              <a:spcAft>
                <a:spcPts val="0"/>
              </a:spcAft>
              <a:buClr>
                <a:schemeClr val="dk1"/>
              </a:buClr>
              <a:buSzPts val="3000"/>
              <a:buNone/>
              <a:defRPr b="1" sz="1700">
                <a:latin typeface="Lato"/>
                <a:ea typeface="Lato"/>
                <a:cs typeface="Lato"/>
                <a:sym typeface="Lato"/>
              </a:defRPr>
            </a:lvl2pPr>
            <a:lvl3pPr lvl="2">
              <a:lnSpc>
                <a:spcPct val="80000"/>
              </a:lnSpc>
              <a:spcBef>
                <a:spcPts val="0"/>
              </a:spcBef>
              <a:spcAft>
                <a:spcPts val="0"/>
              </a:spcAft>
              <a:buClr>
                <a:schemeClr val="dk1"/>
              </a:buClr>
              <a:buSzPts val="3000"/>
              <a:buNone/>
              <a:defRPr b="1" sz="1700">
                <a:latin typeface="Lato"/>
                <a:ea typeface="Lato"/>
                <a:cs typeface="Lato"/>
                <a:sym typeface="Lato"/>
              </a:defRPr>
            </a:lvl3pPr>
            <a:lvl4pPr lvl="3">
              <a:lnSpc>
                <a:spcPct val="80000"/>
              </a:lnSpc>
              <a:spcBef>
                <a:spcPts val="0"/>
              </a:spcBef>
              <a:spcAft>
                <a:spcPts val="0"/>
              </a:spcAft>
              <a:buClr>
                <a:schemeClr val="dk1"/>
              </a:buClr>
              <a:buSzPts val="3000"/>
              <a:buNone/>
              <a:defRPr b="1" sz="1700">
                <a:latin typeface="Lato"/>
                <a:ea typeface="Lato"/>
                <a:cs typeface="Lato"/>
                <a:sym typeface="Lato"/>
              </a:defRPr>
            </a:lvl4pPr>
            <a:lvl5pPr lvl="4">
              <a:lnSpc>
                <a:spcPct val="80000"/>
              </a:lnSpc>
              <a:spcBef>
                <a:spcPts val="0"/>
              </a:spcBef>
              <a:spcAft>
                <a:spcPts val="0"/>
              </a:spcAft>
              <a:buClr>
                <a:schemeClr val="dk1"/>
              </a:buClr>
              <a:buSzPts val="3000"/>
              <a:buNone/>
              <a:defRPr b="1" sz="1700">
                <a:latin typeface="Lato"/>
                <a:ea typeface="Lato"/>
                <a:cs typeface="Lato"/>
                <a:sym typeface="Lato"/>
              </a:defRPr>
            </a:lvl5pPr>
            <a:lvl6pPr lvl="5">
              <a:lnSpc>
                <a:spcPct val="80000"/>
              </a:lnSpc>
              <a:spcBef>
                <a:spcPts val="0"/>
              </a:spcBef>
              <a:spcAft>
                <a:spcPts val="0"/>
              </a:spcAft>
              <a:buClr>
                <a:schemeClr val="dk1"/>
              </a:buClr>
              <a:buSzPts val="3000"/>
              <a:buNone/>
              <a:defRPr b="1" sz="1700">
                <a:latin typeface="Lato"/>
                <a:ea typeface="Lato"/>
                <a:cs typeface="Lato"/>
                <a:sym typeface="Lato"/>
              </a:defRPr>
            </a:lvl6pPr>
            <a:lvl7pPr lvl="6">
              <a:lnSpc>
                <a:spcPct val="80000"/>
              </a:lnSpc>
              <a:spcBef>
                <a:spcPts val="0"/>
              </a:spcBef>
              <a:spcAft>
                <a:spcPts val="0"/>
              </a:spcAft>
              <a:buClr>
                <a:schemeClr val="dk1"/>
              </a:buClr>
              <a:buSzPts val="3000"/>
              <a:buNone/>
              <a:defRPr b="1" sz="1700">
                <a:latin typeface="Lato"/>
                <a:ea typeface="Lato"/>
                <a:cs typeface="Lato"/>
                <a:sym typeface="Lato"/>
              </a:defRPr>
            </a:lvl7pPr>
            <a:lvl8pPr lvl="7">
              <a:lnSpc>
                <a:spcPct val="80000"/>
              </a:lnSpc>
              <a:spcBef>
                <a:spcPts val="0"/>
              </a:spcBef>
              <a:spcAft>
                <a:spcPts val="0"/>
              </a:spcAft>
              <a:buClr>
                <a:schemeClr val="dk1"/>
              </a:buClr>
              <a:buSzPts val="3000"/>
              <a:buNone/>
              <a:defRPr b="1" sz="1700">
                <a:latin typeface="Lato"/>
                <a:ea typeface="Lato"/>
                <a:cs typeface="Lato"/>
                <a:sym typeface="Lato"/>
              </a:defRPr>
            </a:lvl8pPr>
            <a:lvl9pPr lvl="8">
              <a:lnSpc>
                <a:spcPct val="80000"/>
              </a:lnSpc>
              <a:spcBef>
                <a:spcPts val="0"/>
              </a:spcBef>
              <a:spcAft>
                <a:spcPts val="0"/>
              </a:spcAft>
              <a:buClr>
                <a:schemeClr val="dk1"/>
              </a:buClr>
              <a:buSzPts val="3000"/>
              <a:buNone/>
              <a:defRPr b="1" sz="1700">
                <a:latin typeface="Lato"/>
                <a:ea typeface="Lato"/>
                <a:cs typeface="Lato"/>
                <a:sym typeface="Lato"/>
              </a:defRPr>
            </a:lvl9pPr>
          </a:lstStyle>
          <a:p/>
        </p:txBody>
      </p:sp>
      <p:sp>
        <p:nvSpPr>
          <p:cNvPr id="203" name="Google Shape;203;p18"/>
          <p:cNvSpPr txBox="1"/>
          <p:nvPr>
            <p:ph idx="9" type="subTitle"/>
          </p:nvPr>
        </p:nvSpPr>
        <p:spPr>
          <a:xfrm>
            <a:off x="7354438" y="2476488"/>
            <a:ext cx="1374300" cy="4167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1000"/>
              <a:buFont typeface="Lato"/>
              <a:buNone/>
              <a:defRPr b="1">
                <a:solidFill>
                  <a:schemeClr val="dk1"/>
                </a:solidFill>
              </a:defRPr>
            </a:lvl1pPr>
            <a:lvl2pPr lvl="1">
              <a:lnSpc>
                <a:spcPct val="90000"/>
              </a:lnSpc>
              <a:spcBef>
                <a:spcPts val="0"/>
              </a:spcBef>
              <a:spcAft>
                <a:spcPts val="0"/>
              </a:spcAft>
              <a:buClr>
                <a:schemeClr val="dk1"/>
              </a:buClr>
              <a:buSzPts val="1000"/>
              <a:buFont typeface="Lato"/>
              <a:buNone/>
              <a:defRPr b="1">
                <a:solidFill>
                  <a:schemeClr val="dk1"/>
                </a:solidFill>
              </a:defRPr>
            </a:lvl2pPr>
            <a:lvl3pPr lvl="2">
              <a:lnSpc>
                <a:spcPct val="90000"/>
              </a:lnSpc>
              <a:spcBef>
                <a:spcPts val="0"/>
              </a:spcBef>
              <a:spcAft>
                <a:spcPts val="0"/>
              </a:spcAft>
              <a:buClr>
                <a:schemeClr val="dk1"/>
              </a:buClr>
              <a:buSzPts val="1000"/>
              <a:buFont typeface="Lato"/>
              <a:buNone/>
              <a:defRPr b="1">
                <a:solidFill>
                  <a:schemeClr val="dk1"/>
                </a:solidFill>
              </a:defRPr>
            </a:lvl3pPr>
            <a:lvl4pPr lvl="3">
              <a:lnSpc>
                <a:spcPct val="90000"/>
              </a:lnSpc>
              <a:spcBef>
                <a:spcPts val="0"/>
              </a:spcBef>
              <a:spcAft>
                <a:spcPts val="0"/>
              </a:spcAft>
              <a:buClr>
                <a:schemeClr val="dk1"/>
              </a:buClr>
              <a:buSzPts val="1000"/>
              <a:buFont typeface="Lato"/>
              <a:buNone/>
              <a:defRPr b="1">
                <a:solidFill>
                  <a:schemeClr val="dk1"/>
                </a:solidFill>
              </a:defRPr>
            </a:lvl4pPr>
            <a:lvl5pPr lvl="4">
              <a:lnSpc>
                <a:spcPct val="90000"/>
              </a:lnSpc>
              <a:spcBef>
                <a:spcPts val="0"/>
              </a:spcBef>
              <a:spcAft>
                <a:spcPts val="0"/>
              </a:spcAft>
              <a:buClr>
                <a:schemeClr val="dk1"/>
              </a:buClr>
              <a:buSzPts val="1000"/>
              <a:buFont typeface="Lato"/>
              <a:buNone/>
              <a:defRPr b="1">
                <a:solidFill>
                  <a:schemeClr val="dk1"/>
                </a:solidFill>
              </a:defRPr>
            </a:lvl5pPr>
            <a:lvl6pPr lvl="5">
              <a:lnSpc>
                <a:spcPct val="90000"/>
              </a:lnSpc>
              <a:spcBef>
                <a:spcPts val="0"/>
              </a:spcBef>
              <a:spcAft>
                <a:spcPts val="0"/>
              </a:spcAft>
              <a:buClr>
                <a:schemeClr val="dk1"/>
              </a:buClr>
              <a:buSzPts val="1000"/>
              <a:buFont typeface="Lato"/>
              <a:buNone/>
              <a:defRPr b="1">
                <a:solidFill>
                  <a:schemeClr val="dk1"/>
                </a:solidFill>
              </a:defRPr>
            </a:lvl6pPr>
            <a:lvl7pPr lvl="6">
              <a:lnSpc>
                <a:spcPct val="90000"/>
              </a:lnSpc>
              <a:spcBef>
                <a:spcPts val="0"/>
              </a:spcBef>
              <a:spcAft>
                <a:spcPts val="0"/>
              </a:spcAft>
              <a:buClr>
                <a:schemeClr val="dk1"/>
              </a:buClr>
              <a:buSzPts val="1000"/>
              <a:buFont typeface="Lato"/>
              <a:buNone/>
              <a:defRPr b="1">
                <a:solidFill>
                  <a:schemeClr val="dk1"/>
                </a:solidFill>
              </a:defRPr>
            </a:lvl7pPr>
            <a:lvl8pPr lvl="7">
              <a:lnSpc>
                <a:spcPct val="90000"/>
              </a:lnSpc>
              <a:spcBef>
                <a:spcPts val="0"/>
              </a:spcBef>
              <a:spcAft>
                <a:spcPts val="0"/>
              </a:spcAft>
              <a:buClr>
                <a:schemeClr val="dk1"/>
              </a:buClr>
              <a:buSzPts val="1000"/>
              <a:buFont typeface="Lato"/>
              <a:buNone/>
              <a:defRPr b="1">
                <a:solidFill>
                  <a:schemeClr val="dk1"/>
                </a:solidFill>
              </a:defRPr>
            </a:lvl8pPr>
            <a:lvl9pPr lvl="8">
              <a:lnSpc>
                <a:spcPct val="90000"/>
              </a:lnSpc>
              <a:spcBef>
                <a:spcPts val="0"/>
              </a:spcBef>
              <a:spcAft>
                <a:spcPts val="0"/>
              </a:spcAft>
              <a:buClr>
                <a:schemeClr val="dk1"/>
              </a:buClr>
              <a:buSzPts val="1000"/>
              <a:buFont typeface="Lato"/>
              <a:buNone/>
              <a:defRPr b="1">
                <a:solidFill>
                  <a:schemeClr val="dk1"/>
                </a:solidFill>
              </a:defRPr>
            </a:lvl9pPr>
          </a:lstStyle>
          <a:p/>
        </p:txBody>
      </p:sp>
      <p:sp>
        <p:nvSpPr>
          <p:cNvPr id="204" name="Google Shape;204;p18"/>
          <p:cNvSpPr txBox="1"/>
          <p:nvPr>
            <p:ph idx="13" type="title"/>
          </p:nvPr>
        </p:nvSpPr>
        <p:spPr>
          <a:xfrm>
            <a:off x="7354449" y="2044799"/>
            <a:ext cx="1797600" cy="3720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2700"/>
              <a:buFont typeface="Quantico"/>
              <a:buNone/>
              <a:defRPr b="1" sz="1400"/>
            </a:lvl1pPr>
            <a:lvl2pPr lvl="1">
              <a:lnSpc>
                <a:spcPct val="80000"/>
              </a:lnSpc>
              <a:spcBef>
                <a:spcPts val="0"/>
              </a:spcBef>
              <a:spcAft>
                <a:spcPts val="0"/>
              </a:spcAft>
              <a:buClr>
                <a:schemeClr val="dk1"/>
              </a:buClr>
              <a:buSzPts val="3000"/>
              <a:buNone/>
              <a:defRPr b="1" sz="1700">
                <a:latin typeface="Lato"/>
                <a:ea typeface="Lato"/>
                <a:cs typeface="Lato"/>
                <a:sym typeface="Lato"/>
              </a:defRPr>
            </a:lvl2pPr>
            <a:lvl3pPr lvl="2">
              <a:lnSpc>
                <a:spcPct val="80000"/>
              </a:lnSpc>
              <a:spcBef>
                <a:spcPts val="0"/>
              </a:spcBef>
              <a:spcAft>
                <a:spcPts val="0"/>
              </a:spcAft>
              <a:buClr>
                <a:schemeClr val="dk1"/>
              </a:buClr>
              <a:buSzPts val="3000"/>
              <a:buNone/>
              <a:defRPr b="1" sz="1700">
                <a:latin typeface="Lato"/>
                <a:ea typeface="Lato"/>
                <a:cs typeface="Lato"/>
                <a:sym typeface="Lato"/>
              </a:defRPr>
            </a:lvl3pPr>
            <a:lvl4pPr lvl="3">
              <a:lnSpc>
                <a:spcPct val="80000"/>
              </a:lnSpc>
              <a:spcBef>
                <a:spcPts val="0"/>
              </a:spcBef>
              <a:spcAft>
                <a:spcPts val="0"/>
              </a:spcAft>
              <a:buClr>
                <a:schemeClr val="dk1"/>
              </a:buClr>
              <a:buSzPts val="3000"/>
              <a:buNone/>
              <a:defRPr b="1" sz="1700">
                <a:latin typeface="Lato"/>
                <a:ea typeface="Lato"/>
                <a:cs typeface="Lato"/>
                <a:sym typeface="Lato"/>
              </a:defRPr>
            </a:lvl4pPr>
            <a:lvl5pPr lvl="4">
              <a:lnSpc>
                <a:spcPct val="80000"/>
              </a:lnSpc>
              <a:spcBef>
                <a:spcPts val="0"/>
              </a:spcBef>
              <a:spcAft>
                <a:spcPts val="0"/>
              </a:spcAft>
              <a:buClr>
                <a:schemeClr val="dk1"/>
              </a:buClr>
              <a:buSzPts val="3000"/>
              <a:buNone/>
              <a:defRPr b="1" sz="1700">
                <a:latin typeface="Lato"/>
                <a:ea typeface="Lato"/>
                <a:cs typeface="Lato"/>
                <a:sym typeface="Lato"/>
              </a:defRPr>
            </a:lvl5pPr>
            <a:lvl6pPr lvl="5">
              <a:lnSpc>
                <a:spcPct val="80000"/>
              </a:lnSpc>
              <a:spcBef>
                <a:spcPts val="0"/>
              </a:spcBef>
              <a:spcAft>
                <a:spcPts val="0"/>
              </a:spcAft>
              <a:buClr>
                <a:schemeClr val="dk1"/>
              </a:buClr>
              <a:buSzPts val="3000"/>
              <a:buNone/>
              <a:defRPr b="1" sz="1700">
                <a:latin typeface="Lato"/>
                <a:ea typeface="Lato"/>
                <a:cs typeface="Lato"/>
                <a:sym typeface="Lato"/>
              </a:defRPr>
            </a:lvl6pPr>
            <a:lvl7pPr lvl="6">
              <a:lnSpc>
                <a:spcPct val="80000"/>
              </a:lnSpc>
              <a:spcBef>
                <a:spcPts val="0"/>
              </a:spcBef>
              <a:spcAft>
                <a:spcPts val="0"/>
              </a:spcAft>
              <a:buClr>
                <a:schemeClr val="dk1"/>
              </a:buClr>
              <a:buSzPts val="3000"/>
              <a:buNone/>
              <a:defRPr b="1" sz="1700">
                <a:latin typeface="Lato"/>
                <a:ea typeface="Lato"/>
                <a:cs typeface="Lato"/>
                <a:sym typeface="Lato"/>
              </a:defRPr>
            </a:lvl7pPr>
            <a:lvl8pPr lvl="7">
              <a:lnSpc>
                <a:spcPct val="80000"/>
              </a:lnSpc>
              <a:spcBef>
                <a:spcPts val="0"/>
              </a:spcBef>
              <a:spcAft>
                <a:spcPts val="0"/>
              </a:spcAft>
              <a:buClr>
                <a:schemeClr val="dk1"/>
              </a:buClr>
              <a:buSzPts val="3000"/>
              <a:buNone/>
              <a:defRPr b="1" sz="1700">
                <a:latin typeface="Lato"/>
                <a:ea typeface="Lato"/>
                <a:cs typeface="Lato"/>
                <a:sym typeface="Lato"/>
              </a:defRPr>
            </a:lvl8pPr>
            <a:lvl9pPr lvl="8">
              <a:lnSpc>
                <a:spcPct val="80000"/>
              </a:lnSpc>
              <a:spcBef>
                <a:spcPts val="0"/>
              </a:spcBef>
              <a:spcAft>
                <a:spcPts val="0"/>
              </a:spcAft>
              <a:buClr>
                <a:schemeClr val="dk1"/>
              </a:buClr>
              <a:buSzPts val="3000"/>
              <a:buNone/>
              <a:defRPr b="1" sz="1700">
                <a:latin typeface="Lato"/>
                <a:ea typeface="Lato"/>
                <a:cs typeface="Lato"/>
                <a:sym typeface="Lato"/>
              </a:defRPr>
            </a:lvl9pPr>
          </a:lstStyle>
          <a:p/>
        </p:txBody>
      </p:sp>
      <p:sp>
        <p:nvSpPr>
          <p:cNvPr id="205" name="Google Shape;205;p18"/>
          <p:cNvSpPr txBox="1"/>
          <p:nvPr>
            <p:ph idx="14" type="subTitle"/>
          </p:nvPr>
        </p:nvSpPr>
        <p:spPr>
          <a:xfrm>
            <a:off x="478650" y="3104100"/>
            <a:ext cx="1452000" cy="612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a:solidFill>
                  <a:schemeClr val="dk1"/>
                </a:solidFill>
              </a:defRPr>
            </a:lvl1pPr>
            <a:lvl2pPr lvl="1">
              <a:lnSpc>
                <a:spcPct val="100000"/>
              </a:lnSpc>
              <a:spcBef>
                <a:spcPts val="1000"/>
              </a:spcBef>
              <a:spcAft>
                <a:spcPts val="0"/>
              </a:spcAft>
              <a:buClr>
                <a:schemeClr val="dk1"/>
              </a:buClr>
              <a:buSzPts val="1200"/>
              <a:buFont typeface="Lato"/>
              <a:buNone/>
              <a:defRPr>
                <a:solidFill>
                  <a:schemeClr val="dk1"/>
                </a:solidFill>
              </a:defRPr>
            </a:lvl2pPr>
            <a:lvl3pPr lvl="2">
              <a:lnSpc>
                <a:spcPct val="100000"/>
              </a:lnSpc>
              <a:spcBef>
                <a:spcPts val="1000"/>
              </a:spcBef>
              <a:spcAft>
                <a:spcPts val="0"/>
              </a:spcAft>
              <a:buClr>
                <a:schemeClr val="dk1"/>
              </a:buClr>
              <a:buSzPts val="1200"/>
              <a:buFont typeface="Lato"/>
              <a:buNone/>
              <a:defRPr>
                <a:solidFill>
                  <a:schemeClr val="dk1"/>
                </a:solidFill>
              </a:defRPr>
            </a:lvl3pPr>
            <a:lvl4pPr lvl="3">
              <a:lnSpc>
                <a:spcPct val="100000"/>
              </a:lnSpc>
              <a:spcBef>
                <a:spcPts val="1000"/>
              </a:spcBef>
              <a:spcAft>
                <a:spcPts val="0"/>
              </a:spcAft>
              <a:buClr>
                <a:schemeClr val="dk1"/>
              </a:buClr>
              <a:buSzPts val="1200"/>
              <a:buFont typeface="Lato"/>
              <a:buNone/>
              <a:defRPr>
                <a:solidFill>
                  <a:schemeClr val="dk1"/>
                </a:solidFill>
              </a:defRPr>
            </a:lvl4pPr>
            <a:lvl5pPr lvl="4">
              <a:lnSpc>
                <a:spcPct val="100000"/>
              </a:lnSpc>
              <a:spcBef>
                <a:spcPts val="1000"/>
              </a:spcBef>
              <a:spcAft>
                <a:spcPts val="0"/>
              </a:spcAft>
              <a:buClr>
                <a:schemeClr val="dk1"/>
              </a:buClr>
              <a:buSzPts val="1200"/>
              <a:buFont typeface="Lato"/>
              <a:buNone/>
              <a:defRPr>
                <a:solidFill>
                  <a:schemeClr val="dk1"/>
                </a:solidFill>
              </a:defRPr>
            </a:lvl5pPr>
            <a:lvl6pPr lvl="5">
              <a:lnSpc>
                <a:spcPct val="100000"/>
              </a:lnSpc>
              <a:spcBef>
                <a:spcPts val="1000"/>
              </a:spcBef>
              <a:spcAft>
                <a:spcPts val="0"/>
              </a:spcAft>
              <a:buClr>
                <a:schemeClr val="dk1"/>
              </a:buClr>
              <a:buSzPts val="1200"/>
              <a:buFont typeface="Lato"/>
              <a:buNone/>
              <a:defRPr>
                <a:solidFill>
                  <a:schemeClr val="dk1"/>
                </a:solidFill>
              </a:defRPr>
            </a:lvl6pPr>
            <a:lvl7pPr lvl="6">
              <a:lnSpc>
                <a:spcPct val="100000"/>
              </a:lnSpc>
              <a:spcBef>
                <a:spcPts val="1000"/>
              </a:spcBef>
              <a:spcAft>
                <a:spcPts val="0"/>
              </a:spcAft>
              <a:buClr>
                <a:schemeClr val="dk1"/>
              </a:buClr>
              <a:buSzPts val="1200"/>
              <a:buFont typeface="Lato"/>
              <a:buNone/>
              <a:defRPr>
                <a:solidFill>
                  <a:schemeClr val="dk1"/>
                </a:solidFill>
              </a:defRPr>
            </a:lvl7pPr>
            <a:lvl8pPr lvl="7">
              <a:lnSpc>
                <a:spcPct val="100000"/>
              </a:lnSpc>
              <a:spcBef>
                <a:spcPts val="1000"/>
              </a:spcBef>
              <a:spcAft>
                <a:spcPts val="0"/>
              </a:spcAft>
              <a:buClr>
                <a:schemeClr val="dk1"/>
              </a:buClr>
              <a:buSzPts val="1200"/>
              <a:buFont typeface="Lato"/>
              <a:buNone/>
              <a:defRPr>
                <a:solidFill>
                  <a:schemeClr val="dk1"/>
                </a:solidFill>
              </a:defRPr>
            </a:lvl8pPr>
            <a:lvl9pPr lvl="8">
              <a:lnSpc>
                <a:spcPct val="100000"/>
              </a:lnSpc>
              <a:spcBef>
                <a:spcPts val="1000"/>
              </a:spcBef>
              <a:spcAft>
                <a:spcPts val="1000"/>
              </a:spcAft>
              <a:buClr>
                <a:schemeClr val="dk1"/>
              </a:buClr>
              <a:buSzPts val="1200"/>
              <a:buFont typeface="Lato"/>
              <a:buNone/>
              <a:defRPr>
                <a:solidFill>
                  <a:schemeClr val="dk1"/>
                </a:solidFill>
              </a:defRPr>
            </a:lvl9pPr>
          </a:lstStyle>
          <a:p/>
        </p:txBody>
      </p:sp>
      <p:sp>
        <p:nvSpPr>
          <p:cNvPr id="206" name="Google Shape;206;p18"/>
          <p:cNvSpPr txBox="1"/>
          <p:nvPr>
            <p:ph idx="15" type="subTitle"/>
          </p:nvPr>
        </p:nvSpPr>
        <p:spPr>
          <a:xfrm>
            <a:off x="2102625" y="3104100"/>
            <a:ext cx="1582500" cy="6420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a:solidFill>
                  <a:schemeClr val="dk1"/>
                </a:solidFill>
              </a:defRPr>
            </a:lvl1pPr>
            <a:lvl2pPr lvl="1">
              <a:lnSpc>
                <a:spcPct val="100000"/>
              </a:lnSpc>
              <a:spcBef>
                <a:spcPts val="1000"/>
              </a:spcBef>
              <a:spcAft>
                <a:spcPts val="0"/>
              </a:spcAft>
              <a:buClr>
                <a:schemeClr val="dk1"/>
              </a:buClr>
              <a:buSzPts val="1200"/>
              <a:buFont typeface="Lato"/>
              <a:buNone/>
              <a:defRPr>
                <a:solidFill>
                  <a:schemeClr val="dk1"/>
                </a:solidFill>
              </a:defRPr>
            </a:lvl2pPr>
            <a:lvl3pPr lvl="2">
              <a:lnSpc>
                <a:spcPct val="100000"/>
              </a:lnSpc>
              <a:spcBef>
                <a:spcPts val="1000"/>
              </a:spcBef>
              <a:spcAft>
                <a:spcPts val="0"/>
              </a:spcAft>
              <a:buClr>
                <a:schemeClr val="dk1"/>
              </a:buClr>
              <a:buSzPts val="1200"/>
              <a:buFont typeface="Lato"/>
              <a:buNone/>
              <a:defRPr>
                <a:solidFill>
                  <a:schemeClr val="dk1"/>
                </a:solidFill>
              </a:defRPr>
            </a:lvl3pPr>
            <a:lvl4pPr lvl="3">
              <a:lnSpc>
                <a:spcPct val="100000"/>
              </a:lnSpc>
              <a:spcBef>
                <a:spcPts val="1000"/>
              </a:spcBef>
              <a:spcAft>
                <a:spcPts val="0"/>
              </a:spcAft>
              <a:buClr>
                <a:schemeClr val="dk1"/>
              </a:buClr>
              <a:buSzPts val="1200"/>
              <a:buFont typeface="Lato"/>
              <a:buNone/>
              <a:defRPr>
                <a:solidFill>
                  <a:schemeClr val="dk1"/>
                </a:solidFill>
              </a:defRPr>
            </a:lvl4pPr>
            <a:lvl5pPr lvl="4">
              <a:lnSpc>
                <a:spcPct val="100000"/>
              </a:lnSpc>
              <a:spcBef>
                <a:spcPts val="1000"/>
              </a:spcBef>
              <a:spcAft>
                <a:spcPts val="0"/>
              </a:spcAft>
              <a:buClr>
                <a:schemeClr val="dk1"/>
              </a:buClr>
              <a:buSzPts val="1200"/>
              <a:buFont typeface="Lato"/>
              <a:buNone/>
              <a:defRPr>
                <a:solidFill>
                  <a:schemeClr val="dk1"/>
                </a:solidFill>
              </a:defRPr>
            </a:lvl5pPr>
            <a:lvl6pPr lvl="5">
              <a:lnSpc>
                <a:spcPct val="100000"/>
              </a:lnSpc>
              <a:spcBef>
                <a:spcPts val="1000"/>
              </a:spcBef>
              <a:spcAft>
                <a:spcPts val="0"/>
              </a:spcAft>
              <a:buClr>
                <a:schemeClr val="dk1"/>
              </a:buClr>
              <a:buSzPts val="1200"/>
              <a:buFont typeface="Lato"/>
              <a:buNone/>
              <a:defRPr>
                <a:solidFill>
                  <a:schemeClr val="dk1"/>
                </a:solidFill>
              </a:defRPr>
            </a:lvl6pPr>
            <a:lvl7pPr lvl="6">
              <a:lnSpc>
                <a:spcPct val="100000"/>
              </a:lnSpc>
              <a:spcBef>
                <a:spcPts val="1000"/>
              </a:spcBef>
              <a:spcAft>
                <a:spcPts val="0"/>
              </a:spcAft>
              <a:buClr>
                <a:schemeClr val="dk1"/>
              </a:buClr>
              <a:buSzPts val="1200"/>
              <a:buFont typeface="Lato"/>
              <a:buNone/>
              <a:defRPr>
                <a:solidFill>
                  <a:schemeClr val="dk1"/>
                </a:solidFill>
              </a:defRPr>
            </a:lvl7pPr>
            <a:lvl8pPr lvl="7">
              <a:lnSpc>
                <a:spcPct val="100000"/>
              </a:lnSpc>
              <a:spcBef>
                <a:spcPts val="1000"/>
              </a:spcBef>
              <a:spcAft>
                <a:spcPts val="0"/>
              </a:spcAft>
              <a:buClr>
                <a:schemeClr val="dk1"/>
              </a:buClr>
              <a:buSzPts val="1200"/>
              <a:buFont typeface="Lato"/>
              <a:buNone/>
              <a:defRPr>
                <a:solidFill>
                  <a:schemeClr val="dk1"/>
                </a:solidFill>
              </a:defRPr>
            </a:lvl8pPr>
            <a:lvl9pPr lvl="8">
              <a:lnSpc>
                <a:spcPct val="100000"/>
              </a:lnSpc>
              <a:spcBef>
                <a:spcPts val="1000"/>
              </a:spcBef>
              <a:spcAft>
                <a:spcPts val="1000"/>
              </a:spcAft>
              <a:buClr>
                <a:schemeClr val="dk1"/>
              </a:buClr>
              <a:buSzPts val="1200"/>
              <a:buFont typeface="Lato"/>
              <a:buNone/>
              <a:defRPr>
                <a:solidFill>
                  <a:schemeClr val="dk1"/>
                </a:solidFill>
              </a:defRPr>
            </a:lvl9pPr>
          </a:lstStyle>
          <a:p/>
        </p:txBody>
      </p:sp>
      <p:sp>
        <p:nvSpPr>
          <p:cNvPr id="207" name="Google Shape;207;p18"/>
          <p:cNvSpPr txBox="1"/>
          <p:nvPr>
            <p:ph idx="16" type="subTitle"/>
          </p:nvPr>
        </p:nvSpPr>
        <p:spPr>
          <a:xfrm>
            <a:off x="5618275" y="3104109"/>
            <a:ext cx="1238400" cy="732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a:solidFill>
                  <a:schemeClr val="dk1"/>
                </a:solidFill>
              </a:defRPr>
            </a:lvl1pPr>
            <a:lvl2pPr lvl="1">
              <a:lnSpc>
                <a:spcPct val="100000"/>
              </a:lnSpc>
              <a:spcBef>
                <a:spcPts val="1000"/>
              </a:spcBef>
              <a:spcAft>
                <a:spcPts val="0"/>
              </a:spcAft>
              <a:buClr>
                <a:schemeClr val="dk1"/>
              </a:buClr>
              <a:buSzPts val="1200"/>
              <a:buFont typeface="Lato"/>
              <a:buNone/>
              <a:defRPr>
                <a:solidFill>
                  <a:schemeClr val="dk1"/>
                </a:solidFill>
              </a:defRPr>
            </a:lvl2pPr>
            <a:lvl3pPr lvl="2">
              <a:lnSpc>
                <a:spcPct val="100000"/>
              </a:lnSpc>
              <a:spcBef>
                <a:spcPts val="1000"/>
              </a:spcBef>
              <a:spcAft>
                <a:spcPts val="0"/>
              </a:spcAft>
              <a:buClr>
                <a:schemeClr val="dk1"/>
              </a:buClr>
              <a:buSzPts val="1200"/>
              <a:buFont typeface="Lato"/>
              <a:buNone/>
              <a:defRPr>
                <a:solidFill>
                  <a:schemeClr val="dk1"/>
                </a:solidFill>
              </a:defRPr>
            </a:lvl3pPr>
            <a:lvl4pPr lvl="3">
              <a:lnSpc>
                <a:spcPct val="100000"/>
              </a:lnSpc>
              <a:spcBef>
                <a:spcPts val="1000"/>
              </a:spcBef>
              <a:spcAft>
                <a:spcPts val="0"/>
              </a:spcAft>
              <a:buClr>
                <a:schemeClr val="dk1"/>
              </a:buClr>
              <a:buSzPts val="1200"/>
              <a:buFont typeface="Lato"/>
              <a:buNone/>
              <a:defRPr>
                <a:solidFill>
                  <a:schemeClr val="dk1"/>
                </a:solidFill>
              </a:defRPr>
            </a:lvl4pPr>
            <a:lvl5pPr lvl="4">
              <a:lnSpc>
                <a:spcPct val="100000"/>
              </a:lnSpc>
              <a:spcBef>
                <a:spcPts val="1000"/>
              </a:spcBef>
              <a:spcAft>
                <a:spcPts val="0"/>
              </a:spcAft>
              <a:buClr>
                <a:schemeClr val="dk1"/>
              </a:buClr>
              <a:buSzPts val="1200"/>
              <a:buFont typeface="Lato"/>
              <a:buNone/>
              <a:defRPr>
                <a:solidFill>
                  <a:schemeClr val="dk1"/>
                </a:solidFill>
              </a:defRPr>
            </a:lvl5pPr>
            <a:lvl6pPr lvl="5">
              <a:lnSpc>
                <a:spcPct val="100000"/>
              </a:lnSpc>
              <a:spcBef>
                <a:spcPts val="1000"/>
              </a:spcBef>
              <a:spcAft>
                <a:spcPts val="0"/>
              </a:spcAft>
              <a:buClr>
                <a:schemeClr val="dk1"/>
              </a:buClr>
              <a:buSzPts val="1200"/>
              <a:buFont typeface="Lato"/>
              <a:buNone/>
              <a:defRPr>
                <a:solidFill>
                  <a:schemeClr val="dk1"/>
                </a:solidFill>
              </a:defRPr>
            </a:lvl6pPr>
            <a:lvl7pPr lvl="6">
              <a:lnSpc>
                <a:spcPct val="100000"/>
              </a:lnSpc>
              <a:spcBef>
                <a:spcPts val="1000"/>
              </a:spcBef>
              <a:spcAft>
                <a:spcPts val="0"/>
              </a:spcAft>
              <a:buClr>
                <a:schemeClr val="dk1"/>
              </a:buClr>
              <a:buSzPts val="1200"/>
              <a:buFont typeface="Lato"/>
              <a:buNone/>
              <a:defRPr>
                <a:solidFill>
                  <a:schemeClr val="dk1"/>
                </a:solidFill>
              </a:defRPr>
            </a:lvl7pPr>
            <a:lvl8pPr lvl="7">
              <a:lnSpc>
                <a:spcPct val="100000"/>
              </a:lnSpc>
              <a:spcBef>
                <a:spcPts val="1000"/>
              </a:spcBef>
              <a:spcAft>
                <a:spcPts val="0"/>
              </a:spcAft>
              <a:buClr>
                <a:schemeClr val="dk1"/>
              </a:buClr>
              <a:buSzPts val="1200"/>
              <a:buFont typeface="Lato"/>
              <a:buNone/>
              <a:defRPr>
                <a:solidFill>
                  <a:schemeClr val="dk1"/>
                </a:solidFill>
              </a:defRPr>
            </a:lvl8pPr>
            <a:lvl9pPr lvl="8">
              <a:lnSpc>
                <a:spcPct val="100000"/>
              </a:lnSpc>
              <a:spcBef>
                <a:spcPts val="1000"/>
              </a:spcBef>
              <a:spcAft>
                <a:spcPts val="1000"/>
              </a:spcAft>
              <a:buClr>
                <a:schemeClr val="dk1"/>
              </a:buClr>
              <a:buSzPts val="1200"/>
              <a:buFont typeface="Lato"/>
              <a:buNone/>
              <a:defRPr>
                <a:solidFill>
                  <a:schemeClr val="dk1"/>
                </a:solidFill>
              </a:defRPr>
            </a:lvl9pPr>
          </a:lstStyle>
          <a:p/>
        </p:txBody>
      </p:sp>
      <p:sp>
        <p:nvSpPr>
          <p:cNvPr id="208" name="Google Shape;208;p18"/>
          <p:cNvSpPr txBox="1"/>
          <p:nvPr>
            <p:ph idx="17" type="subTitle"/>
          </p:nvPr>
        </p:nvSpPr>
        <p:spPr>
          <a:xfrm>
            <a:off x="7354450" y="3104109"/>
            <a:ext cx="1238400" cy="732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a:solidFill>
                  <a:schemeClr val="dk1"/>
                </a:solidFill>
              </a:defRPr>
            </a:lvl1pPr>
            <a:lvl2pPr lvl="1">
              <a:lnSpc>
                <a:spcPct val="100000"/>
              </a:lnSpc>
              <a:spcBef>
                <a:spcPts val="1000"/>
              </a:spcBef>
              <a:spcAft>
                <a:spcPts val="0"/>
              </a:spcAft>
              <a:buClr>
                <a:schemeClr val="dk1"/>
              </a:buClr>
              <a:buSzPts val="1200"/>
              <a:buFont typeface="Lato"/>
              <a:buNone/>
              <a:defRPr>
                <a:solidFill>
                  <a:schemeClr val="dk1"/>
                </a:solidFill>
              </a:defRPr>
            </a:lvl2pPr>
            <a:lvl3pPr lvl="2">
              <a:lnSpc>
                <a:spcPct val="100000"/>
              </a:lnSpc>
              <a:spcBef>
                <a:spcPts val="1000"/>
              </a:spcBef>
              <a:spcAft>
                <a:spcPts val="0"/>
              </a:spcAft>
              <a:buClr>
                <a:schemeClr val="dk1"/>
              </a:buClr>
              <a:buSzPts val="1200"/>
              <a:buFont typeface="Lato"/>
              <a:buNone/>
              <a:defRPr>
                <a:solidFill>
                  <a:schemeClr val="dk1"/>
                </a:solidFill>
              </a:defRPr>
            </a:lvl3pPr>
            <a:lvl4pPr lvl="3">
              <a:lnSpc>
                <a:spcPct val="100000"/>
              </a:lnSpc>
              <a:spcBef>
                <a:spcPts val="1000"/>
              </a:spcBef>
              <a:spcAft>
                <a:spcPts val="0"/>
              </a:spcAft>
              <a:buClr>
                <a:schemeClr val="dk1"/>
              </a:buClr>
              <a:buSzPts val="1200"/>
              <a:buFont typeface="Lato"/>
              <a:buNone/>
              <a:defRPr>
                <a:solidFill>
                  <a:schemeClr val="dk1"/>
                </a:solidFill>
              </a:defRPr>
            </a:lvl4pPr>
            <a:lvl5pPr lvl="4">
              <a:lnSpc>
                <a:spcPct val="100000"/>
              </a:lnSpc>
              <a:spcBef>
                <a:spcPts val="1000"/>
              </a:spcBef>
              <a:spcAft>
                <a:spcPts val="0"/>
              </a:spcAft>
              <a:buClr>
                <a:schemeClr val="dk1"/>
              </a:buClr>
              <a:buSzPts val="1200"/>
              <a:buFont typeface="Lato"/>
              <a:buNone/>
              <a:defRPr>
                <a:solidFill>
                  <a:schemeClr val="dk1"/>
                </a:solidFill>
              </a:defRPr>
            </a:lvl5pPr>
            <a:lvl6pPr lvl="5">
              <a:lnSpc>
                <a:spcPct val="100000"/>
              </a:lnSpc>
              <a:spcBef>
                <a:spcPts val="1000"/>
              </a:spcBef>
              <a:spcAft>
                <a:spcPts val="0"/>
              </a:spcAft>
              <a:buClr>
                <a:schemeClr val="dk1"/>
              </a:buClr>
              <a:buSzPts val="1200"/>
              <a:buFont typeface="Lato"/>
              <a:buNone/>
              <a:defRPr>
                <a:solidFill>
                  <a:schemeClr val="dk1"/>
                </a:solidFill>
              </a:defRPr>
            </a:lvl6pPr>
            <a:lvl7pPr lvl="6">
              <a:lnSpc>
                <a:spcPct val="100000"/>
              </a:lnSpc>
              <a:spcBef>
                <a:spcPts val="1000"/>
              </a:spcBef>
              <a:spcAft>
                <a:spcPts val="0"/>
              </a:spcAft>
              <a:buClr>
                <a:schemeClr val="dk1"/>
              </a:buClr>
              <a:buSzPts val="1200"/>
              <a:buFont typeface="Lato"/>
              <a:buNone/>
              <a:defRPr>
                <a:solidFill>
                  <a:schemeClr val="dk1"/>
                </a:solidFill>
              </a:defRPr>
            </a:lvl7pPr>
            <a:lvl8pPr lvl="7">
              <a:lnSpc>
                <a:spcPct val="100000"/>
              </a:lnSpc>
              <a:spcBef>
                <a:spcPts val="1000"/>
              </a:spcBef>
              <a:spcAft>
                <a:spcPts val="0"/>
              </a:spcAft>
              <a:buClr>
                <a:schemeClr val="dk1"/>
              </a:buClr>
              <a:buSzPts val="1200"/>
              <a:buFont typeface="Lato"/>
              <a:buNone/>
              <a:defRPr>
                <a:solidFill>
                  <a:schemeClr val="dk1"/>
                </a:solidFill>
              </a:defRPr>
            </a:lvl8pPr>
            <a:lvl9pPr lvl="8">
              <a:lnSpc>
                <a:spcPct val="100000"/>
              </a:lnSpc>
              <a:spcBef>
                <a:spcPts val="1000"/>
              </a:spcBef>
              <a:spcAft>
                <a:spcPts val="1000"/>
              </a:spcAft>
              <a:buClr>
                <a:schemeClr val="dk1"/>
              </a:buClr>
              <a:buSzPts val="1200"/>
              <a:buFont typeface="Lato"/>
              <a:buNone/>
              <a:defRPr>
                <a:solidFill>
                  <a:schemeClr val="dk1"/>
                </a:solidFill>
              </a:defRPr>
            </a:lvl9pPr>
          </a:lstStyle>
          <a:p/>
        </p:txBody>
      </p:sp>
      <p:sp>
        <p:nvSpPr>
          <p:cNvPr id="209" name="Google Shape;209;p18"/>
          <p:cNvSpPr txBox="1"/>
          <p:nvPr>
            <p:ph idx="18" type="subTitle"/>
          </p:nvPr>
        </p:nvSpPr>
        <p:spPr>
          <a:xfrm>
            <a:off x="625400" y="3960650"/>
            <a:ext cx="1139700" cy="732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Char char="●"/>
              <a:defRPr>
                <a:solidFill>
                  <a:schemeClr val="dk1"/>
                </a:solidFill>
              </a:defRPr>
            </a:lvl1pPr>
            <a:lvl2pPr lvl="1">
              <a:lnSpc>
                <a:spcPct val="100000"/>
              </a:lnSpc>
              <a:spcBef>
                <a:spcPts val="1000"/>
              </a:spcBef>
              <a:spcAft>
                <a:spcPts val="0"/>
              </a:spcAft>
              <a:buClr>
                <a:schemeClr val="dk1"/>
              </a:buClr>
              <a:buSzPts val="1200"/>
              <a:buFont typeface="Lato"/>
              <a:buChar char="○"/>
              <a:defRPr>
                <a:solidFill>
                  <a:schemeClr val="dk1"/>
                </a:solidFill>
              </a:defRPr>
            </a:lvl2pPr>
            <a:lvl3pPr lvl="2">
              <a:lnSpc>
                <a:spcPct val="100000"/>
              </a:lnSpc>
              <a:spcBef>
                <a:spcPts val="1000"/>
              </a:spcBef>
              <a:spcAft>
                <a:spcPts val="0"/>
              </a:spcAft>
              <a:buClr>
                <a:schemeClr val="dk1"/>
              </a:buClr>
              <a:buSzPts val="1200"/>
              <a:buFont typeface="Lato"/>
              <a:buChar char="■"/>
              <a:defRPr>
                <a:solidFill>
                  <a:schemeClr val="dk1"/>
                </a:solidFill>
              </a:defRPr>
            </a:lvl3pPr>
            <a:lvl4pPr lvl="3">
              <a:lnSpc>
                <a:spcPct val="100000"/>
              </a:lnSpc>
              <a:spcBef>
                <a:spcPts val="1000"/>
              </a:spcBef>
              <a:spcAft>
                <a:spcPts val="0"/>
              </a:spcAft>
              <a:buClr>
                <a:schemeClr val="dk1"/>
              </a:buClr>
              <a:buSzPts val="1200"/>
              <a:buFont typeface="Lato"/>
              <a:buChar char="●"/>
              <a:defRPr>
                <a:solidFill>
                  <a:schemeClr val="dk1"/>
                </a:solidFill>
              </a:defRPr>
            </a:lvl4pPr>
            <a:lvl5pPr lvl="4">
              <a:lnSpc>
                <a:spcPct val="100000"/>
              </a:lnSpc>
              <a:spcBef>
                <a:spcPts val="1000"/>
              </a:spcBef>
              <a:spcAft>
                <a:spcPts val="0"/>
              </a:spcAft>
              <a:buClr>
                <a:schemeClr val="dk1"/>
              </a:buClr>
              <a:buSzPts val="1200"/>
              <a:buFont typeface="Lato"/>
              <a:buChar char="○"/>
              <a:defRPr>
                <a:solidFill>
                  <a:schemeClr val="dk1"/>
                </a:solidFill>
              </a:defRPr>
            </a:lvl5pPr>
            <a:lvl6pPr lvl="5">
              <a:lnSpc>
                <a:spcPct val="100000"/>
              </a:lnSpc>
              <a:spcBef>
                <a:spcPts val="1000"/>
              </a:spcBef>
              <a:spcAft>
                <a:spcPts val="0"/>
              </a:spcAft>
              <a:buClr>
                <a:schemeClr val="dk1"/>
              </a:buClr>
              <a:buSzPts val="1200"/>
              <a:buFont typeface="Lato"/>
              <a:buChar char="■"/>
              <a:defRPr>
                <a:solidFill>
                  <a:schemeClr val="dk1"/>
                </a:solidFill>
              </a:defRPr>
            </a:lvl6pPr>
            <a:lvl7pPr lvl="6">
              <a:lnSpc>
                <a:spcPct val="100000"/>
              </a:lnSpc>
              <a:spcBef>
                <a:spcPts val="1000"/>
              </a:spcBef>
              <a:spcAft>
                <a:spcPts val="0"/>
              </a:spcAft>
              <a:buClr>
                <a:schemeClr val="dk1"/>
              </a:buClr>
              <a:buSzPts val="1200"/>
              <a:buFont typeface="Lato"/>
              <a:buChar char="●"/>
              <a:defRPr>
                <a:solidFill>
                  <a:schemeClr val="dk1"/>
                </a:solidFill>
              </a:defRPr>
            </a:lvl7pPr>
            <a:lvl8pPr lvl="7">
              <a:lnSpc>
                <a:spcPct val="100000"/>
              </a:lnSpc>
              <a:spcBef>
                <a:spcPts val="1000"/>
              </a:spcBef>
              <a:spcAft>
                <a:spcPts val="0"/>
              </a:spcAft>
              <a:buClr>
                <a:schemeClr val="dk1"/>
              </a:buClr>
              <a:buSzPts val="1200"/>
              <a:buFont typeface="Lato"/>
              <a:buChar char="○"/>
              <a:defRPr>
                <a:solidFill>
                  <a:schemeClr val="dk1"/>
                </a:solidFill>
              </a:defRPr>
            </a:lvl8pPr>
            <a:lvl9pPr lvl="8">
              <a:lnSpc>
                <a:spcPct val="100000"/>
              </a:lnSpc>
              <a:spcBef>
                <a:spcPts val="1000"/>
              </a:spcBef>
              <a:spcAft>
                <a:spcPts val="1000"/>
              </a:spcAft>
              <a:buClr>
                <a:schemeClr val="dk1"/>
              </a:buClr>
              <a:buSzPts val="1200"/>
              <a:buFont typeface="Lato"/>
              <a:buChar char="■"/>
              <a:defRPr>
                <a:solidFill>
                  <a:schemeClr val="dk1"/>
                </a:solidFill>
              </a:defRPr>
            </a:lvl9pPr>
          </a:lstStyle>
          <a:p/>
        </p:txBody>
      </p:sp>
      <p:sp>
        <p:nvSpPr>
          <p:cNvPr id="210" name="Google Shape;210;p18"/>
          <p:cNvSpPr txBox="1"/>
          <p:nvPr>
            <p:ph idx="19" type="subTitle"/>
          </p:nvPr>
        </p:nvSpPr>
        <p:spPr>
          <a:xfrm>
            <a:off x="2239700" y="3960657"/>
            <a:ext cx="1139700" cy="813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a:solidFill>
                  <a:schemeClr val="dk1"/>
                </a:solidFill>
              </a:defRPr>
            </a:lvl1pPr>
            <a:lvl2pPr lvl="1">
              <a:lnSpc>
                <a:spcPct val="100000"/>
              </a:lnSpc>
              <a:spcBef>
                <a:spcPts val="1000"/>
              </a:spcBef>
              <a:spcAft>
                <a:spcPts val="0"/>
              </a:spcAft>
              <a:buClr>
                <a:schemeClr val="dk1"/>
              </a:buClr>
              <a:buSzPts val="1200"/>
              <a:buFont typeface="Lato"/>
              <a:buNone/>
              <a:defRPr>
                <a:solidFill>
                  <a:schemeClr val="dk1"/>
                </a:solidFill>
              </a:defRPr>
            </a:lvl2pPr>
            <a:lvl3pPr lvl="2">
              <a:lnSpc>
                <a:spcPct val="100000"/>
              </a:lnSpc>
              <a:spcBef>
                <a:spcPts val="1000"/>
              </a:spcBef>
              <a:spcAft>
                <a:spcPts val="0"/>
              </a:spcAft>
              <a:buClr>
                <a:schemeClr val="dk1"/>
              </a:buClr>
              <a:buSzPts val="1200"/>
              <a:buFont typeface="Lato"/>
              <a:buNone/>
              <a:defRPr>
                <a:solidFill>
                  <a:schemeClr val="dk1"/>
                </a:solidFill>
              </a:defRPr>
            </a:lvl3pPr>
            <a:lvl4pPr lvl="3">
              <a:lnSpc>
                <a:spcPct val="100000"/>
              </a:lnSpc>
              <a:spcBef>
                <a:spcPts val="1000"/>
              </a:spcBef>
              <a:spcAft>
                <a:spcPts val="0"/>
              </a:spcAft>
              <a:buClr>
                <a:schemeClr val="dk1"/>
              </a:buClr>
              <a:buSzPts val="1200"/>
              <a:buFont typeface="Lato"/>
              <a:buNone/>
              <a:defRPr>
                <a:solidFill>
                  <a:schemeClr val="dk1"/>
                </a:solidFill>
              </a:defRPr>
            </a:lvl4pPr>
            <a:lvl5pPr lvl="4">
              <a:lnSpc>
                <a:spcPct val="100000"/>
              </a:lnSpc>
              <a:spcBef>
                <a:spcPts val="1000"/>
              </a:spcBef>
              <a:spcAft>
                <a:spcPts val="0"/>
              </a:spcAft>
              <a:buClr>
                <a:schemeClr val="dk1"/>
              </a:buClr>
              <a:buSzPts val="1200"/>
              <a:buFont typeface="Lato"/>
              <a:buNone/>
              <a:defRPr>
                <a:solidFill>
                  <a:schemeClr val="dk1"/>
                </a:solidFill>
              </a:defRPr>
            </a:lvl5pPr>
            <a:lvl6pPr lvl="5">
              <a:lnSpc>
                <a:spcPct val="100000"/>
              </a:lnSpc>
              <a:spcBef>
                <a:spcPts val="1000"/>
              </a:spcBef>
              <a:spcAft>
                <a:spcPts val="0"/>
              </a:spcAft>
              <a:buClr>
                <a:schemeClr val="dk1"/>
              </a:buClr>
              <a:buSzPts val="1200"/>
              <a:buFont typeface="Lato"/>
              <a:buNone/>
              <a:defRPr>
                <a:solidFill>
                  <a:schemeClr val="dk1"/>
                </a:solidFill>
              </a:defRPr>
            </a:lvl6pPr>
            <a:lvl7pPr lvl="6">
              <a:lnSpc>
                <a:spcPct val="100000"/>
              </a:lnSpc>
              <a:spcBef>
                <a:spcPts val="1000"/>
              </a:spcBef>
              <a:spcAft>
                <a:spcPts val="0"/>
              </a:spcAft>
              <a:buClr>
                <a:schemeClr val="dk1"/>
              </a:buClr>
              <a:buSzPts val="1200"/>
              <a:buFont typeface="Lato"/>
              <a:buNone/>
              <a:defRPr>
                <a:solidFill>
                  <a:schemeClr val="dk1"/>
                </a:solidFill>
              </a:defRPr>
            </a:lvl7pPr>
            <a:lvl8pPr lvl="7">
              <a:lnSpc>
                <a:spcPct val="100000"/>
              </a:lnSpc>
              <a:spcBef>
                <a:spcPts val="1000"/>
              </a:spcBef>
              <a:spcAft>
                <a:spcPts val="0"/>
              </a:spcAft>
              <a:buClr>
                <a:schemeClr val="dk1"/>
              </a:buClr>
              <a:buSzPts val="1200"/>
              <a:buFont typeface="Lato"/>
              <a:buNone/>
              <a:defRPr>
                <a:solidFill>
                  <a:schemeClr val="dk1"/>
                </a:solidFill>
              </a:defRPr>
            </a:lvl8pPr>
            <a:lvl9pPr lvl="8">
              <a:lnSpc>
                <a:spcPct val="100000"/>
              </a:lnSpc>
              <a:spcBef>
                <a:spcPts val="1000"/>
              </a:spcBef>
              <a:spcAft>
                <a:spcPts val="1000"/>
              </a:spcAft>
              <a:buClr>
                <a:schemeClr val="dk1"/>
              </a:buClr>
              <a:buSzPts val="1200"/>
              <a:buFont typeface="Lato"/>
              <a:buNone/>
              <a:defRPr>
                <a:solidFill>
                  <a:schemeClr val="dk1"/>
                </a:solidFill>
              </a:defRPr>
            </a:lvl9pPr>
          </a:lstStyle>
          <a:p/>
        </p:txBody>
      </p:sp>
      <p:sp>
        <p:nvSpPr>
          <p:cNvPr id="211" name="Google Shape;211;p18"/>
          <p:cNvSpPr txBox="1"/>
          <p:nvPr>
            <p:ph idx="20" type="subTitle"/>
          </p:nvPr>
        </p:nvSpPr>
        <p:spPr>
          <a:xfrm>
            <a:off x="4021800" y="3960660"/>
            <a:ext cx="1139700" cy="8970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a:solidFill>
                  <a:schemeClr val="dk1"/>
                </a:solidFill>
              </a:defRPr>
            </a:lvl1pPr>
            <a:lvl2pPr lvl="1">
              <a:lnSpc>
                <a:spcPct val="100000"/>
              </a:lnSpc>
              <a:spcBef>
                <a:spcPts val="1000"/>
              </a:spcBef>
              <a:spcAft>
                <a:spcPts val="0"/>
              </a:spcAft>
              <a:buClr>
                <a:schemeClr val="dk1"/>
              </a:buClr>
              <a:buSzPts val="1200"/>
              <a:buFont typeface="Lato"/>
              <a:buNone/>
              <a:defRPr>
                <a:solidFill>
                  <a:schemeClr val="dk1"/>
                </a:solidFill>
              </a:defRPr>
            </a:lvl2pPr>
            <a:lvl3pPr lvl="2">
              <a:lnSpc>
                <a:spcPct val="100000"/>
              </a:lnSpc>
              <a:spcBef>
                <a:spcPts val="1000"/>
              </a:spcBef>
              <a:spcAft>
                <a:spcPts val="0"/>
              </a:spcAft>
              <a:buClr>
                <a:schemeClr val="dk1"/>
              </a:buClr>
              <a:buSzPts val="1200"/>
              <a:buFont typeface="Lato"/>
              <a:buNone/>
              <a:defRPr>
                <a:solidFill>
                  <a:schemeClr val="dk1"/>
                </a:solidFill>
              </a:defRPr>
            </a:lvl3pPr>
            <a:lvl4pPr lvl="3">
              <a:lnSpc>
                <a:spcPct val="100000"/>
              </a:lnSpc>
              <a:spcBef>
                <a:spcPts val="1000"/>
              </a:spcBef>
              <a:spcAft>
                <a:spcPts val="0"/>
              </a:spcAft>
              <a:buClr>
                <a:schemeClr val="dk1"/>
              </a:buClr>
              <a:buSzPts val="1200"/>
              <a:buFont typeface="Lato"/>
              <a:buNone/>
              <a:defRPr>
                <a:solidFill>
                  <a:schemeClr val="dk1"/>
                </a:solidFill>
              </a:defRPr>
            </a:lvl4pPr>
            <a:lvl5pPr lvl="4">
              <a:lnSpc>
                <a:spcPct val="100000"/>
              </a:lnSpc>
              <a:spcBef>
                <a:spcPts val="1000"/>
              </a:spcBef>
              <a:spcAft>
                <a:spcPts val="0"/>
              </a:spcAft>
              <a:buClr>
                <a:schemeClr val="dk1"/>
              </a:buClr>
              <a:buSzPts val="1200"/>
              <a:buFont typeface="Lato"/>
              <a:buNone/>
              <a:defRPr>
                <a:solidFill>
                  <a:schemeClr val="dk1"/>
                </a:solidFill>
              </a:defRPr>
            </a:lvl5pPr>
            <a:lvl6pPr lvl="5">
              <a:lnSpc>
                <a:spcPct val="100000"/>
              </a:lnSpc>
              <a:spcBef>
                <a:spcPts val="1000"/>
              </a:spcBef>
              <a:spcAft>
                <a:spcPts val="0"/>
              </a:spcAft>
              <a:buClr>
                <a:schemeClr val="dk1"/>
              </a:buClr>
              <a:buSzPts val="1200"/>
              <a:buFont typeface="Lato"/>
              <a:buNone/>
              <a:defRPr>
                <a:solidFill>
                  <a:schemeClr val="dk1"/>
                </a:solidFill>
              </a:defRPr>
            </a:lvl6pPr>
            <a:lvl7pPr lvl="6">
              <a:lnSpc>
                <a:spcPct val="100000"/>
              </a:lnSpc>
              <a:spcBef>
                <a:spcPts val="1000"/>
              </a:spcBef>
              <a:spcAft>
                <a:spcPts val="0"/>
              </a:spcAft>
              <a:buClr>
                <a:schemeClr val="dk1"/>
              </a:buClr>
              <a:buSzPts val="1200"/>
              <a:buFont typeface="Lato"/>
              <a:buNone/>
              <a:defRPr>
                <a:solidFill>
                  <a:schemeClr val="dk1"/>
                </a:solidFill>
              </a:defRPr>
            </a:lvl7pPr>
            <a:lvl8pPr lvl="7">
              <a:lnSpc>
                <a:spcPct val="100000"/>
              </a:lnSpc>
              <a:spcBef>
                <a:spcPts val="1000"/>
              </a:spcBef>
              <a:spcAft>
                <a:spcPts val="0"/>
              </a:spcAft>
              <a:buClr>
                <a:schemeClr val="dk1"/>
              </a:buClr>
              <a:buSzPts val="1200"/>
              <a:buFont typeface="Lato"/>
              <a:buNone/>
              <a:defRPr>
                <a:solidFill>
                  <a:schemeClr val="dk1"/>
                </a:solidFill>
              </a:defRPr>
            </a:lvl8pPr>
            <a:lvl9pPr lvl="8">
              <a:lnSpc>
                <a:spcPct val="100000"/>
              </a:lnSpc>
              <a:spcBef>
                <a:spcPts val="1000"/>
              </a:spcBef>
              <a:spcAft>
                <a:spcPts val="1000"/>
              </a:spcAft>
              <a:buClr>
                <a:schemeClr val="dk1"/>
              </a:buClr>
              <a:buSzPts val="1200"/>
              <a:buFont typeface="Lato"/>
              <a:buNone/>
              <a:defRPr>
                <a:solidFill>
                  <a:schemeClr val="dk1"/>
                </a:solidFill>
              </a:defRPr>
            </a:lvl9pPr>
          </a:lstStyle>
          <a:p/>
        </p:txBody>
      </p:sp>
      <p:sp>
        <p:nvSpPr>
          <p:cNvPr id="212" name="Google Shape;212;p18"/>
          <p:cNvSpPr txBox="1"/>
          <p:nvPr>
            <p:ph idx="21" type="subTitle"/>
          </p:nvPr>
        </p:nvSpPr>
        <p:spPr>
          <a:xfrm>
            <a:off x="5765025" y="3960650"/>
            <a:ext cx="1411200" cy="8970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a:solidFill>
                  <a:schemeClr val="dk1"/>
                </a:solidFill>
              </a:defRPr>
            </a:lvl1pPr>
            <a:lvl2pPr lvl="1">
              <a:lnSpc>
                <a:spcPct val="100000"/>
              </a:lnSpc>
              <a:spcBef>
                <a:spcPts val="1000"/>
              </a:spcBef>
              <a:spcAft>
                <a:spcPts val="0"/>
              </a:spcAft>
              <a:buClr>
                <a:schemeClr val="dk1"/>
              </a:buClr>
              <a:buSzPts val="1200"/>
              <a:buFont typeface="Lato"/>
              <a:buNone/>
              <a:defRPr>
                <a:solidFill>
                  <a:schemeClr val="dk1"/>
                </a:solidFill>
              </a:defRPr>
            </a:lvl2pPr>
            <a:lvl3pPr lvl="2">
              <a:lnSpc>
                <a:spcPct val="100000"/>
              </a:lnSpc>
              <a:spcBef>
                <a:spcPts val="1000"/>
              </a:spcBef>
              <a:spcAft>
                <a:spcPts val="0"/>
              </a:spcAft>
              <a:buClr>
                <a:schemeClr val="dk1"/>
              </a:buClr>
              <a:buSzPts val="1200"/>
              <a:buFont typeface="Lato"/>
              <a:buNone/>
              <a:defRPr>
                <a:solidFill>
                  <a:schemeClr val="dk1"/>
                </a:solidFill>
              </a:defRPr>
            </a:lvl3pPr>
            <a:lvl4pPr lvl="3">
              <a:lnSpc>
                <a:spcPct val="100000"/>
              </a:lnSpc>
              <a:spcBef>
                <a:spcPts val="1000"/>
              </a:spcBef>
              <a:spcAft>
                <a:spcPts val="0"/>
              </a:spcAft>
              <a:buClr>
                <a:schemeClr val="dk1"/>
              </a:buClr>
              <a:buSzPts val="1200"/>
              <a:buFont typeface="Lato"/>
              <a:buNone/>
              <a:defRPr>
                <a:solidFill>
                  <a:schemeClr val="dk1"/>
                </a:solidFill>
              </a:defRPr>
            </a:lvl4pPr>
            <a:lvl5pPr lvl="4">
              <a:lnSpc>
                <a:spcPct val="100000"/>
              </a:lnSpc>
              <a:spcBef>
                <a:spcPts val="1000"/>
              </a:spcBef>
              <a:spcAft>
                <a:spcPts val="0"/>
              </a:spcAft>
              <a:buClr>
                <a:schemeClr val="dk1"/>
              </a:buClr>
              <a:buSzPts val="1200"/>
              <a:buFont typeface="Lato"/>
              <a:buNone/>
              <a:defRPr>
                <a:solidFill>
                  <a:schemeClr val="dk1"/>
                </a:solidFill>
              </a:defRPr>
            </a:lvl5pPr>
            <a:lvl6pPr lvl="5">
              <a:lnSpc>
                <a:spcPct val="100000"/>
              </a:lnSpc>
              <a:spcBef>
                <a:spcPts val="1000"/>
              </a:spcBef>
              <a:spcAft>
                <a:spcPts val="0"/>
              </a:spcAft>
              <a:buClr>
                <a:schemeClr val="dk1"/>
              </a:buClr>
              <a:buSzPts val="1200"/>
              <a:buFont typeface="Lato"/>
              <a:buNone/>
              <a:defRPr>
                <a:solidFill>
                  <a:schemeClr val="dk1"/>
                </a:solidFill>
              </a:defRPr>
            </a:lvl6pPr>
            <a:lvl7pPr lvl="6">
              <a:lnSpc>
                <a:spcPct val="100000"/>
              </a:lnSpc>
              <a:spcBef>
                <a:spcPts val="1000"/>
              </a:spcBef>
              <a:spcAft>
                <a:spcPts val="0"/>
              </a:spcAft>
              <a:buClr>
                <a:schemeClr val="dk1"/>
              </a:buClr>
              <a:buSzPts val="1200"/>
              <a:buFont typeface="Lato"/>
              <a:buNone/>
              <a:defRPr>
                <a:solidFill>
                  <a:schemeClr val="dk1"/>
                </a:solidFill>
              </a:defRPr>
            </a:lvl7pPr>
            <a:lvl8pPr lvl="7">
              <a:lnSpc>
                <a:spcPct val="100000"/>
              </a:lnSpc>
              <a:spcBef>
                <a:spcPts val="1000"/>
              </a:spcBef>
              <a:spcAft>
                <a:spcPts val="0"/>
              </a:spcAft>
              <a:buClr>
                <a:schemeClr val="dk1"/>
              </a:buClr>
              <a:buSzPts val="1200"/>
              <a:buFont typeface="Lato"/>
              <a:buNone/>
              <a:defRPr>
                <a:solidFill>
                  <a:schemeClr val="dk1"/>
                </a:solidFill>
              </a:defRPr>
            </a:lvl8pPr>
            <a:lvl9pPr lvl="8">
              <a:lnSpc>
                <a:spcPct val="100000"/>
              </a:lnSpc>
              <a:spcBef>
                <a:spcPts val="1000"/>
              </a:spcBef>
              <a:spcAft>
                <a:spcPts val="1000"/>
              </a:spcAft>
              <a:buClr>
                <a:schemeClr val="dk1"/>
              </a:buClr>
              <a:buSzPts val="1200"/>
              <a:buFont typeface="Lato"/>
              <a:buNone/>
              <a:defRPr>
                <a:solidFill>
                  <a:schemeClr val="dk1"/>
                </a:solidFill>
              </a:defRPr>
            </a:lvl9pPr>
          </a:lstStyle>
          <a:p/>
        </p:txBody>
      </p:sp>
      <p:sp>
        <p:nvSpPr>
          <p:cNvPr id="213" name="Google Shape;213;p18"/>
          <p:cNvSpPr txBox="1"/>
          <p:nvPr>
            <p:ph idx="22" type="subTitle"/>
          </p:nvPr>
        </p:nvSpPr>
        <p:spPr>
          <a:xfrm>
            <a:off x="7491550" y="3960657"/>
            <a:ext cx="1139700" cy="774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a:solidFill>
                  <a:schemeClr val="dk1"/>
                </a:solidFill>
              </a:defRPr>
            </a:lvl1pPr>
            <a:lvl2pPr lvl="1">
              <a:lnSpc>
                <a:spcPct val="100000"/>
              </a:lnSpc>
              <a:spcBef>
                <a:spcPts val="1000"/>
              </a:spcBef>
              <a:spcAft>
                <a:spcPts val="0"/>
              </a:spcAft>
              <a:buClr>
                <a:schemeClr val="dk1"/>
              </a:buClr>
              <a:buSzPts val="1200"/>
              <a:buFont typeface="Lato"/>
              <a:buNone/>
              <a:defRPr>
                <a:solidFill>
                  <a:schemeClr val="dk1"/>
                </a:solidFill>
              </a:defRPr>
            </a:lvl2pPr>
            <a:lvl3pPr lvl="2">
              <a:lnSpc>
                <a:spcPct val="100000"/>
              </a:lnSpc>
              <a:spcBef>
                <a:spcPts val="1000"/>
              </a:spcBef>
              <a:spcAft>
                <a:spcPts val="0"/>
              </a:spcAft>
              <a:buClr>
                <a:schemeClr val="dk1"/>
              </a:buClr>
              <a:buSzPts val="1200"/>
              <a:buFont typeface="Lato"/>
              <a:buNone/>
              <a:defRPr>
                <a:solidFill>
                  <a:schemeClr val="dk1"/>
                </a:solidFill>
              </a:defRPr>
            </a:lvl3pPr>
            <a:lvl4pPr lvl="3">
              <a:lnSpc>
                <a:spcPct val="100000"/>
              </a:lnSpc>
              <a:spcBef>
                <a:spcPts val="1000"/>
              </a:spcBef>
              <a:spcAft>
                <a:spcPts val="0"/>
              </a:spcAft>
              <a:buClr>
                <a:schemeClr val="dk1"/>
              </a:buClr>
              <a:buSzPts val="1200"/>
              <a:buFont typeface="Lato"/>
              <a:buNone/>
              <a:defRPr>
                <a:solidFill>
                  <a:schemeClr val="dk1"/>
                </a:solidFill>
              </a:defRPr>
            </a:lvl4pPr>
            <a:lvl5pPr lvl="4">
              <a:lnSpc>
                <a:spcPct val="100000"/>
              </a:lnSpc>
              <a:spcBef>
                <a:spcPts val="1000"/>
              </a:spcBef>
              <a:spcAft>
                <a:spcPts val="0"/>
              </a:spcAft>
              <a:buClr>
                <a:schemeClr val="dk1"/>
              </a:buClr>
              <a:buSzPts val="1200"/>
              <a:buFont typeface="Lato"/>
              <a:buNone/>
              <a:defRPr>
                <a:solidFill>
                  <a:schemeClr val="dk1"/>
                </a:solidFill>
              </a:defRPr>
            </a:lvl5pPr>
            <a:lvl6pPr lvl="5">
              <a:lnSpc>
                <a:spcPct val="100000"/>
              </a:lnSpc>
              <a:spcBef>
                <a:spcPts val="1000"/>
              </a:spcBef>
              <a:spcAft>
                <a:spcPts val="0"/>
              </a:spcAft>
              <a:buClr>
                <a:schemeClr val="dk1"/>
              </a:buClr>
              <a:buSzPts val="1200"/>
              <a:buFont typeface="Lato"/>
              <a:buNone/>
              <a:defRPr>
                <a:solidFill>
                  <a:schemeClr val="dk1"/>
                </a:solidFill>
              </a:defRPr>
            </a:lvl6pPr>
            <a:lvl7pPr lvl="6">
              <a:lnSpc>
                <a:spcPct val="100000"/>
              </a:lnSpc>
              <a:spcBef>
                <a:spcPts val="1000"/>
              </a:spcBef>
              <a:spcAft>
                <a:spcPts val="0"/>
              </a:spcAft>
              <a:buClr>
                <a:schemeClr val="dk1"/>
              </a:buClr>
              <a:buSzPts val="1200"/>
              <a:buFont typeface="Lato"/>
              <a:buNone/>
              <a:defRPr>
                <a:solidFill>
                  <a:schemeClr val="dk1"/>
                </a:solidFill>
              </a:defRPr>
            </a:lvl7pPr>
            <a:lvl8pPr lvl="7">
              <a:lnSpc>
                <a:spcPct val="100000"/>
              </a:lnSpc>
              <a:spcBef>
                <a:spcPts val="1000"/>
              </a:spcBef>
              <a:spcAft>
                <a:spcPts val="0"/>
              </a:spcAft>
              <a:buClr>
                <a:schemeClr val="dk1"/>
              </a:buClr>
              <a:buSzPts val="1200"/>
              <a:buFont typeface="Lato"/>
              <a:buNone/>
              <a:defRPr>
                <a:solidFill>
                  <a:schemeClr val="dk1"/>
                </a:solidFill>
              </a:defRPr>
            </a:lvl8pPr>
            <a:lvl9pPr lvl="8">
              <a:lnSpc>
                <a:spcPct val="100000"/>
              </a:lnSpc>
              <a:spcBef>
                <a:spcPts val="1000"/>
              </a:spcBef>
              <a:spcAft>
                <a:spcPts val="1000"/>
              </a:spcAft>
              <a:buClr>
                <a:schemeClr val="dk1"/>
              </a:buClr>
              <a:buSzPts val="1200"/>
              <a:buFont typeface="Lato"/>
              <a:buNone/>
              <a:defRPr>
                <a:solidFill>
                  <a:schemeClr val="dk1"/>
                </a:solidFill>
              </a:defRPr>
            </a:lvl9pPr>
          </a:lstStyle>
          <a:p/>
        </p:txBody>
      </p:sp>
      <p:sp>
        <p:nvSpPr>
          <p:cNvPr id="214" name="Google Shape;214;p18"/>
          <p:cNvSpPr txBox="1"/>
          <p:nvPr>
            <p:ph idx="23" type="subTitle"/>
          </p:nvPr>
        </p:nvSpPr>
        <p:spPr>
          <a:xfrm>
            <a:off x="3875050" y="3104100"/>
            <a:ext cx="1557900" cy="732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a:solidFill>
                  <a:schemeClr val="dk1"/>
                </a:solidFill>
              </a:defRPr>
            </a:lvl1pPr>
            <a:lvl2pPr lvl="1">
              <a:lnSpc>
                <a:spcPct val="100000"/>
              </a:lnSpc>
              <a:spcBef>
                <a:spcPts val="1000"/>
              </a:spcBef>
              <a:spcAft>
                <a:spcPts val="0"/>
              </a:spcAft>
              <a:buClr>
                <a:schemeClr val="dk1"/>
              </a:buClr>
              <a:buSzPts val="1200"/>
              <a:buFont typeface="Lato"/>
              <a:buNone/>
              <a:defRPr>
                <a:solidFill>
                  <a:schemeClr val="dk1"/>
                </a:solidFill>
              </a:defRPr>
            </a:lvl2pPr>
            <a:lvl3pPr lvl="2">
              <a:lnSpc>
                <a:spcPct val="100000"/>
              </a:lnSpc>
              <a:spcBef>
                <a:spcPts val="1000"/>
              </a:spcBef>
              <a:spcAft>
                <a:spcPts val="0"/>
              </a:spcAft>
              <a:buClr>
                <a:schemeClr val="dk1"/>
              </a:buClr>
              <a:buSzPts val="1200"/>
              <a:buFont typeface="Lato"/>
              <a:buNone/>
              <a:defRPr>
                <a:solidFill>
                  <a:schemeClr val="dk1"/>
                </a:solidFill>
              </a:defRPr>
            </a:lvl3pPr>
            <a:lvl4pPr lvl="3">
              <a:lnSpc>
                <a:spcPct val="100000"/>
              </a:lnSpc>
              <a:spcBef>
                <a:spcPts val="1000"/>
              </a:spcBef>
              <a:spcAft>
                <a:spcPts val="0"/>
              </a:spcAft>
              <a:buClr>
                <a:schemeClr val="dk1"/>
              </a:buClr>
              <a:buSzPts val="1200"/>
              <a:buFont typeface="Lato"/>
              <a:buNone/>
              <a:defRPr>
                <a:solidFill>
                  <a:schemeClr val="dk1"/>
                </a:solidFill>
              </a:defRPr>
            </a:lvl4pPr>
            <a:lvl5pPr lvl="4">
              <a:lnSpc>
                <a:spcPct val="100000"/>
              </a:lnSpc>
              <a:spcBef>
                <a:spcPts val="1000"/>
              </a:spcBef>
              <a:spcAft>
                <a:spcPts val="0"/>
              </a:spcAft>
              <a:buClr>
                <a:schemeClr val="dk1"/>
              </a:buClr>
              <a:buSzPts val="1200"/>
              <a:buFont typeface="Lato"/>
              <a:buNone/>
              <a:defRPr>
                <a:solidFill>
                  <a:schemeClr val="dk1"/>
                </a:solidFill>
              </a:defRPr>
            </a:lvl5pPr>
            <a:lvl6pPr lvl="5">
              <a:lnSpc>
                <a:spcPct val="100000"/>
              </a:lnSpc>
              <a:spcBef>
                <a:spcPts val="1000"/>
              </a:spcBef>
              <a:spcAft>
                <a:spcPts val="0"/>
              </a:spcAft>
              <a:buClr>
                <a:schemeClr val="dk1"/>
              </a:buClr>
              <a:buSzPts val="1200"/>
              <a:buFont typeface="Lato"/>
              <a:buNone/>
              <a:defRPr>
                <a:solidFill>
                  <a:schemeClr val="dk1"/>
                </a:solidFill>
              </a:defRPr>
            </a:lvl6pPr>
            <a:lvl7pPr lvl="6">
              <a:lnSpc>
                <a:spcPct val="100000"/>
              </a:lnSpc>
              <a:spcBef>
                <a:spcPts val="1000"/>
              </a:spcBef>
              <a:spcAft>
                <a:spcPts val="0"/>
              </a:spcAft>
              <a:buClr>
                <a:schemeClr val="dk1"/>
              </a:buClr>
              <a:buSzPts val="1200"/>
              <a:buFont typeface="Lato"/>
              <a:buNone/>
              <a:defRPr>
                <a:solidFill>
                  <a:schemeClr val="dk1"/>
                </a:solidFill>
              </a:defRPr>
            </a:lvl7pPr>
            <a:lvl8pPr lvl="7">
              <a:lnSpc>
                <a:spcPct val="100000"/>
              </a:lnSpc>
              <a:spcBef>
                <a:spcPts val="1000"/>
              </a:spcBef>
              <a:spcAft>
                <a:spcPts val="0"/>
              </a:spcAft>
              <a:buClr>
                <a:schemeClr val="dk1"/>
              </a:buClr>
              <a:buSzPts val="1200"/>
              <a:buFont typeface="Lato"/>
              <a:buNone/>
              <a:defRPr>
                <a:solidFill>
                  <a:schemeClr val="dk1"/>
                </a:solidFill>
              </a:defRPr>
            </a:lvl8pPr>
            <a:lvl9pPr lvl="8">
              <a:lnSpc>
                <a:spcPct val="100000"/>
              </a:lnSpc>
              <a:spcBef>
                <a:spcPts val="1000"/>
              </a:spcBef>
              <a:spcAft>
                <a:spcPts val="1000"/>
              </a:spcAft>
              <a:buClr>
                <a:schemeClr val="dk1"/>
              </a:buClr>
              <a:buSzPts val="1200"/>
              <a:buFont typeface="Lato"/>
              <a:buNone/>
              <a:defRPr>
                <a:solidFill>
                  <a:schemeClr val="dk1"/>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o-to-market ideas - ALT 1">
  <p:cSld name="CUSTOM_5_1_1_1_4">
    <p:spTree>
      <p:nvGrpSpPr>
        <p:cNvPr id="215" name="Shape 215"/>
        <p:cNvGrpSpPr/>
        <p:nvPr/>
      </p:nvGrpSpPr>
      <p:grpSpPr>
        <a:xfrm>
          <a:off x="0" y="0"/>
          <a:ext cx="0" cy="0"/>
          <a:chOff x="0" y="0"/>
          <a:chExt cx="0" cy="0"/>
        </a:xfrm>
      </p:grpSpPr>
      <p:sp>
        <p:nvSpPr>
          <p:cNvPr id="216" name="Google Shape;216;p19"/>
          <p:cNvSpPr/>
          <p:nvPr>
            <p:ph idx="2" type="pic"/>
          </p:nvPr>
        </p:nvSpPr>
        <p:spPr>
          <a:xfrm>
            <a:off x="-1600" y="1969350"/>
            <a:ext cx="9144000" cy="3174600"/>
          </a:xfrm>
          <a:prstGeom prst="snip1Rect">
            <a:avLst>
              <a:gd fmla="val 19548" name="adj"/>
            </a:avLst>
          </a:prstGeom>
          <a:noFill/>
          <a:ln>
            <a:noFill/>
          </a:ln>
        </p:spPr>
      </p:sp>
      <p:sp>
        <p:nvSpPr>
          <p:cNvPr id="217" name="Google Shape;217;p19"/>
          <p:cNvSpPr txBox="1"/>
          <p:nvPr>
            <p:ph type="title"/>
          </p:nvPr>
        </p:nvSpPr>
        <p:spPr>
          <a:xfrm>
            <a:off x="525425" y="2247450"/>
            <a:ext cx="1624500" cy="160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300"/>
              <a:buFont typeface="Lato"/>
              <a:buNone/>
              <a:defRPr b="1" sz="1300">
                <a:latin typeface="Lato"/>
                <a:ea typeface="Lato"/>
                <a:cs typeface="Lato"/>
                <a:sym typeface="Lato"/>
              </a:defRPr>
            </a:lvl1pPr>
            <a:lvl2pPr lvl="1">
              <a:spcBef>
                <a:spcPts val="0"/>
              </a:spcBef>
              <a:spcAft>
                <a:spcPts val="0"/>
              </a:spcAft>
              <a:buClr>
                <a:schemeClr val="dk1"/>
              </a:buClr>
              <a:buSzPts val="1300"/>
              <a:buFont typeface="Lato"/>
              <a:buNone/>
              <a:defRPr b="1" sz="1300">
                <a:latin typeface="Lato"/>
                <a:ea typeface="Lato"/>
                <a:cs typeface="Lato"/>
                <a:sym typeface="Lato"/>
              </a:defRPr>
            </a:lvl2pPr>
            <a:lvl3pPr lvl="2">
              <a:spcBef>
                <a:spcPts val="0"/>
              </a:spcBef>
              <a:spcAft>
                <a:spcPts val="0"/>
              </a:spcAft>
              <a:buClr>
                <a:schemeClr val="dk1"/>
              </a:buClr>
              <a:buSzPts val="1300"/>
              <a:buFont typeface="Lato"/>
              <a:buNone/>
              <a:defRPr b="1" sz="1300">
                <a:latin typeface="Lato"/>
                <a:ea typeface="Lato"/>
                <a:cs typeface="Lato"/>
                <a:sym typeface="Lato"/>
              </a:defRPr>
            </a:lvl3pPr>
            <a:lvl4pPr lvl="3">
              <a:spcBef>
                <a:spcPts val="0"/>
              </a:spcBef>
              <a:spcAft>
                <a:spcPts val="0"/>
              </a:spcAft>
              <a:buClr>
                <a:schemeClr val="dk1"/>
              </a:buClr>
              <a:buSzPts val="1300"/>
              <a:buFont typeface="Lato"/>
              <a:buNone/>
              <a:defRPr b="1" sz="1300">
                <a:latin typeface="Lato"/>
                <a:ea typeface="Lato"/>
                <a:cs typeface="Lato"/>
                <a:sym typeface="Lato"/>
              </a:defRPr>
            </a:lvl4pPr>
            <a:lvl5pPr lvl="4">
              <a:spcBef>
                <a:spcPts val="0"/>
              </a:spcBef>
              <a:spcAft>
                <a:spcPts val="0"/>
              </a:spcAft>
              <a:buClr>
                <a:schemeClr val="dk1"/>
              </a:buClr>
              <a:buSzPts val="1300"/>
              <a:buFont typeface="Lato"/>
              <a:buNone/>
              <a:defRPr b="1" sz="1300">
                <a:latin typeface="Lato"/>
                <a:ea typeface="Lato"/>
                <a:cs typeface="Lato"/>
                <a:sym typeface="Lato"/>
              </a:defRPr>
            </a:lvl5pPr>
            <a:lvl6pPr lvl="5">
              <a:spcBef>
                <a:spcPts val="0"/>
              </a:spcBef>
              <a:spcAft>
                <a:spcPts val="0"/>
              </a:spcAft>
              <a:buClr>
                <a:schemeClr val="dk1"/>
              </a:buClr>
              <a:buSzPts val="1300"/>
              <a:buFont typeface="Lato"/>
              <a:buNone/>
              <a:defRPr b="1" sz="1300">
                <a:latin typeface="Lato"/>
                <a:ea typeface="Lato"/>
                <a:cs typeface="Lato"/>
                <a:sym typeface="Lato"/>
              </a:defRPr>
            </a:lvl6pPr>
            <a:lvl7pPr lvl="6">
              <a:spcBef>
                <a:spcPts val="0"/>
              </a:spcBef>
              <a:spcAft>
                <a:spcPts val="0"/>
              </a:spcAft>
              <a:buClr>
                <a:schemeClr val="dk1"/>
              </a:buClr>
              <a:buSzPts val="1300"/>
              <a:buFont typeface="Lato"/>
              <a:buNone/>
              <a:defRPr b="1" sz="1300">
                <a:latin typeface="Lato"/>
                <a:ea typeface="Lato"/>
                <a:cs typeface="Lato"/>
                <a:sym typeface="Lato"/>
              </a:defRPr>
            </a:lvl7pPr>
            <a:lvl8pPr lvl="7">
              <a:spcBef>
                <a:spcPts val="0"/>
              </a:spcBef>
              <a:spcAft>
                <a:spcPts val="0"/>
              </a:spcAft>
              <a:buClr>
                <a:schemeClr val="dk1"/>
              </a:buClr>
              <a:buSzPts val="1300"/>
              <a:buFont typeface="Lato"/>
              <a:buNone/>
              <a:defRPr b="1" sz="1300">
                <a:latin typeface="Lato"/>
                <a:ea typeface="Lato"/>
                <a:cs typeface="Lato"/>
                <a:sym typeface="Lato"/>
              </a:defRPr>
            </a:lvl8pPr>
            <a:lvl9pPr lvl="8">
              <a:spcBef>
                <a:spcPts val="0"/>
              </a:spcBef>
              <a:spcAft>
                <a:spcPts val="0"/>
              </a:spcAft>
              <a:buClr>
                <a:schemeClr val="dk1"/>
              </a:buClr>
              <a:buSzPts val="1300"/>
              <a:buFont typeface="Lato"/>
              <a:buNone/>
              <a:defRPr b="1" sz="1300">
                <a:latin typeface="Lato"/>
                <a:ea typeface="Lato"/>
                <a:cs typeface="Lato"/>
                <a:sym typeface="Lato"/>
              </a:defRPr>
            </a:lvl9pPr>
          </a:lstStyle>
          <a:p/>
        </p:txBody>
      </p:sp>
      <p:sp>
        <p:nvSpPr>
          <p:cNvPr id="218" name="Google Shape;218;p19"/>
          <p:cNvSpPr txBox="1"/>
          <p:nvPr>
            <p:ph idx="1" type="body"/>
          </p:nvPr>
        </p:nvSpPr>
        <p:spPr>
          <a:xfrm>
            <a:off x="525425" y="2446425"/>
            <a:ext cx="1624500" cy="869700"/>
          </a:xfrm>
          <a:prstGeom prst="rect">
            <a:avLst/>
          </a:prstGeom>
        </p:spPr>
        <p:txBody>
          <a:bodyPr anchorCtr="0" anchor="t" bIns="91425" lIns="0" spcFirstLastPara="1" rIns="91425" wrap="square" tIns="91425">
            <a:noAutofit/>
          </a:bodyPr>
          <a:lstStyle>
            <a:lvl1pPr indent="-292100" lvl="0" marL="457200">
              <a:lnSpc>
                <a:spcPct val="115000"/>
              </a:lnSpc>
              <a:spcBef>
                <a:spcPts val="0"/>
              </a:spcBef>
              <a:spcAft>
                <a:spcPts val="0"/>
              </a:spcAft>
              <a:buClr>
                <a:schemeClr val="dk1"/>
              </a:buClr>
              <a:buSzPts val="1000"/>
              <a:buChar char="●"/>
              <a:defRPr>
                <a:solidFill>
                  <a:schemeClr val="dk1"/>
                </a:solidFill>
              </a:defRPr>
            </a:lvl1pPr>
            <a:lvl2pPr indent="-292100" lvl="1" marL="914400">
              <a:lnSpc>
                <a:spcPct val="115000"/>
              </a:lnSpc>
              <a:spcBef>
                <a:spcPts val="1000"/>
              </a:spcBef>
              <a:spcAft>
                <a:spcPts val="0"/>
              </a:spcAft>
              <a:buClr>
                <a:schemeClr val="dk1"/>
              </a:buClr>
              <a:buSzPts val="1000"/>
              <a:buChar char="○"/>
              <a:defRPr>
                <a:solidFill>
                  <a:schemeClr val="dk1"/>
                </a:solidFill>
              </a:defRPr>
            </a:lvl2pPr>
            <a:lvl3pPr indent="-292100" lvl="2" marL="1371600">
              <a:lnSpc>
                <a:spcPct val="115000"/>
              </a:lnSpc>
              <a:spcBef>
                <a:spcPts val="1000"/>
              </a:spcBef>
              <a:spcAft>
                <a:spcPts val="0"/>
              </a:spcAft>
              <a:buClr>
                <a:schemeClr val="dk1"/>
              </a:buClr>
              <a:buSzPts val="1000"/>
              <a:buChar char="■"/>
              <a:defRPr>
                <a:solidFill>
                  <a:schemeClr val="dk1"/>
                </a:solidFill>
              </a:defRPr>
            </a:lvl3pPr>
            <a:lvl4pPr indent="-292100" lvl="3" marL="1828800">
              <a:lnSpc>
                <a:spcPct val="115000"/>
              </a:lnSpc>
              <a:spcBef>
                <a:spcPts val="1000"/>
              </a:spcBef>
              <a:spcAft>
                <a:spcPts val="0"/>
              </a:spcAft>
              <a:buClr>
                <a:schemeClr val="dk1"/>
              </a:buClr>
              <a:buSzPts val="1000"/>
              <a:buChar char="●"/>
              <a:defRPr>
                <a:solidFill>
                  <a:schemeClr val="dk1"/>
                </a:solidFill>
              </a:defRPr>
            </a:lvl4pPr>
            <a:lvl5pPr indent="-292100" lvl="4" marL="2286000">
              <a:lnSpc>
                <a:spcPct val="115000"/>
              </a:lnSpc>
              <a:spcBef>
                <a:spcPts val="1000"/>
              </a:spcBef>
              <a:spcAft>
                <a:spcPts val="0"/>
              </a:spcAft>
              <a:buClr>
                <a:schemeClr val="dk1"/>
              </a:buClr>
              <a:buSzPts val="1000"/>
              <a:buChar char="○"/>
              <a:defRPr>
                <a:solidFill>
                  <a:schemeClr val="dk1"/>
                </a:solidFill>
              </a:defRPr>
            </a:lvl5pPr>
            <a:lvl6pPr indent="-292100" lvl="5" marL="2743200">
              <a:lnSpc>
                <a:spcPct val="115000"/>
              </a:lnSpc>
              <a:spcBef>
                <a:spcPts val="1000"/>
              </a:spcBef>
              <a:spcAft>
                <a:spcPts val="0"/>
              </a:spcAft>
              <a:buClr>
                <a:schemeClr val="dk1"/>
              </a:buClr>
              <a:buSzPts val="1000"/>
              <a:buChar char="■"/>
              <a:defRPr>
                <a:solidFill>
                  <a:schemeClr val="dk1"/>
                </a:solidFill>
              </a:defRPr>
            </a:lvl6pPr>
            <a:lvl7pPr indent="-292100" lvl="6" marL="3200400">
              <a:lnSpc>
                <a:spcPct val="115000"/>
              </a:lnSpc>
              <a:spcBef>
                <a:spcPts val="1000"/>
              </a:spcBef>
              <a:spcAft>
                <a:spcPts val="0"/>
              </a:spcAft>
              <a:buClr>
                <a:schemeClr val="dk1"/>
              </a:buClr>
              <a:buSzPts val="1000"/>
              <a:buChar char="●"/>
              <a:defRPr>
                <a:solidFill>
                  <a:schemeClr val="dk1"/>
                </a:solidFill>
              </a:defRPr>
            </a:lvl7pPr>
            <a:lvl8pPr indent="-292100" lvl="7" marL="3657600">
              <a:lnSpc>
                <a:spcPct val="115000"/>
              </a:lnSpc>
              <a:spcBef>
                <a:spcPts val="1000"/>
              </a:spcBef>
              <a:spcAft>
                <a:spcPts val="0"/>
              </a:spcAft>
              <a:buClr>
                <a:schemeClr val="dk1"/>
              </a:buClr>
              <a:buSzPts val="1000"/>
              <a:buChar char="○"/>
              <a:defRPr>
                <a:solidFill>
                  <a:schemeClr val="dk1"/>
                </a:solidFill>
              </a:defRPr>
            </a:lvl8pPr>
            <a:lvl9pPr indent="-292100" lvl="8" marL="4114800">
              <a:lnSpc>
                <a:spcPct val="115000"/>
              </a:lnSpc>
              <a:spcBef>
                <a:spcPts val="1000"/>
              </a:spcBef>
              <a:spcAft>
                <a:spcPts val="1000"/>
              </a:spcAft>
              <a:buClr>
                <a:schemeClr val="dk1"/>
              </a:buClr>
              <a:buSzPts val="1000"/>
              <a:buChar char="■"/>
              <a:defRPr>
                <a:solidFill>
                  <a:schemeClr val="dk1"/>
                </a:solidFill>
              </a:defRPr>
            </a:lvl9pPr>
          </a:lstStyle>
          <a:p/>
        </p:txBody>
      </p:sp>
      <p:sp>
        <p:nvSpPr>
          <p:cNvPr id="219" name="Google Shape;219;p19"/>
          <p:cNvSpPr txBox="1"/>
          <p:nvPr>
            <p:ph idx="3" type="title"/>
          </p:nvPr>
        </p:nvSpPr>
        <p:spPr>
          <a:xfrm>
            <a:off x="2409625" y="2247450"/>
            <a:ext cx="1624500" cy="160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300"/>
              <a:buFont typeface="Lato"/>
              <a:buNone/>
              <a:defRPr b="1" sz="1300">
                <a:latin typeface="Lato"/>
                <a:ea typeface="Lato"/>
                <a:cs typeface="Lato"/>
                <a:sym typeface="Lato"/>
              </a:defRPr>
            </a:lvl1pPr>
            <a:lvl2pPr lvl="1">
              <a:spcBef>
                <a:spcPts val="0"/>
              </a:spcBef>
              <a:spcAft>
                <a:spcPts val="0"/>
              </a:spcAft>
              <a:buClr>
                <a:schemeClr val="dk1"/>
              </a:buClr>
              <a:buSzPts val="1300"/>
              <a:buFont typeface="Lato"/>
              <a:buNone/>
              <a:defRPr b="1" sz="1300">
                <a:latin typeface="Lato"/>
                <a:ea typeface="Lato"/>
                <a:cs typeface="Lato"/>
                <a:sym typeface="Lato"/>
              </a:defRPr>
            </a:lvl2pPr>
            <a:lvl3pPr lvl="2">
              <a:spcBef>
                <a:spcPts val="0"/>
              </a:spcBef>
              <a:spcAft>
                <a:spcPts val="0"/>
              </a:spcAft>
              <a:buClr>
                <a:schemeClr val="dk1"/>
              </a:buClr>
              <a:buSzPts val="1300"/>
              <a:buFont typeface="Lato"/>
              <a:buNone/>
              <a:defRPr b="1" sz="1300">
                <a:latin typeface="Lato"/>
                <a:ea typeface="Lato"/>
                <a:cs typeface="Lato"/>
                <a:sym typeface="Lato"/>
              </a:defRPr>
            </a:lvl3pPr>
            <a:lvl4pPr lvl="3">
              <a:spcBef>
                <a:spcPts val="0"/>
              </a:spcBef>
              <a:spcAft>
                <a:spcPts val="0"/>
              </a:spcAft>
              <a:buClr>
                <a:schemeClr val="dk1"/>
              </a:buClr>
              <a:buSzPts val="1300"/>
              <a:buFont typeface="Lato"/>
              <a:buNone/>
              <a:defRPr b="1" sz="1300">
                <a:latin typeface="Lato"/>
                <a:ea typeface="Lato"/>
                <a:cs typeface="Lato"/>
                <a:sym typeface="Lato"/>
              </a:defRPr>
            </a:lvl4pPr>
            <a:lvl5pPr lvl="4">
              <a:spcBef>
                <a:spcPts val="0"/>
              </a:spcBef>
              <a:spcAft>
                <a:spcPts val="0"/>
              </a:spcAft>
              <a:buClr>
                <a:schemeClr val="dk1"/>
              </a:buClr>
              <a:buSzPts val="1300"/>
              <a:buFont typeface="Lato"/>
              <a:buNone/>
              <a:defRPr b="1" sz="1300">
                <a:latin typeface="Lato"/>
                <a:ea typeface="Lato"/>
                <a:cs typeface="Lato"/>
                <a:sym typeface="Lato"/>
              </a:defRPr>
            </a:lvl5pPr>
            <a:lvl6pPr lvl="5">
              <a:spcBef>
                <a:spcPts val="0"/>
              </a:spcBef>
              <a:spcAft>
                <a:spcPts val="0"/>
              </a:spcAft>
              <a:buClr>
                <a:schemeClr val="dk1"/>
              </a:buClr>
              <a:buSzPts val="1300"/>
              <a:buFont typeface="Lato"/>
              <a:buNone/>
              <a:defRPr b="1" sz="1300">
                <a:latin typeface="Lato"/>
                <a:ea typeface="Lato"/>
                <a:cs typeface="Lato"/>
                <a:sym typeface="Lato"/>
              </a:defRPr>
            </a:lvl6pPr>
            <a:lvl7pPr lvl="6">
              <a:spcBef>
                <a:spcPts val="0"/>
              </a:spcBef>
              <a:spcAft>
                <a:spcPts val="0"/>
              </a:spcAft>
              <a:buClr>
                <a:schemeClr val="dk1"/>
              </a:buClr>
              <a:buSzPts val="1300"/>
              <a:buFont typeface="Lato"/>
              <a:buNone/>
              <a:defRPr b="1" sz="1300">
                <a:latin typeface="Lato"/>
                <a:ea typeface="Lato"/>
                <a:cs typeface="Lato"/>
                <a:sym typeface="Lato"/>
              </a:defRPr>
            </a:lvl7pPr>
            <a:lvl8pPr lvl="7">
              <a:spcBef>
                <a:spcPts val="0"/>
              </a:spcBef>
              <a:spcAft>
                <a:spcPts val="0"/>
              </a:spcAft>
              <a:buClr>
                <a:schemeClr val="dk1"/>
              </a:buClr>
              <a:buSzPts val="1300"/>
              <a:buFont typeface="Lato"/>
              <a:buNone/>
              <a:defRPr b="1" sz="1300">
                <a:latin typeface="Lato"/>
                <a:ea typeface="Lato"/>
                <a:cs typeface="Lato"/>
                <a:sym typeface="Lato"/>
              </a:defRPr>
            </a:lvl8pPr>
            <a:lvl9pPr lvl="8">
              <a:spcBef>
                <a:spcPts val="0"/>
              </a:spcBef>
              <a:spcAft>
                <a:spcPts val="0"/>
              </a:spcAft>
              <a:buClr>
                <a:schemeClr val="dk1"/>
              </a:buClr>
              <a:buSzPts val="1300"/>
              <a:buFont typeface="Lato"/>
              <a:buNone/>
              <a:defRPr b="1" sz="1300">
                <a:latin typeface="Lato"/>
                <a:ea typeface="Lato"/>
                <a:cs typeface="Lato"/>
                <a:sym typeface="Lato"/>
              </a:defRPr>
            </a:lvl9pPr>
          </a:lstStyle>
          <a:p/>
        </p:txBody>
      </p:sp>
      <p:sp>
        <p:nvSpPr>
          <p:cNvPr id="220" name="Google Shape;220;p19"/>
          <p:cNvSpPr txBox="1"/>
          <p:nvPr>
            <p:ph idx="4" type="body"/>
          </p:nvPr>
        </p:nvSpPr>
        <p:spPr>
          <a:xfrm>
            <a:off x="2409625" y="2446425"/>
            <a:ext cx="1624500" cy="869700"/>
          </a:xfrm>
          <a:prstGeom prst="rect">
            <a:avLst/>
          </a:prstGeom>
        </p:spPr>
        <p:txBody>
          <a:bodyPr anchorCtr="0" anchor="t" bIns="91425" lIns="0" spcFirstLastPara="1" rIns="91425" wrap="square" tIns="91425">
            <a:noAutofit/>
          </a:bodyPr>
          <a:lstStyle>
            <a:lvl1pPr indent="-292100" lvl="0" marL="457200">
              <a:lnSpc>
                <a:spcPct val="115000"/>
              </a:lnSpc>
              <a:spcBef>
                <a:spcPts val="0"/>
              </a:spcBef>
              <a:spcAft>
                <a:spcPts val="0"/>
              </a:spcAft>
              <a:buClr>
                <a:schemeClr val="dk1"/>
              </a:buClr>
              <a:buSzPts val="1000"/>
              <a:buChar char="●"/>
              <a:defRPr>
                <a:solidFill>
                  <a:schemeClr val="dk1"/>
                </a:solidFill>
              </a:defRPr>
            </a:lvl1pPr>
            <a:lvl2pPr indent="-292100" lvl="1" marL="914400">
              <a:lnSpc>
                <a:spcPct val="115000"/>
              </a:lnSpc>
              <a:spcBef>
                <a:spcPts val="1000"/>
              </a:spcBef>
              <a:spcAft>
                <a:spcPts val="0"/>
              </a:spcAft>
              <a:buClr>
                <a:schemeClr val="dk1"/>
              </a:buClr>
              <a:buSzPts val="1000"/>
              <a:buChar char="○"/>
              <a:defRPr>
                <a:solidFill>
                  <a:schemeClr val="dk1"/>
                </a:solidFill>
              </a:defRPr>
            </a:lvl2pPr>
            <a:lvl3pPr indent="-292100" lvl="2" marL="1371600">
              <a:lnSpc>
                <a:spcPct val="115000"/>
              </a:lnSpc>
              <a:spcBef>
                <a:spcPts val="1000"/>
              </a:spcBef>
              <a:spcAft>
                <a:spcPts val="0"/>
              </a:spcAft>
              <a:buClr>
                <a:schemeClr val="dk1"/>
              </a:buClr>
              <a:buSzPts val="1000"/>
              <a:buChar char="■"/>
              <a:defRPr>
                <a:solidFill>
                  <a:schemeClr val="dk1"/>
                </a:solidFill>
              </a:defRPr>
            </a:lvl3pPr>
            <a:lvl4pPr indent="-292100" lvl="3" marL="1828800">
              <a:lnSpc>
                <a:spcPct val="115000"/>
              </a:lnSpc>
              <a:spcBef>
                <a:spcPts val="1000"/>
              </a:spcBef>
              <a:spcAft>
                <a:spcPts val="0"/>
              </a:spcAft>
              <a:buClr>
                <a:schemeClr val="dk1"/>
              </a:buClr>
              <a:buSzPts val="1000"/>
              <a:buChar char="●"/>
              <a:defRPr>
                <a:solidFill>
                  <a:schemeClr val="dk1"/>
                </a:solidFill>
              </a:defRPr>
            </a:lvl4pPr>
            <a:lvl5pPr indent="-292100" lvl="4" marL="2286000">
              <a:lnSpc>
                <a:spcPct val="115000"/>
              </a:lnSpc>
              <a:spcBef>
                <a:spcPts val="1000"/>
              </a:spcBef>
              <a:spcAft>
                <a:spcPts val="0"/>
              </a:spcAft>
              <a:buClr>
                <a:schemeClr val="dk1"/>
              </a:buClr>
              <a:buSzPts val="1000"/>
              <a:buChar char="○"/>
              <a:defRPr>
                <a:solidFill>
                  <a:schemeClr val="dk1"/>
                </a:solidFill>
              </a:defRPr>
            </a:lvl5pPr>
            <a:lvl6pPr indent="-292100" lvl="5" marL="2743200">
              <a:lnSpc>
                <a:spcPct val="115000"/>
              </a:lnSpc>
              <a:spcBef>
                <a:spcPts val="1000"/>
              </a:spcBef>
              <a:spcAft>
                <a:spcPts val="0"/>
              </a:spcAft>
              <a:buClr>
                <a:schemeClr val="dk1"/>
              </a:buClr>
              <a:buSzPts val="1000"/>
              <a:buChar char="■"/>
              <a:defRPr>
                <a:solidFill>
                  <a:schemeClr val="dk1"/>
                </a:solidFill>
              </a:defRPr>
            </a:lvl6pPr>
            <a:lvl7pPr indent="-292100" lvl="6" marL="3200400">
              <a:lnSpc>
                <a:spcPct val="115000"/>
              </a:lnSpc>
              <a:spcBef>
                <a:spcPts val="1000"/>
              </a:spcBef>
              <a:spcAft>
                <a:spcPts val="0"/>
              </a:spcAft>
              <a:buClr>
                <a:schemeClr val="dk1"/>
              </a:buClr>
              <a:buSzPts val="1000"/>
              <a:buChar char="●"/>
              <a:defRPr>
                <a:solidFill>
                  <a:schemeClr val="dk1"/>
                </a:solidFill>
              </a:defRPr>
            </a:lvl7pPr>
            <a:lvl8pPr indent="-292100" lvl="7" marL="3657600">
              <a:lnSpc>
                <a:spcPct val="115000"/>
              </a:lnSpc>
              <a:spcBef>
                <a:spcPts val="1000"/>
              </a:spcBef>
              <a:spcAft>
                <a:spcPts val="0"/>
              </a:spcAft>
              <a:buClr>
                <a:schemeClr val="dk1"/>
              </a:buClr>
              <a:buSzPts val="1000"/>
              <a:buChar char="○"/>
              <a:defRPr>
                <a:solidFill>
                  <a:schemeClr val="dk1"/>
                </a:solidFill>
              </a:defRPr>
            </a:lvl8pPr>
            <a:lvl9pPr indent="-292100" lvl="8" marL="4114800">
              <a:lnSpc>
                <a:spcPct val="115000"/>
              </a:lnSpc>
              <a:spcBef>
                <a:spcPts val="1000"/>
              </a:spcBef>
              <a:spcAft>
                <a:spcPts val="1000"/>
              </a:spcAft>
              <a:buClr>
                <a:schemeClr val="dk1"/>
              </a:buClr>
              <a:buSzPts val="1000"/>
              <a:buChar char="■"/>
              <a:defRPr>
                <a:solidFill>
                  <a:schemeClr val="dk1"/>
                </a:solidFill>
              </a:defRPr>
            </a:lvl9pPr>
          </a:lstStyle>
          <a:p/>
        </p:txBody>
      </p:sp>
      <p:sp>
        <p:nvSpPr>
          <p:cNvPr id="221" name="Google Shape;221;p19"/>
          <p:cNvSpPr txBox="1"/>
          <p:nvPr>
            <p:ph idx="5" type="title"/>
          </p:nvPr>
        </p:nvSpPr>
        <p:spPr>
          <a:xfrm>
            <a:off x="4293825" y="2247450"/>
            <a:ext cx="1624500" cy="160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300"/>
              <a:buFont typeface="Lato"/>
              <a:buNone/>
              <a:defRPr b="1" sz="1300">
                <a:latin typeface="Lato"/>
                <a:ea typeface="Lato"/>
                <a:cs typeface="Lato"/>
                <a:sym typeface="Lato"/>
              </a:defRPr>
            </a:lvl1pPr>
            <a:lvl2pPr lvl="1">
              <a:spcBef>
                <a:spcPts val="0"/>
              </a:spcBef>
              <a:spcAft>
                <a:spcPts val="0"/>
              </a:spcAft>
              <a:buClr>
                <a:schemeClr val="dk1"/>
              </a:buClr>
              <a:buSzPts val="1300"/>
              <a:buFont typeface="Lato"/>
              <a:buNone/>
              <a:defRPr b="1" sz="1300">
                <a:latin typeface="Lato"/>
                <a:ea typeface="Lato"/>
                <a:cs typeface="Lato"/>
                <a:sym typeface="Lato"/>
              </a:defRPr>
            </a:lvl2pPr>
            <a:lvl3pPr lvl="2">
              <a:spcBef>
                <a:spcPts val="0"/>
              </a:spcBef>
              <a:spcAft>
                <a:spcPts val="0"/>
              </a:spcAft>
              <a:buClr>
                <a:schemeClr val="dk1"/>
              </a:buClr>
              <a:buSzPts val="1300"/>
              <a:buFont typeface="Lato"/>
              <a:buNone/>
              <a:defRPr b="1" sz="1300">
                <a:latin typeface="Lato"/>
                <a:ea typeface="Lato"/>
                <a:cs typeface="Lato"/>
                <a:sym typeface="Lato"/>
              </a:defRPr>
            </a:lvl3pPr>
            <a:lvl4pPr lvl="3">
              <a:spcBef>
                <a:spcPts val="0"/>
              </a:spcBef>
              <a:spcAft>
                <a:spcPts val="0"/>
              </a:spcAft>
              <a:buClr>
                <a:schemeClr val="dk1"/>
              </a:buClr>
              <a:buSzPts val="1300"/>
              <a:buFont typeface="Lato"/>
              <a:buNone/>
              <a:defRPr b="1" sz="1300">
                <a:latin typeface="Lato"/>
                <a:ea typeface="Lato"/>
                <a:cs typeface="Lato"/>
                <a:sym typeface="Lato"/>
              </a:defRPr>
            </a:lvl4pPr>
            <a:lvl5pPr lvl="4">
              <a:spcBef>
                <a:spcPts val="0"/>
              </a:spcBef>
              <a:spcAft>
                <a:spcPts val="0"/>
              </a:spcAft>
              <a:buClr>
                <a:schemeClr val="dk1"/>
              </a:buClr>
              <a:buSzPts val="1300"/>
              <a:buFont typeface="Lato"/>
              <a:buNone/>
              <a:defRPr b="1" sz="1300">
                <a:latin typeface="Lato"/>
                <a:ea typeface="Lato"/>
                <a:cs typeface="Lato"/>
                <a:sym typeface="Lato"/>
              </a:defRPr>
            </a:lvl5pPr>
            <a:lvl6pPr lvl="5">
              <a:spcBef>
                <a:spcPts val="0"/>
              </a:spcBef>
              <a:spcAft>
                <a:spcPts val="0"/>
              </a:spcAft>
              <a:buClr>
                <a:schemeClr val="dk1"/>
              </a:buClr>
              <a:buSzPts val="1300"/>
              <a:buFont typeface="Lato"/>
              <a:buNone/>
              <a:defRPr b="1" sz="1300">
                <a:latin typeface="Lato"/>
                <a:ea typeface="Lato"/>
                <a:cs typeface="Lato"/>
                <a:sym typeface="Lato"/>
              </a:defRPr>
            </a:lvl6pPr>
            <a:lvl7pPr lvl="6">
              <a:spcBef>
                <a:spcPts val="0"/>
              </a:spcBef>
              <a:spcAft>
                <a:spcPts val="0"/>
              </a:spcAft>
              <a:buClr>
                <a:schemeClr val="dk1"/>
              </a:buClr>
              <a:buSzPts val="1300"/>
              <a:buFont typeface="Lato"/>
              <a:buNone/>
              <a:defRPr b="1" sz="1300">
                <a:latin typeface="Lato"/>
                <a:ea typeface="Lato"/>
                <a:cs typeface="Lato"/>
                <a:sym typeface="Lato"/>
              </a:defRPr>
            </a:lvl7pPr>
            <a:lvl8pPr lvl="7">
              <a:spcBef>
                <a:spcPts val="0"/>
              </a:spcBef>
              <a:spcAft>
                <a:spcPts val="0"/>
              </a:spcAft>
              <a:buClr>
                <a:schemeClr val="dk1"/>
              </a:buClr>
              <a:buSzPts val="1300"/>
              <a:buFont typeface="Lato"/>
              <a:buNone/>
              <a:defRPr b="1" sz="1300">
                <a:latin typeface="Lato"/>
                <a:ea typeface="Lato"/>
                <a:cs typeface="Lato"/>
                <a:sym typeface="Lato"/>
              </a:defRPr>
            </a:lvl8pPr>
            <a:lvl9pPr lvl="8">
              <a:spcBef>
                <a:spcPts val="0"/>
              </a:spcBef>
              <a:spcAft>
                <a:spcPts val="0"/>
              </a:spcAft>
              <a:buClr>
                <a:schemeClr val="dk1"/>
              </a:buClr>
              <a:buSzPts val="1300"/>
              <a:buFont typeface="Lato"/>
              <a:buNone/>
              <a:defRPr b="1" sz="1300">
                <a:latin typeface="Lato"/>
                <a:ea typeface="Lato"/>
                <a:cs typeface="Lato"/>
                <a:sym typeface="Lato"/>
              </a:defRPr>
            </a:lvl9pPr>
          </a:lstStyle>
          <a:p/>
        </p:txBody>
      </p:sp>
      <p:sp>
        <p:nvSpPr>
          <p:cNvPr id="222" name="Google Shape;222;p19"/>
          <p:cNvSpPr txBox="1"/>
          <p:nvPr>
            <p:ph idx="6" type="body"/>
          </p:nvPr>
        </p:nvSpPr>
        <p:spPr>
          <a:xfrm>
            <a:off x="4293825" y="2446425"/>
            <a:ext cx="1624500" cy="869700"/>
          </a:xfrm>
          <a:prstGeom prst="rect">
            <a:avLst/>
          </a:prstGeom>
        </p:spPr>
        <p:txBody>
          <a:bodyPr anchorCtr="0" anchor="t" bIns="91425" lIns="0" spcFirstLastPara="1" rIns="91425" wrap="square" tIns="91425">
            <a:noAutofit/>
          </a:bodyPr>
          <a:lstStyle>
            <a:lvl1pPr indent="-292100" lvl="0" marL="457200">
              <a:lnSpc>
                <a:spcPct val="115000"/>
              </a:lnSpc>
              <a:spcBef>
                <a:spcPts val="0"/>
              </a:spcBef>
              <a:spcAft>
                <a:spcPts val="0"/>
              </a:spcAft>
              <a:buClr>
                <a:schemeClr val="dk1"/>
              </a:buClr>
              <a:buSzPts val="1000"/>
              <a:buChar char="●"/>
              <a:defRPr>
                <a:solidFill>
                  <a:schemeClr val="dk1"/>
                </a:solidFill>
              </a:defRPr>
            </a:lvl1pPr>
            <a:lvl2pPr indent="-292100" lvl="1" marL="914400">
              <a:lnSpc>
                <a:spcPct val="115000"/>
              </a:lnSpc>
              <a:spcBef>
                <a:spcPts val="1000"/>
              </a:spcBef>
              <a:spcAft>
                <a:spcPts val="0"/>
              </a:spcAft>
              <a:buClr>
                <a:schemeClr val="dk1"/>
              </a:buClr>
              <a:buSzPts val="1000"/>
              <a:buChar char="○"/>
              <a:defRPr>
                <a:solidFill>
                  <a:schemeClr val="dk1"/>
                </a:solidFill>
              </a:defRPr>
            </a:lvl2pPr>
            <a:lvl3pPr indent="-292100" lvl="2" marL="1371600">
              <a:lnSpc>
                <a:spcPct val="115000"/>
              </a:lnSpc>
              <a:spcBef>
                <a:spcPts val="1000"/>
              </a:spcBef>
              <a:spcAft>
                <a:spcPts val="0"/>
              </a:spcAft>
              <a:buClr>
                <a:schemeClr val="dk1"/>
              </a:buClr>
              <a:buSzPts val="1000"/>
              <a:buChar char="■"/>
              <a:defRPr>
                <a:solidFill>
                  <a:schemeClr val="dk1"/>
                </a:solidFill>
              </a:defRPr>
            </a:lvl3pPr>
            <a:lvl4pPr indent="-292100" lvl="3" marL="1828800">
              <a:lnSpc>
                <a:spcPct val="115000"/>
              </a:lnSpc>
              <a:spcBef>
                <a:spcPts val="1000"/>
              </a:spcBef>
              <a:spcAft>
                <a:spcPts val="0"/>
              </a:spcAft>
              <a:buClr>
                <a:schemeClr val="dk1"/>
              </a:buClr>
              <a:buSzPts val="1000"/>
              <a:buChar char="●"/>
              <a:defRPr>
                <a:solidFill>
                  <a:schemeClr val="dk1"/>
                </a:solidFill>
              </a:defRPr>
            </a:lvl4pPr>
            <a:lvl5pPr indent="-292100" lvl="4" marL="2286000">
              <a:lnSpc>
                <a:spcPct val="115000"/>
              </a:lnSpc>
              <a:spcBef>
                <a:spcPts val="1000"/>
              </a:spcBef>
              <a:spcAft>
                <a:spcPts val="0"/>
              </a:spcAft>
              <a:buClr>
                <a:schemeClr val="dk1"/>
              </a:buClr>
              <a:buSzPts val="1000"/>
              <a:buChar char="○"/>
              <a:defRPr>
                <a:solidFill>
                  <a:schemeClr val="dk1"/>
                </a:solidFill>
              </a:defRPr>
            </a:lvl5pPr>
            <a:lvl6pPr indent="-292100" lvl="5" marL="2743200">
              <a:lnSpc>
                <a:spcPct val="115000"/>
              </a:lnSpc>
              <a:spcBef>
                <a:spcPts val="1000"/>
              </a:spcBef>
              <a:spcAft>
                <a:spcPts val="0"/>
              </a:spcAft>
              <a:buClr>
                <a:schemeClr val="dk1"/>
              </a:buClr>
              <a:buSzPts val="1000"/>
              <a:buChar char="■"/>
              <a:defRPr>
                <a:solidFill>
                  <a:schemeClr val="dk1"/>
                </a:solidFill>
              </a:defRPr>
            </a:lvl6pPr>
            <a:lvl7pPr indent="-292100" lvl="6" marL="3200400">
              <a:lnSpc>
                <a:spcPct val="115000"/>
              </a:lnSpc>
              <a:spcBef>
                <a:spcPts val="1000"/>
              </a:spcBef>
              <a:spcAft>
                <a:spcPts val="0"/>
              </a:spcAft>
              <a:buClr>
                <a:schemeClr val="dk1"/>
              </a:buClr>
              <a:buSzPts val="1000"/>
              <a:buChar char="●"/>
              <a:defRPr>
                <a:solidFill>
                  <a:schemeClr val="dk1"/>
                </a:solidFill>
              </a:defRPr>
            </a:lvl7pPr>
            <a:lvl8pPr indent="-292100" lvl="7" marL="3657600">
              <a:lnSpc>
                <a:spcPct val="115000"/>
              </a:lnSpc>
              <a:spcBef>
                <a:spcPts val="1000"/>
              </a:spcBef>
              <a:spcAft>
                <a:spcPts val="0"/>
              </a:spcAft>
              <a:buClr>
                <a:schemeClr val="dk1"/>
              </a:buClr>
              <a:buSzPts val="1000"/>
              <a:buChar char="○"/>
              <a:defRPr>
                <a:solidFill>
                  <a:schemeClr val="dk1"/>
                </a:solidFill>
              </a:defRPr>
            </a:lvl8pPr>
            <a:lvl9pPr indent="-292100" lvl="8" marL="4114800">
              <a:lnSpc>
                <a:spcPct val="115000"/>
              </a:lnSpc>
              <a:spcBef>
                <a:spcPts val="1000"/>
              </a:spcBef>
              <a:spcAft>
                <a:spcPts val="1000"/>
              </a:spcAft>
              <a:buClr>
                <a:schemeClr val="dk1"/>
              </a:buClr>
              <a:buSzPts val="1000"/>
              <a:buChar char="■"/>
              <a:defRPr>
                <a:solidFill>
                  <a:schemeClr val="dk1"/>
                </a:solidFill>
              </a:defRPr>
            </a:lvl9pPr>
          </a:lstStyle>
          <a:p/>
        </p:txBody>
      </p:sp>
      <p:sp>
        <p:nvSpPr>
          <p:cNvPr id="223" name="Google Shape;223;p19"/>
          <p:cNvSpPr txBox="1"/>
          <p:nvPr>
            <p:ph idx="7" type="title"/>
          </p:nvPr>
        </p:nvSpPr>
        <p:spPr>
          <a:xfrm>
            <a:off x="6178025" y="2247450"/>
            <a:ext cx="1624500" cy="160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300"/>
              <a:buFont typeface="Lato"/>
              <a:buNone/>
              <a:defRPr b="1" sz="1300">
                <a:latin typeface="Lato"/>
                <a:ea typeface="Lato"/>
                <a:cs typeface="Lato"/>
                <a:sym typeface="Lato"/>
              </a:defRPr>
            </a:lvl1pPr>
            <a:lvl2pPr lvl="1">
              <a:spcBef>
                <a:spcPts val="0"/>
              </a:spcBef>
              <a:spcAft>
                <a:spcPts val="0"/>
              </a:spcAft>
              <a:buClr>
                <a:schemeClr val="dk1"/>
              </a:buClr>
              <a:buSzPts val="1300"/>
              <a:buFont typeface="Lato"/>
              <a:buNone/>
              <a:defRPr b="1" sz="1300">
                <a:latin typeface="Lato"/>
                <a:ea typeface="Lato"/>
                <a:cs typeface="Lato"/>
                <a:sym typeface="Lato"/>
              </a:defRPr>
            </a:lvl2pPr>
            <a:lvl3pPr lvl="2">
              <a:spcBef>
                <a:spcPts val="0"/>
              </a:spcBef>
              <a:spcAft>
                <a:spcPts val="0"/>
              </a:spcAft>
              <a:buClr>
                <a:schemeClr val="dk1"/>
              </a:buClr>
              <a:buSzPts val="1300"/>
              <a:buFont typeface="Lato"/>
              <a:buNone/>
              <a:defRPr b="1" sz="1300">
                <a:latin typeface="Lato"/>
                <a:ea typeface="Lato"/>
                <a:cs typeface="Lato"/>
                <a:sym typeface="Lato"/>
              </a:defRPr>
            </a:lvl3pPr>
            <a:lvl4pPr lvl="3">
              <a:spcBef>
                <a:spcPts val="0"/>
              </a:spcBef>
              <a:spcAft>
                <a:spcPts val="0"/>
              </a:spcAft>
              <a:buClr>
                <a:schemeClr val="dk1"/>
              </a:buClr>
              <a:buSzPts val="1300"/>
              <a:buFont typeface="Lato"/>
              <a:buNone/>
              <a:defRPr b="1" sz="1300">
                <a:latin typeface="Lato"/>
                <a:ea typeface="Lato"/>
                <a:cs typeface="Lato"/>
                <a:sym typeface="Lato"/>
              </a:defRPr>
            </a:lvl4pPr>
            <a:lvl5pPr lvl="4">
              <a:spcBef>
                <a:spcPts val="0"/>
              </a:spcBef>
              <a:spcAft>
                <a:spcPts val="0"/>
              </a:spcAft>
              <a:buClr>
                <a:schemeClr val="dk1"/>
              </a:buClr>
              <a:buSzPts val="1300"/>
              <a:buFont typeface="Lato"/>
              <a:buNone/>
              <a:defRPr b="1" sz="1300">
                <a:latin typeface="Lato"/>
                <a:ea typeface="Lato"/>
                <a:cs typeface="Lato"/>
                <a:sym typeface="Lato"/>
              </a:defRPr>
            </a:lvl5pPr>
            <a:lvl6pPr lvl="5">
              <a:spcBef>
                <a:spcPts val="0"/>
              </a:spcBef>
              <a:spcAft>
                <a:spcPts val="0"/>
              </a:spcAft>
              <a:buClr>
                <a:schemeClr val="dk1"/>
              </a:buClr>
              <a:buSzPts val="1300"/>
              <a:buFont typeface="Lato"/>
              <a:buNone/>
              <a:defRPr b="1" sz="1300">
                <a:latin typeface="Lato"/>
                <a:ea typeface="Lato"/>
                <a:cs typeface="Lato"/>
                <a:sym typeface="Lato"/>
              </a:defRPr>
            </a:lvl6pPr>
            <a:lvl7pPr lvl="6">
              <a:spcBef>
                <a:spcPts val="0"/>
              </a:spcBef>
              <a:spcAft>
                <a:spcPts val="0"/>
              </a:spcAft>
              <a:buClr>
                <a:schemeClr val="dk1"/>
              </a:buClr>
              <a:buSzPts val="1300"/>
              <a:buFont typeface="Lato"/>
              <a:buNone/>
              <a:defRPr b="1" sz="1300">
                <a:latin typeface="Lato"/>
                <a:ea typeface="Lato"/>
                <a:cs typeface="Lato"/>
                <a:sym typeface="Lato"/>
              </a:defRPr>
            </a:lvl7pPr>
            <a:lvl8pPr lvl="7">
              <a:spcBef>
                <a:spcPts val="0"/>
              </a:spcBef>
              <a:spcAft>
                <a:spcPts val="0"/>
              </a:spcAft>
              <a:buClr>
                <a:schemeClr val="dk1"/>
              </a:buClr>
              <a:buSzPts val="1300"/>
              <a:buFont typeface="Lato"/>
              <a:buNone/>
              <a:defRPr b="1" sz="1300">
                <a:latin typeface="Lato"/>
                <a:ea typeface="Lato"/>
                <a:cs typeface="Lato"/>
                <a:sym typeface="Lato"/>
              </a:defRPr>
            </a:lvl8pPr>
            <a:lvl9pPr lvl="8">
              <a:spcBef>
                <a:spcPts val="0"/>
              </a:spcBef>
              <a:spcAft>
                <a:spcPts val="0"/>
              </a:spcAft>
              <a:buClr>
                <a:schemeClr val="dk1"/>
              </a:buClr>
              <a:buSzPts val="1300"/>
              <a:buFont typeface="Lato"/>
              <a:buNone/>
              <a:defRPr b="1" sz="1300">
                <a:latin typeface="Lato"/>
                <a:ea typeface="Lato"/>
                <a:cs typeface="Lato"/>
                <a:sym typeface="Lato"/>
              </a:defRPr>
            </a:lvl9pPr>
          </a:lstStyle>
          <a:p/>
        </p:txBody>
      </p:sp>
      <p:sp>
        <p:nvSpPr>
          <p:cNvPr id="224" name="Google Shape;224;p19"/>
          <p:cNvSpPr txBox="1"/>
          <p:nvPr>
            <p:ph idx="8" type="body"/>
          </p:nvPr>
        </p:nvSpPr>
        <p:spPr>
          <a:xfrm>
            <a:off x="6178025" y="2446425"/>
            <a:ext cx="1624500" cy="869700"/>
          </a:xfrm>
          <a:prstGeom prst="rect">
            <a:avLst/>
          </a:prstGeom>
        </p:spPr>
        <p:txBody>
          <a:bodyPr anchorCtr="0" anchor="t" bIns="91425" lIns="0" spcFirstLastPara="1" rIns="91425" wrap="square" tIns="91425">
            <a:noAutofit/>
          </a:bodyPr>
          <a:lstStyle>
            <a:lvl1pPr indent="-292100" lvl="0" marL="457200">
              <a:lnSpc>
                <a:spcPct val="115000"/>
              </a:lnSpc>
              <a:spcBef>
                <a:spcPts val="0"/>
              </a:spcBef>
              <a:spcAft>
                <a:spcPts val="0"/>
              </a:spcAft>
              <a:buClr>
                <a:schemeClr val="dk1"/>
              </a:buClr>
              <a:buSzPts val="1000"/>
              <a:buChar char="●"/>
              <a:defRPr>
                <a:solidFill>
                  <a:schemeClr val="dk1"/>
                </a:solidFill>
              </a:defRPr>
            </a:lvl1pPr>
            <a:lvl2pPr indent="-292100" lvl="1" marL="914400">
              <a:lnSpc>
                <a:spcPct val="115000"/>
              </a:lnSpc>
              <a:spcBef>
                <a:spcPts val="1000"/>
              </a:spcBef>
              <a:spcAft>
                <a:spcPts val="0"/>
              </a:spcAft>
              <a:buClr>
                <a:schemeClr val="dk1"/>
              </a:buClr>
              <a:buSzPts val="1000"/>
              <a:buChar char="○"/>
              <a:defRPr>
                <a:solidFill>
                  <a:schemeClr val="dk1"/>
                </a:solidFill>
              </a:defRPr>
            </a:lvl2pPr>
            <a:lvl3pPr indent="-292100" lvl="2" marL="1371600">
              <a:lnSpc>
                <a:spcPct val="115000"/>
              </a:lnSpc>
              <a:spcBef>
                <a:spcPts val="1000"/>
              </a:spcBef>
              <a:spcAft>
                <a:spcPts val="0"/>
              </a:spcAft>
              <a:buClr>
                <a:schemeClr val="dk1"/>
              </a:buClr>
              <a:buSzPts val="1000"/>
              <a:buChar char="■"/>
              <a:defRPr>
                <a:solidFill>
                  <a:schemeClr val="dk1"/>
                </a:solidFill>
              </a:defRPr>
            </a:lvl3pPr>
            <a:lvl4pPr indent="-292100" lvl="3" marL="1828800">
              <a:lnSpc>
                <a:spcPct val="115000"/>
              </a:lnSpc>
              <a:spcBef>
                <a:spcPts val="1000"/>
              </a:spcBef>
              <a:spcAft>
                <a:spcPts val="0"/>
              </a:spcAft>
              <a:buClr>
                <a:schemeClr val="dk1"/>
              </a:buClr>
              <a:buSzPts val="1000"/>
              <a:buChar char="●"/>
              <a:defRPr>
                <a:solidFill>
                  <a:schemeClr val="dk1"/>
                </a:solidFill>
              </a:defRPr>
            </a:lvl4pPr>
            <a:lvl5pPr indent="-292100" lvl="4" marL="2286000">
              <a:lnSpc>
                <a:spcPct val="115000"/>
              </a:lnSpc>
              <a:spcBef>
                <a:spcPts val="1000"/>
              </a:spcBef>
              <a:spcAft>
                <a:spcPts val="0"/>
              </a:spcAft>
              <a:buClr>
                <a:schemeClr val="dk1"/>
              </a:buClr>
              <a:buSzPts val="1000"/>
              <a:buChar char="○"/>
              <a:defRPr>
                <a:solidFill>
                  <a:schemeClr val="dk1"/>
                </a:solidFill>
              </a:defRPr>
            </a:lvl5pPr>
            <a:lvl6pPr indent="-292100" lvl="5" marL="2743200">
              <a:lnSpc>
                <a:spcPct val="115000"/>
              </a:lnSpc>
              <a:spcBef>
                <a:spcPts val="1000"/>
              </a:spcBef>
              <a:spcAft>
                <a:spcPts val="0"/>
              </a:spcAft>
              <a:buClr>
                <a:schemeClr val="dk1"/>
              </a:buClr>
              <a:buSzPts val="1000"/>
              <a:buChar char="■"/>
              <a:defRPr>
                <a:solidFill>
                  <a:schemeClr val="dk1"/>
                </a:solidFill>
              </a:defRPr>
            </a:lvl6pPr>
            <a:lvl7pPr indent="-292100" lvl="6" marL="3200400">
              <a:lnSpc>
                <a:spcPct val="115000"/>
              </a:lnSpc>
              <a:spcBef>
                <a:spcPts val="1000"/>
              </a:spcBef>
              <a:spcAft>
                <a:spcPts val="0"/>
              </a:spcAft>
              <a:buClr>
                <a:schemeClr val="dk1"/>
              </a:buClr>
              <a:buSzPts val="1000"/>
              <a:buChar char="●"/>
              <a:defRPr>
                <a:solidFill>
                  <a:schemeClr val="dk1"/>
                </a:solidFill>
              </a:defRPr>
            </a:lvl7pPr>
            <a:lvl8pPr indent="-292100" lvl="7" marL="3657600">
              <a:lnSpc>
                <a:spcPct val="115000"/>
              </a:lnSpc>
              <a:spcBef>
                <a:spcPts val="1000"/>
              </a:spcBef>
              <a:spcAft>
                <a:spcPts val="0"/>
              </a:spcAft>
              <a:buClr>
                <a:schemeClr val="dk1"/>
              </a:buClr>
              <a:buSzPts val="1000"/>
              <a:buChar char="○"/>
              <a:defRPr>
                <a:solidFill>
                  <a:schemeClr val="dk1"/>
                </a:solidFill>
              </a:defRPr>
            </a:lvl8pPr>
            <a:lvl9pPr indent="-292100" lvl="8" marL="4114800">
              <a:lnSpc>
                <a:spcPct val="115000"/>
              </a:lnSpc>
              <a:spcBef>
                <a:spcPts val="1000"/>
              </a:spcBef>
              <a:spcAft>
                <a:spcPts val="1000"/>
              </a:spcAft>
              <a:buClr>
                <a:schemeClr val="dk1"/>
              </a:buClr>
              <a:buSzPts val="1000"/>
              <a:buChar char="■"/>
              <a:defRPr>
                <a:solidFill>
                  <a:schemeClr val="dk1"/>
                </a:solidFill>
              </a:defRPr>
            </a:lvl9pPr>
          </a:lstStyle>
          <a:p/>
        </p:txBody>
      </p:sp>
      <p:sp>
        <p:nvSpPr>
          <p:cNvPr id="225" name="Google Shape;225;p19"/>
          <p:cNvSpPr txBox="1"/>
          <p:nvPr>
            <p:ph idx="9" type="subTitle"/>
          </p:nvPr>
        </p:nvSpPr>
        <p:spPr>
          <a:xfrm>
            <a:off x="2409625" y="3381375"/>
            <a:ext cx="1624500" cy="1579200"/>
          </a:xfrm>
          <a:prstGeom prst="rect">
            <a:avLst/>
          </a:prstGeom>
        </p:spPr>
        <p:txBody>
          <a:bodyPr anchorCtr="0" anchor="t" bIns="91425" lIns="274300" spcFirstLastPara="1" rIns="91425" wrap="square" tIns="91425">
            <a:noAutofit/>
          </a:bodyPr>
          <a:lstStyle>
            <a:lvl1pPr lvl="0">
              <a:lnSpc>
                <a:spcPct val="225000"/>
              </a:lnSpc>
              <a:spcBef>
                <a:spcPts val="0"/>
              </a:spcBef>
              <a:spcAft>
                <a:spcPts val="0"/>
              </a:spcAft>
              <a:buClr>
                <a:schemeClr val="dk1"/>
              </a:buClr>
              <a:buSzPts val="1400"/>
              <a:buFont typeface="Quantico"/>
              <a:buNone/>
              <a:defRPr b="1" sz="1400">
                <a:solidFill>
                  <a:schemeClr val="dk1"/>
                </a:solidFill>
                <a:latin typeface="Quantico"/>
                <a:ea typeface="Quantico"/>
                <a:cs typeface="Quantico"/>
                <a:sym typeface="Quantico"/>
              </a:defRPr>
            </a:lvl1pPr>
            <a:lvl2pPr lvl="1">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2pPr>
            <a:lvl3pPr lvl="2">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3pPr>
            <a:lvl4pPr lvl="3">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4pPr>
            <a:lvl5pPr lvl="4">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5pPr>
            <a:lvl6pPr lvl="5">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6pPr>
            <a:lvl7pPr lvl="6">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7pPr>
            <a:lvl8pPr lvl="7">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8pPr>
            <a:lvl9pPr lvl="8">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9pPr>
          </a:lstStyle>
          <a:p/>
        </p:txBody>
      </p:sp>
      <p:sp>
        <p:nvSpPr>
          <p:cNvPr id="226" name="Google Shape;226;p19"/>
          <p:cNvSpPr txBox="1"/>
          <p:nvPr>
            <p:ph idx="13" type="subTitle"/>
          </p:nvPr>
        </p:nvSpPr>
        <p:spPr>
          <a:xfrm>
            <a:off x="525425" y="3381375"/>
            <a:ext cx="1624500" cy="1579200"/>
          </a:xfrm>
          <a:prstGeom prst="rect">
            <a:avLst/>
          </a:prstGeom>
        </p:spPr>
        <p:txBody>
          <a:bodyPr anchorCtr="0" anchor="t" bIns="91425" lIns="274300" spcFirstLastPara="1" rIns="91425" wrap="square" tIns="91425">
            <a:noAutofit/>
          </a:bodyPr>
          <a:lstStyle>
            <a:lvl1pPr lvl="0">
              <a:lnSpc>
                <a:spcPct val="225000"/>
              </a:lnSpc>
              <a:spcBef>
                <a:spcPts val="0"/>
              </a:spcBef>
              <a:spcAft>
                <a:spcPts val="0"/>
              </a:spcAft>
              <a:buClr>
                <a:schemeClr val="dk1"/>
              </a:buClr>
              <a:buSzPts val="1400"/>
              <a:buFont typeface="Quantico"/>
              <a:buNone/>
              <a:defRPr b="1" sz="1400">
                <a:solidFill>
                  <a:schemeClr val="dk1"/>
                </a:solidFill>
                <a:latin typeface="Quantico"/>
                <a:ea typeface="Quantico"/>
                <a:cs typeface="Quantico"/>
                <a:sym typeface="Quantico"/>
              </a:defRPr>
            </a:lvl1pPr>
            <a:lvl2pPr lvl="1">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2pPr>
            <a:lvl3pPr lvl="2">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3pPr>
            <a:lvl4pPr lvl="3">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4pPr>
            <a:lvl5pPr lvl="4">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5pPr>
            <a:lvl6pPr lvl="5">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6pPr>
            <a:lvl7pPr lvl="6">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7pPr>
            <a:lvl8pPr lvl="7">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8pPr>
            <a:lvl9pPr lvl="8">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9pPr>
          </a:lstStyle>
          <a:p/>
        </p:txBody>
      </p:sp>
      <p:sp>
        <p:nvSpPr>
          <p:cNvPr id="227" name="Google Shape;227;p19"/>
          <p:cNvSpPr txBox="1"/>
          <p:nvPr>
            <p:ph idx="14" type="subTitle"/>
          </p:nvPr>
        </p:nvSpPr>
        <p:spPr>
          <a:xfrm>
            <a:off x="4293825" y="3381375"/>
            <a:ext cx="1624500" cy="1579200"/>
          </a:xfrm>
          <a:prstGeom prst="rect">
            <a:avLst/>
          </a:prstGeom>
        </p:spPr>
        <p:txBody>
          <a:bodyPr anchorCtr="0" anchor="t" bIns="91425" lIns="274300" spcFirstLastPara="1" rIns="91425" wrap="square" tIns="91425">
            <a:noAutofit/>
          </a:bodyPr>
          <a:lstStyle>
            <a:lvl1pPr lvl="0">
              <a:lnSpc>
                <a:spcPct val="225000"/>
              </a:lnSpc>
              <a:spcBef>
                <a:spcPts val="0"/>
              </a:spcBef>
              <a:spcAft>
                <a:spcPts val="0"/>
              </a:spcAft>
              <a:buClr>
                <a:schemeClr val="dk1"/>
              </a:buClr>
              <a:buSzPts val="1400"/>
              <a:buFont typeface="Quantico"/>
              <a:buNone/>
              <a:defRPr b="1" sz="1400">
                <a:solidFill>
                  <a:schemeClr val="dk1"/>
                </a:solidFill>
                <a:latin typeface="Quantico"/>
                <a:ea typeface="Quantico"/>
                <a:cs typeface="Quantico"/>
                <a:sym typeface="Quantico"/>
              </a:defRPr>
            </a:lvl1pPr>
            <a:lvl2pPr lvl="1">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2pPr>
            <a:lvl3pPr lvl="2">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3pPr>
            <a:lvl4pPr lvl="3">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4pPr>
            <a:lvl5pPr lvl="4">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5pPr>
            <a:lvl6pPr lvl="5">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6pPr>
            <a:lvl7pPr lvl="6">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7pPr>
            <a:lvl8pPr lvl="7">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8pPr>
            <a:lvl9pPr lvl="8">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9pPr>
          </a:lstStyle>
          <a:p/>
        </p:txBody>
      </p:sp>
      <p:sp>
        <p:nvSpPr>
          <p:cNvPr id="228" name="Google Shape;228;p19"/>
          <p:cNvSpPr txBox="1"/>
          <p:nvPr>
            <p:ph idx="15" type="subTitle"/>
          </p:nvPr>
        </p:nvSpPr>
        <p:spPr>
          <a:xfrm>
            <a:off x="6178025" y="3381375"/>
            <a:ext cx="1624500" cy="1579200"/>
          </a:xfrm>
          <a:prstGeom prst="rect">
            <a:avLst/>
          </a:prstGeom>
        </p:spPr>
        <p:txBody>
          <a:bodyPr anchorCtr="0" anchor="t" bIns="91425" lIns="274300" spcFirstLastPara="1" rIns="91425" wrap="square" tIns="91425">
            <a:noAutofit/>
          </a:bodyPr>
          <a:lstStyle>
            <a:lvl1pPr lvl="0">
              <a:lnSpc>
                <a:spcPct val="225000"/>
              </a:lnSpc>
              <a:spcBef>
                <a:spcPts val="0"/>
              </a:spcBef>
              <a:spcAft>
                <a:spcPts val="0"/>
              </a:spcAft>
              <a:buClr>
                <a:schemeClr val="dk1"/>
              </a:buClr>
              <a:buSzPts val="1400"/>
              <a:buFont typeface="Quantico"/>
              <a:buNone/>
              <a:defRPr b="1" sz="1400">
                <a:solidFill>
                  <a:schemeClr val="dk1"/>
                </a:solidFill>
                <a:latin typeface="Quantico"/>
                <a:ea typeface="Quantico"/>
                <a:cs typeface="Quantico"/>
                <a:sym typeface="Quantico"/>
              </a:defRPr>
            </a:lvl1pPr>
            <a:lvl2pPr lvl="1">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2pPr>
            <a:lvl3pPr lvl="2">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3pPr>
            <a:lvl4pPr lvl="3">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4pPr>
            <a:lvl5pPr lvl="4">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5pPr>
            <a:lvl6pPr lvl="5">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6pPr>
            <a:lvl7pPr lvl="6">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7pPr>
            <a:lvl8pPr lvl="7">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8pPr>
            <a:lvl9pPr lvl="8">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9pPr>
          </a:lstStyle>
          <a:p/>
        </p:txBody>
      </p:sp>
      <p:sp>
        <p:nvSpPr>
          <p:cNvPr id="229" name="Google Shape;229;p19"/>
          <p:cNvSpPr txBox="1"/>
          <p:nvPr>
            <p:ph idx="16" type="title"/>
          </p:nvPr>
        </p:nvSpPr>
        <p:spPr>
          <a:xfrm>
            <a:off x="439550" y="765750"/>
            <a:ext cx="5045700" cy="1039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3000"/>
              <a:buNone/>
              <a:defRPr sz="2400"/>
            </a:lvl1pPr>
            <a:lvl2pPr lvl="1">
              <a:spcBef>
                <a:spcPts val="0"/>
              </a:spcBef>
              <a:spcAft>
                <a:spcPts val="0"/>
              </a:spcAft>
              <a:buClr>
                <a:schemeClr val="dk1"/>
              </a:buClr>
              <a:buSzPts val="3000"/>
              <a:buNone/>
              <a:defRPr sz="2400">
                <a:latin typeface="Quantico"/>
                <a:ea typeface="Quantico"/>
                <a:cs typeface="Quantico"/>
                <a:sym typeface="Quantico"/>
              </a:defRPr>
            </a:lvl2pPr>
            <a:lvl3pPr lvl="2">
              <a:spcBef>
                <a:spcPts val="0"/>
              </a:spcBef>
              <a:spcAft>
                <a:spcPts val="0"/>
              </a:spcAft>
              <a:buClr>
                <a:schemeClr val="dk1"/>
              </a:buClr>
              <a:buSzPts val="3000"/>
              <a:buNone/>
              <a:defRPr sz="2400">
                <a:latin typeface="Quantico"/>
                <a:ea typeface="Quantico"/>
                <a:cs typeface="Quantico"/>
                <a:sym typeface="Quantico"/>
              </a:defRPr>
            </a:lvl3pPr>
            <a:lvl4pPr lvl="3">
              <a:spcBef>
                <a:spcPts val="0"/>
              </a:spcBef>
              <a:spcAft>
                <a:spcPts val="0"/>
              </a:spcAft>
              <a:buClr>
                <a:schemeClr val="dk1"/>
              </a:buClr>
              <a:buSzPts val="3000"/>
              <a:buNone/>
              <a:defRPr sz="2400">
                <a:latin typeface="Quantico"/>
                <a:ea typeface="Quantico"/>
                <a:cs typeface="Quantico"/>
                <a:sym typeface="Quantico"/>
              </a:defRPr>
            </a:lvl4pPr>
            <a:lvl5pPr lvl="4">
              <a:spcBef>
                <a:spcPts val="0"/>
              </a:spcBef>
              <a:spcAft>
                <a:spcPts val="0"/>
              </a:spcAft>
              <a:buClr>
                <a:schemeClr val="dk1"/>
              </a:buClr>
              <a:buSzPts val="3000"/>
              <a:buNone/>
              <a:defRPr sz="2400">
                <a:latin typeface="Quantico"/>
                <a:ea typeface="Quantico"/>
                <a:cs typeface="Quantico"/>
                <a:sym typeface="Quantico"/>
              </a:defRPr>
            </a:lvl5pPr>
            <a:lvl6pPr lvl="5">
              <a:spcBef>
                <a:spcPts val="0"/>
              </a:spcBef>
              <a:spcAft>
                <a:spcPts val="0"/>
              </a:spcAft>
              <a:buClr>
                <a:schemeClr val="dk1"/>
              </a:buClr>
              <a:buSzPts val="3000"/>
              <a:buNone/>
              <a:defRPr sz="2400">
                <a:latin typeface="Quantico"/>
                <a:ea typeface="Quantico"/>
                <a:cs typeface="Quantico"/>
                <a:sym typeface="Quantico"/>
              </a:defRPr>
            </a:lvl6pPr>
            <a:lvl7pPr lvl="6">
              <a:spcBef>
                <a:spcPts val="0"/>
              </a:spcBef>
              <a:spcAft>
                <a:spcPts val="0"/>
              </a:spcAft>
              <a:buClr>
                <a:schemeClr val="dk1"/>
              </a:buClr>
              <a:buSzPts val="3000"/>
              <a:buNone/>
              <a:defRPr sz="2400">
                <a:latin typeface="Quantico"/>
                <a:ea typeface="Quantico"/>
                <a:cs typeface="Quantico"/>
                <a:sym typeface="Quantico"/>
              </a:defRPr>
            </a:lvl7pPr>
            <a:lvl8pPr lvl="7">
              <a:spcBef>
                <a:spcPts val="0"/>
              </a:spcBef>
              <a:spcAft>
                <a:spcPts val="0"/>
              </a:spcAft>
              <a:buClr>
                <a:schemeClr val="dk1"/>
              </a:buClr>
              <a:buSzPts val="3000"/>
              <a:buNone/>
              <a:defRPr sz="2400">
                <a:latin typeface="Quantico"/>
                <a:ea typeface="Quantico"/>
                <a:cs typeface="Quantico"/>
                <a:sym typeface="Quantico"/>
              </a:defRPr>
            </a:lvl8pPr>
            <a:lvl9pPr lvl="8">
              <a:spcBef>
                <a:spcPts val="0"/>
              </a:spcBef>
              <a:spcAft>
                <a:spcPts val="0"/>
              </a:spcAft>
              <a:buClr>
                <a:schemeClr val="dk1"/>
              </a:buClr>
              <a:buSzPts val="3000"/>
              <a:buNone/>
              <a:defRPr sz="2400">
                <a:latin typeface="Quantico"/>
                <a:ea typeface="Quantico"/>
                <a:cs typeface="Quantico"/>
                <a:sym typeface="Quantico"/>
              </a:defRPr>
            </a:lvl9pPr>
          </a:lstStyle>
          <a:p/>
        </p:txBody>
      </p:sp>
      <p:sp>
        <p:nvSpPr>
          <p:cNvPr id="230" name="Google Shape;230;p19"/>
          <p:cNvSpPr txBox="1"/>
          <p:nvPr>
            <p:ph idx="17" type="subTitle"/>
          </p:nvPr>
        </p:nvSpPr>
        <p:spPr>
          <a:xfrm>
            <a:off x="446900" y="397650"/>
            <a:ext cx="5344500" cy="574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700"/>
              <a:buFont typeface="Lato"/>
              <a:buNone/>
              <a:defRPr sz="1600">
                <a:solidFill>
                  <a:schemeClr val="dk1"/>
                </a:solidFill>
              </a:defRPr>
            </a:lvl1pPr>
            <a:lvl2pPr lvl="1">
              <a:spcBef>
                <a:spcPts val="1000"/>
              </a:spcBef>
              <a:spcAft>
                <a:spcPts val="0"/>
              </a:spcAft>
              <a:buClr>
                <a:schemeClr val="dk1"/>
              </a:buClr>
              <a:buSzPts val="1700"/>
              <a:buFont typeface="Lato"/>
              <a:buNone/>
              <a:defRPr sz="1600">
                <a:solidFill>
                  <a:schemeClr val="dk1"/>
                </a:solidFill>
              </a:defRPr>
            </a:lvl2pPr>
            <a:lvl3pPr lvl="2">
              <a:spcBef>
                <a:spcPts val="1000"/>
              </a:spcBef>
              <a:spcAft>
                <a:spcPts val="0"/>
              </a:spcAft>
              <a:buClr>
                <a:schemeClr val="dk1"/>
              </a:buClr>
              <a:buSzPts val="1700"/>
              <a:buFont typeface="Lato"/>
              <a:buNone/>
              <a:defRPr sz="1600">
                <a:solidFill>
                  <a:schemeClr val="dk1"/>
                </a:solidFill>
              </a:defRPr>
            </a:lvl3pPr>
            <a:lvl4pPr lvl="3">
              <a:spcBef>
                <a:spcPts val="1000"/>
              </a:spcBef>
              <a:spcAft>
                <a:spcPts val="0"/>
              </a:spcAft>
              <a:buClr>
                <a:schemeClr val="dk1"/>
              </a:buClr>
              <a:buSzPts val="1700"/>
              <a:buFont typeface="Lato"/>
              <a:buNone/>
              <a:defRPr sz="1600">
                <a:solidFill>
                  <a:schemeClr val="dk1"/>
                </a:solidFill>
              </a:defRPr>
            </a:lvl4pPr>
            <a:lvl5pPr lvl="4">
              <a:spcBef>
                <a:spcPts val="1000"/>
              </a:spcBef>
              <a:spcAft>
                <a:spcPts val="0"/>
              </a:spcAft>
              <a:buClr>
                <a:schemeClr val="dk1"/>
              </a:buClr>
              <a:buSzPts val="1700"/>
              <a:buFont typeface="Lato"/>
              <a:buNone/>
              <a:defRPr sz="1600">
                <a:solidFill>
                  <a:schemeClr val="dk1"/>
                </a:solidFill>
              </a:defRPr>
            </a:lvl5pPr>
            <a:lvl6pPr lvl="5">
              <a:spcBef>
                <a:spcPts val="1000"/>
              </a:spcBef>
              <a:spcAft>
                <a:spcPts val="0"/>
              </a:spcAft>
              <a:buClr>
                <a:schemeClr val="dk1"/>
              </a:buClr>
              <a:buSzPts val="1700"/>
              <a:buFont typeface="Lato"/>
              <a:buNone/>
              <a:defRPr sz="1600">
                <a:solidFill>
                  <a:schemeClr val="dk1"/>
                </a:solidFill>
              </a:defRPr>
            </a:lvl6pPr>
            <a:lvl7pPr lvl="6">
              <a:spcBef>
                <a:spcPts val="1000"/>
              </a:spcBef>
              <a:spcAft>
                <a:spcPts val="0"/>
              </a:spcAft>
              <a:buClr>
                <a:schemeClr val="dk1"/>
              </a:buClr>
              <a:buSzPts val="1700"/>
              <a:buFont typeface="Lato"/>
              <a:buNone/>
              <a:defRPr sz="1600">
                <a:solidFill>
                  <a:schemeClr val="dk1"/>
                </a:solidFill>
              </a:defRPr>
            </a:lvl7pPr>
            <a:lvl8pPr lvl="7">
              <a:spcBef>
                <a:spcPts val="1000"/>
              </a:spcBef>
              <a:spcAft>
                <a:spcPts val="0"/>
              </a:spcAft>
              <a:buClr>
                <a:schemeClr val="dk1"/>
              </a:buClr>
              <a:buSzPts val="1700"/>
              <a:buFont typeface="Lato"/>
              <a:buNone/>
              <a:defRPr sz="1600">
                <a:solidFill>
                  <a:schemeClr val="dk1"/>
                </a:solidFill>
              </a:defRPr>
            </a:lvl8pPr>
            <a:lvl9pPr lvl="8">
              <a:spcBef>
                <a:spcPts val="1000"/>
              </a:spcBef>
              <a:spcAft>
                <a:spcPts val="1000"/>
              </a:spcAft>
              <a:buClr>
                <a:schemeClr val="dk1"/>
              </a:buClr>
              <a:buSzPts val="1700"/>
              <a:buFont typeface="Lato"/>
              <a:buNone/>
              <a:defRPr sz="1600">
                <a:solidFill>
                  <a:schemeClr val="dk1"/>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o-to-market ideas - ALT 4">
  <p:cSld name="CUSTOM_5_1_1_1_1">
    <p:bg>
      <p:bgPr>
        <a:solidFill>
          <a:schemeClr val="lt1"/>
        </a:solidFill>
      </p:bgPr>
    </p:bg>
    <p:spTree>
      <p:nvGrpSpPr>
        <p:cNvPr id="231" name="Shape 231"/>
        <p:cNvGrpSpPr/>
        <p:nvPr/>
      </p:nvGrpSpPr>
      <p:grpSpPr>
        <a:xfrm>
          <a:off x="0" y="0"/>
          <a:ext cx="0" cy="0"/>
          <a:chOff x="0" y="0"/>
          <a:chExt cx="0" cy="0"/>
        </a:xfrm>
      </p:grpSpPr>
      <p:sp>
        <p:nvSpPr>
          <p:cNvPr id="232" name="Google Shape;232;p20"/>
          <p:cNvSpPr txBox="1"/>
          <p:nvPr/>
        </p:nvSpPr>
        <p:spPr>
          <a:xfrm>
            <a:off x="8578200" y="4960647"/>
            <a:ext cx="281100" cy="1077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500"/>
              <a:buFont typeface="Arial"/>
              <a:buNone/>
            </a:pPr>
            <a:fld id="{00000000-1234-1234-1234-123412341234}" type="slidenum">
              <a:rPr lang="en" sz="500">
                <a:solidFill>
                  <a:schemeClr val="dk2"/>
                </a:solidFill>
                <a:latin typeface="Lato"/>
                <a:ea typeface="Lato"/>
                <a:cs typeface="Lato"/>
                <a:sym typeface="Lato"/>
              </a:rPr>
              <a:t>‹#›</a:t>
            </a:fld>
            <a:endParaRPr sz="500">
              <a:solidFill>
                <a:schemeClr val="dk2"/>
              </a:solidFill>
              <a:latin typeface="Lato"/>
              <a:ea typeface="Lato"/>
              <a:cs typeface="Lato"/>
              <a:sym typeface="Lato"/>
            </a:endParaRPr>
          </a:p>
          <a:p>
            <a:pPr indent="0" lvl="0" marL="0" rtl="0" algn="r">
              <a:lnSpc>
                <a:spcPct val="150000"/>
              </a:lnSpc>
              <a:spcBef>
                <a:spcPts val="0"/>
              </a:spcBef>
              <a:spcAft>
                <a:spcPts val="0"/>
              </a:spcAft>
              <a:buSzPts val="500"/>
              <a:buNone/>
            </a:pPr>
            <a:r>
              <a:t/>
            </a:r>
            <a:endParaRPr sz="500">
              <a:solidFill>
                <a:schemeClr val="dk2"/>
              </a:solidFill>
              <a:latin typeface="Lato"/>
              <a:ea typeface="Lato"/>
              <a:cs typeface="Lato"/>
              <a:sym typeface="Lato"/>
            </a:endParaRPr>
          </a:p>
          <a:p>
            <a:pPr indent="0" lvl="0" marL="0" rtl="0" algn="r">
              <a:lnSpc>
                <a:spcPct val="150000"/>
              </a:lnSpc>
              <a:spcBef>
                <a:spcPts val="0"/>
              </a:spcBef>
              <a:spcAft>
                <a:spcPts val="0"/>
              </a:spcAft>
              <a:buSzPts val="500"/>
              <a:buNone/>
            </a:pPr>
            <a:r>
              <a:t/>
            </a:r>
            <a:endParaRPr sz="500">
              <a:solidFill>
                <a:schemeClr val="dk2"/>
              </a:solidFill>
              <a:latin typeface="Lato"/>
              <a:ea typeface="Lato"/>
              <a:cs typeface="Lato"/>
              <a:sym typeface="Lato"/>
            </a:endParaRPr>
          </a:p>
        </p:txBody>
      </p:sp>
      <p:sp>
        <p:nvSpPr>
          <p:cNvPr id="233" name="Google Shape;233;p20"/>
          <p:cNvSpPr txBox="1"/>
          <p:nvPr>
            <p:ph type="title"/>
          </p:nvPr>
        </p:nvSpPr>
        <p:spPr>
          <a:xfrm>
            <a:off x="439550" y="765750"/>
            <a:ext cx="5045700" cy="1039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6"/>
              </a:buClr>
              <a:buSzPts val="3000"/>
              <a:buNone/>
              <a:defRPr sz="2400">
                <a:solidFill>
                  <a:schemeClr val="accent6"/>
                </a:solidFill>
              </a:defRPr>
            </a:lvl1pPr>
            <a:lvl2pPr lvl="1">
              <a:spcBef>
                <a:spcPts val="0"/>
              </a:spcBef>
              <a:spcAft>
                <a:spcPts val="0"/>
              </a:spcAft>
              <a:buClr>
                <a:schemeClr val="accent6"/>
              </a:buClr>
              <a:buSzPts val="3000"/>
              <a:buNone/>
              <a:defRPr sz="2400">
                <a:solidFill>
                  <a:schemeClr val="accent6"/>
                </a:solidFill>
                <a:latin typeface="Quantico"/>
                <a:ea typeface="Quantico"/>
                <a:cs typeface="Quantico"/>
                <a:sym typeface="Quantico"/>
              </a:defRPr>
            </a:lvl2pPr>
            <a:lvl3pPr lvl="2">
              <a:spcBef>
                <a:spcPts val="0"/>
              </a:spcBef>
              <a:spcAft>
                <a:spcPts val="0"/>
              </a:spcAft>
              <a:buClr>
                <a:schemeClr val="accent6"/>
              </a:buClr>
              <a:buSzPts val="3000"/>
              <a:buNone/>
              <a:defRPr sz="2400">
                <a:solidFill>
                  <a:schemeClr val="accent6"/>
                </a:solidFill>
                <a:latin typeface="Quantico"/>
                <a:ea typeface="Quantico"/>
                <a:cs typeface="Quantico"/>
                <a:sym typeface="Quantico"/>
              </a:defRPr>
            </a:lvl3pPr>
            <a:lvl4pPr lvl="3">
              <a:spcBef>
                <a:spcPts val="0"/>
              </a:spcBef>
              <a:spcAft>
                <a:spcPts val="0"/>
              </a:spcAft>
              <a:buClr>
                <a:schemeClr val="accent6"/>
              </a:buClr>
              <a:buSzPts val="3000"/>
              <a:buNone/>
              <a:defRPr sz="2400">
                <a:solidFill>
                  <a:schemeClr val="accent6"/>
                </a:solidFill>
                <a:latin typeface="Quantico"/>
                <a:ea typeface="Quantico"/>
                <a:cs typeface="Quantico"/>
                <a:sym typeface="Quantico"/>
              </a:defRPr>
            </a:lvl4pPr>
            <a:lvl5pPr lvl="4">
              <a:spcBef>
                <a:spcPts val="0"/>
              </a:spcBef>
              <a:spcAft>
                <a:spcPts val="0"/>
              </a:spcAft>
              <a:buClr>
                <a:schemeClr val="accent6"/>
              </a:buClr>
              <a:buSzPts val="3000"/>
              <a:buNone/>
              <a:defRPr sz="2400">
                <a:solidFill>
                  <a:schemeClr val="accent6"/>
                </a:solidFill>
                <a:latin typeface="Quantico"/>
                <a:ea typeface="Quantico"/>
                <a:cs typeface="Quantico"/>
                <a:sym typeface="Quantico"/>
              </a:defRPr>
            </a:lvl5pPr>
            <a:lvl6pPr lvl="5">
              <a:spcBef>
                <a:spcPts val="0"/>
              </a:spcBef>
              <a:spcAft>
                <a:spcPts val="0"/>
              </a:spcAft>
              <a:buClr>
                <a:schemeClr val="accent6"/>
              </a:buClr>
              <a:buSzPts val="3000"/>
              <a:buNone/>
              <a:defRPr sz="2400">
                <a:solidFill>
                  <a:schemeClr val="accent6"/>
                </a:solidFill>
                <a:latin typeface="Quantico"/>
                <a:ea typeface="Quantico"/>
                <a:cs typeface="Quantico"/>
                <a:sym typeface="Quantico"/>
              </a:defRPr>
            </a:lvl6pPr>
            <a:lvl7pPr lvl="6">
              <a:spcBef>
                <a:spcPts val="0"/>
              </a:spcBef>
              <a:spcAft>
                <a:spcPts val="0"/>
              </a:spcAft>
              <a:buClr>
                <a:schemeClr val="accent6"/>
              </a:buClr>
              <a:buSzPts val="3000"/>
              <a:buNone/>
              <a:defRPr sz="2400">
                <a:solidFill>
                  <a:schemeClr val="accent6"/>
                </a:solidFill>
                <a:latin typeface="Quantico"/>
                <a:ea typeface="Quantico"/>
                <a:cs typeface="Quantico"/>
                <a:sym typeface="Quantico"/>
              </a:defRPr>
            </a:lvl7pPr>
            <a:lvl8pPr lvl="7">
              <a:spcBef>
                <a:spcPts val="0"/>
              </a:spcBef>
              <a:spcAft>
                <a:spcPts val="0"/>
              </a:spcAft>
              <a:buClr>
                <a:schemeClr val="accent6"/>
              </a:buClr>
              <a:buSzPts val="3000"/>
              <a:buNone/>
              <a:defRPr sz="2400">
                <a:solidFill>
                  <a:schemeClr val="accent6"/>
                </a:solidFill>
                <a:latin typeface="Quantico"/>
                <a:ea typeface="Quantico"/>
                <a:cs typeface="Quantico"/>
                <a:sym typeface="Quantico"/>
              </a:defRPr>
            </a:lvl8pPr>
            <a:lvl9pPr lvl="8">
              <a:spcBef>
                <a:spcPts val="0"/>
              </a:spcBef>
              <a:spcAft>
                <a:spcPts val="0"/>
              </a:spcAft>
              <a:buClr>
                <a:schemeClr val="accent6"/>
              </a:buClr>
              <a:buSzPts val="3000"/>
              <a:buNone/>
              <a:defRPr sz="2400">
                <a:solidFill>
                  <a:schemeClr val="accent6"/>
                </a:solidFill>
                <a:latin typeface="Quantico"/>
                <a:ea typeface="Quantico"/>
                <a:cs typeface="Quantico"/>
                <a:sym typeface="Quantico"/>
              </a:defRPr>
            </a:lvl9pPr>
          </a:lstStyle>
          <a:p/>
        </p:txBody>
      </p:sp>
      <p:sp>
        <p:nvSpPr>
          <p:cNvPr id="234" name="Google Shape;234;p20"/>
          <p:cNvSpPr txBox="1"/>
          <p:nvPr>
            <p:ph idx="1" type="subTitle"/>
          </p:nvPr>
        </p:nvSpPr>
        <p:spPr>
          <a:xfrm>
            <a:off x="446900" y="397650"/>
            <a:ext cx="5344500" cy="574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700"/>
              <a:buFont typeface="Lato"/>
              <a:buNone/>
              <a:defRPr sz="1600">
                <a:solidFill>
                  <a:schemeClr val="accent6"/>
                </a:solidFill>
              </a:defRPr>
            </a:lvl1pPr>
            <a:lvl2pPr lvl="1">
              <a:spcBef>
                <a:spcPts val="1000"/>
              </a:spcBef>
              <a:spcAft>
                <a:spcPts val="0"/>
              </a:spcAft>
              <a:buClr>
                <a:schemeClr val="accent6"/>
              </a:buClr>
              <a:buSzPts val="1700"/>
              <a:buFont typeface="Lato"/>
              <a:buNone/>
              <a:defRPr sz="1600">
                <a:solidFill>
                  <a:schemeClr val="accent6"/>
                </a:solidFill>
              </a:defRPr>
            </a:lvl2pPr>
            <a:lvl3pPr lvl="2">
              <a:spcBef>
                <a:spcPts val="1000"/>
              </a:spcBef>
              <a:spcAft>
                <a:spcPts val="0"/>
              </a:spcAft>
              <a:buClr>
                <a:schemeClr val="accent6"/>
              </a:buClr>
              <a:buSzPts val="1700"/>
              <a:buFont typeface="Lato"/>
              <a:buNone/>
              <a:defRPr sz="1600">
                <a:solidFill>
                  <a:schemeClr val="accent6"/>
                </a:solidFill>
              </a:defRPr>
            </a:lvl3pPr>
            <a:lvl4pPr lvl="3">
              <a:spcBef>
                <a:spcPts val="1000"/>
              </a:spcBef>
              <a:spcAft>
                <a:spcPts val="0"/>
              </a:spcAft>
              <a:buClr>
                <a:schemeClr val="accent6"/>
              </a:buClr>
              <a:buSzPts val="1700"/>
              <a:buFont typeface="Lato"/>
              <a:buNone/>
              <a:defRPr sz="1600">
                <a:solidFill>
                  <a:schemeClr val="accent6"/>
                </a:solidFill>
              </a:defRPr>
            </a:lvl4pPr>
            <a:lvl5pPr lvl="4">
              <a:spcBef>
                <a:spcPts val="1000"/>
              </a:spcBef>
              <a:spcAft>
                <a:spcPts val="0"/>
              </a:spcAft>
              <a:buClr>
                <a:schemeClr val="accent6"/>
              </a:buClr>
              <a:buSzPts val="1700"/>
              <a:buFont typeface="Lato"/>
              <a:buNone/>
              <a:defRPr sz="1600">
                <a:solidFill>
                  <a:schemeClr val="accent6"/>
                </a:solidFill>
              </a:defRPr>
            </a:lvl5pPr>
            <a:lvl6pPr lvl="5">
              <a:spcBef>
                <a:spcPts val="1000"/>
              </a:spcBef>
              <a:spcAft>
                <a:spcPts val="0"/>
              </a:spcAft>
              <a:buClr>
                <a:schemeClr val="accent6"/>
              </a:buClr>
              <a:buSzPts val="1700"/>
              <a:buFont typeface="Lato"/>
              <a:buNone/>
              <a:defRPr sz="1600">
                <a:solidFill>
                  <a:schemeClr val="accent6"/>
                </a:solidFill>
              </a:defRPr>
            </a:lvl6pPr>
            <a:lvl7pPr lvl="6">
              <a:spcBef>
                <a:spcPts val="1000"/>
              </a:spcBef>
              <a:spcAft>
                <a:spcPts val="0"/>
              </a:spcAft>
              <a:buClr>
                <a:schemeClr val="accent6"/>
              </a:buClr>
              <a:buSzPts val="1700"/>
              <a:buFont typeface="Lato"/>
              <a:buNone/>
              <a:defRPr sz="1600">
                <a:solidFill>
                  <a:schemeClr val="accent6"/>
                </a:solidFill>
              </a:defRPr>
            </a:lvl7pPr>
            <a:lvl8pPr lvl="7">
              <a:spcBef>
                <a:spcPts val="1000"/>
              </a:spcBef>
              <a:spcAft>
                <a:spcPts val="0"/>
              </a:spcAft>
              <a:buClr>
                <a:schemeClr val="accent6"/>
              </a:buClr>
              <a:buSzPts val="1700"/>
              <a:buFont typeface="Lato"/>
              <a:buNone/>
              <a:defRPr sz="1600">
                <a:solidFill>
                  <a:schemeClr val="accent6"/>
                </a:solidFill>
              </a:defRPr>
            </a:lvl8pPr>
            <a:lvl9pPr lvl="8">
              <a:spcBef>
                <a:spcPts val="1000"/>
              </a:spcBef>
              <a:spcAft>
                <a:spcPts val="1000"/>
              </a:spcAft>
              <a:buClr>
                <a:schemeClr val="accent6"/>
              </a:buClr>
              <a:buSzPts val="1700"/>
              <a:buFont typeface="Lato"/>
              <a:buNone/>
              <a:defRPr sz="1600">
                <a:solidFill>
                  <a:schemeClr val="accent6"/>
                </a:solidFill>
              </a:defRPr>
            </a:lvl9pPr>
          </a:lstStyle>
          <a:p/>
        </p:txBody>
      </p:sp>
      <p:sp>
        <p:nvSpPr>
          <p:cNvPr id="235" name="Google Shape;235;p20"/>
          <p:cNvSpPr txBox="1"/>
          <p:nvPr>
            <p:ph idx="2" type="title"/>
          </p:nvPr>
        </p:nvSpPr>
        <p:spPr>
          <a:xfrm>
            <a:off x="602600" y="2574475"/>
            <a:ext cx="1336800" cy="410100"/>
          </a:xfrm>
          <a:prstGeom prst="rect">
            <a:avLst/>
          </a:prstGeom>
        </p:spPr>
        <p:txBody>
          <a:bodyPr anchorCtr="0" anchor="ctr" bIns="91425" lIns="0" spcFirstLastPara="1" rIns="91425" wrap="square" tIns="91425">
            <a:noAutofit/>
          </a:bodyPr>
          <a:lstStyle>
            <a:lvl1pPr lvl="0">
              <a:spcBef>
                <a:spcPts val="0"/>
              </a:spcBef>
              <a:spcAft>
                <a:spcPts val="0"/>
              </a:spcAft>
              <a:buClr>
                <a:schemeClr val="accent6"/>
              </a:buClr>
              <a:buSzPts val="1000"/>
              <a:buNone/>
              <a:defRPr sz="1000">
                <a:solidFill>
                  <a:schemeClr val="accent6"/>
                </a:solidFill>
              </a:defRPr>
            </a:lvl1pPr>
            <a:lvl2pPr lvl="1">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2pPr>
            <a:lvl3pPr lvl="2">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3pPr>
            <a:lvl4pPr lvl="3">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4pPr>
            <a:lvl5pPr lvl="4">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5pPr>
            <a:lvl6pPr lvl="5">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6pPr>
            <a:lvl7pPr lvl="6">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7pPr>
            <a:lvl8pPr lvl="7">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8pPr>
            <a:lvl9pPr lvl="8">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9pPr>
          </a:lstStyle>
          <a:p/>
        </p:txBody>
      </p:sp>
      <p:sp>
        <p:nvSpPr>
          <p:cNvPr id="236" name="Google Shape;236;p20"/>
          <p:cNvSpPr txBox="1"/>
          <p:nvPr>
            <p:ph idx="3" type="body"/>
          </p:nvPr>
        </p:nvSpPr>
        <p:spPr>
          <a:xfrm>
            <a:off x="602600" y="3034200"/>
            <a:ext cx="1336800" cy="1416000"/>
          </a:xfrm>
          <a:prstGeom prst="rect">
            <a:avLst/>
          </a:prstGeom>
        </p:spPr>
        <p:txBody>
          <a:bodyPr anchorCtr="0" anchor="t" bIns="91425" lIns="0" spcFirstLastPara="1" rIns="91425" wrap="square" tIns="0">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237" name="Google Shape;237;p20"/>
          <p:cNvSpPr txBox="1"/>
          <p:nvPr>
            <p:ph idx="4" type="title"/>
          </p:nvPr>
        </p:nvSpPr>
        <p:spPr>
          <a:xfrm>
            <a:off x="2253138" y="2574475"/>
            <a:ext cx="1336800" cy="410100"/>
          </a:xfrm>
          <a:prstGeom prst="rect">
            <a:avLst/>
          </a:prstGeom>
        </p:spPr>
        <p:txBody>
          <a:bodyPr anchorCtr="0" anchor="ctr" bIns="91425" lIns="0" spcFirstLastPara="1" rIns="91425" wrap="square" tIns="91425">
            <a:noAutofit/>
          </a:bodyPr>
          <a:lstStyle>
            <a:lvl1pPr lvl="0">
              <a:spcBef>
                <a:spcPts val="0"/>
              </a:spcBef>
              <a:spcAft>
                <a:spcPts val="0"/>
              </a:spcAft>
              <a:buClr>
                <a:schemeClr val="accent6"/>
              </a:buClr>
              <a:buSzPts val="1000"/>
              <a:buNone/>
              <a:defRPr sz="1000">
                <a:solidFill>
                  <a:schemeClr val="accent6"/>
                </a:solidFill>
              </a:defRPr>
            </a:lvl1pPr>
            <a:lvl2pPr lvl="1">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2pPr>
            <a:lvl3pPr lvl="2">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3pPr>
            <a:lvl4pPr lvl="3">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4pPr>
            <a:lvl5pPr lvl="4">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5pPr>
            <a:lvl6pPr lvl="5">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6pPr>
            <a:lvl7pPr lvl="6">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7pPr>
            <a:lvl8pPr lvl="7">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8pPr>
            <a:lvl9pPr lvl="8">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9pPr>
          </a:lstStyle>
          <a:p/>
        </p:txBody>
      </p:sp>
      <p:sp>
        <p:nvSpPr>
          <p:cNvPr id="238" name="Google Shape;238;p20"/>
          <p:cNvSpPr txBox="1"/>
          <p:nvPr>
            <p:ph idx="5" type="body"/>
          </p:nvPr>
        </p:nvSpPr>
        <p:spPr>
          <a:xfrm>
            <a:off x="2253138" y="3034200"/>
            <a:ext cx="1336800" cy="1416000"/>
          </a:xfrm>
          <a:prstGeom prst="rect">
            <a:avLst/>
          </a:prstGeom>
        </p:spPr>
        <p:txBody>
          <a:bodyPr anchorCtr="0" anchor="t" bIns="91425" lIns="0" spcFirstLastPara="1" rIns="91425" wrap="square" tIns="0">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239" name="Google Shape;239;p20"/>
          <p:cNvSpPr txBox="1"/>
          <p:nvPr>
            <p:ph idx="6" type="title"/>
          </p:nvPr>
        </p:nvSpPr>
        <p:spPr>
          <a:xfrm>
            <a:off x="3903575" y="2574475"/>
            <a:ext cx="1336800" cy="410100"/>
          </a:xfrm>
          <a:prstGeom prst="rect">
            <a:avLst/>
          </a:prstGeom>
        </p:spPr>
        <p:txBody>
          <a:bodyPr anchorCtr="0" anchor="ctr" bIns="91425" lIns="0" spcFirstLastPara="1" rIns="91425" wrap="square" tIns="91425">
            <a:noAutofit/>
          </a:bodyPr>
          <a:lstStyle>
            <a:lvl1pPr lvl="0">
              <a:spcBef>
                <a:spcPts val="0"/>
              </a:spcBef>
              <a:spcAft>
                <a:spcPts val="0"/>
              </a:spcAft>
              <a:buClr>
                <a:schemeClr val="accent6"/>
              </a:buClr>
              <a:buSzPts val="1000"/>
              <a:buNone/>
              <a:defRPr sz="1000">
                <a:solidFill>
                  <a:schemeClr val="accent6"/>
                </a:solidFill>
              </a:defRPr>
            </a:lvl1pPr>
            <a:lvl2pPr lvl="1">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2pPr>
            <a:lvl3pPr lvl="2">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3pPr>
            <a:lvl4pPr lvl="3">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4pPr>
            <a:lvl5pPr lvl="4">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5pPr>
            <a:lvl6pPr lvl="5">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6pPr>
            <a:lvl7pPr lvl="6">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7pPr>
            <a:lvl8pPr lvl="7">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8pPr>
            <a:lvl9pPr lvl="8">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9pPr>
          </a:lstStyle>
          <a:p/>
        </p:txBody>
      </p:sp>
      <p:sp>
        <p:nvSpPr>
          <p:cNvPr id="240" name="Google Shape;240;p20"/>
          <p:cNvSpPr txBox="1"/>
          <p:nvPr>
            <p:ph idx="7" type="body"/>
          </p:nvPr>
        </p:nvSpPr>
        <p:spPr>
          <a:xfrm>
            <a:off x="3903575" y="3034200"/>
            <a:ext cx="1336800" cy="1416000"/>
          </a:xfrm>
          <a:prstGeom prst="rect">
            <a:avLst/>
          </a:prstGeom>
        </p:spPr>
        <p:txBody>
          <a:bodyPr anchorCtr="0" anchor="t" bIns="91425" lIns="0" spcFirstLastPara="1" rIns="91425" wrap="square" tIns="0">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241" name="Google Shape;241;p20"/>
          <p:cNvSpPr txBox="1"/>
          <p:nvPr>
            <p:ph idx="8" type="title"/>
          </p:nvPr>
        </p:nvSpPr>
        <p:spPr>
          <a:xfrm>
            <a:off x="5554050" y="2574475"/>
            <a:ext cx="1336800" cy="410100"/>
          </a:xfrm>
          <a:prstGeom prst="rect">
            <a:avLst/>
          </a:prstGeom>
        </p:spPr>
        <p:txBody>
          <a:bodyPr anchorCtr="0" anchor="ctr" bIns="91425" lIns="0" spcFirstLastPara="1" rIns="91425" wrap="square" tIns="91425">
            <a:noAutofit/>
          </a:bodyPr>
          <a:lstStyle>
            <a:lvl1pPr lvl="0">
              <a:spcBef>
                <a:spcPts val="0"/>
              </a:spcBef>
              <a:spcAft>
                <a:spcPts val="0"/>
              </a:spcAft>
              <a:buClr>
                <a:schemeClr val="accent6"/>
              </a:buClr>
              <a:buSzPts val="1000"/>
              <a:buNone/>
              <a:defRPr sz="1000">
                <a:solidFill>
                  <a:schemeClr val="accent6"/>
                </a:solidFill>
              </a:defRPr>
            </a:lvl1pPr>
            <a:lvl2pPr lvl="1">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2pPr>
            <a:lvl3pPr lvl="2">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3pPr>
            <a:lvl4pPr lvl="3">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4pPr>
            <a:lvl5pPr lvl="4">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5pPr>
            <a:lvl6pPr lvl="5">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6pPr>
            <a:lvl7pPr lvl="6">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7pPr>
            <a:lvl8pPr lvl="7">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8pPr>
            <a:lvl9pPr lvl="8">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9pPr>
          </a:lstStyle>
          <a:p/>
        </p:txBody>
      </p:sp>
      <p:sp>
        <p:nvSpPr>
          <p:cNvPr id="242" name="Google Shape;242;p20"/>
          <p:cNvSpPr txBox="1"/>
          <p:nvPr>
            <p:ph idx="9" type="body"/>
          </p:nvPr>
        </p:nvSpPr>
        <p:spPr>
          <a:xfrm>
            <a:off x="5554050" y="3034200"/>
            <a:ext cx="1336800" cy="1416000"/>
          </a:xfrm>
          <a:prstGeom prst="rect">
            <a:avLst/>
          </a:prstGeom>
        </p:spPr>
        <p:txBody>
          <a:bodyPr anchorCtr="0" anchor="t" bIns="91425" lIns="0" spcFirstLastPara="1" rIns="91425" wrap="square" tIns="0">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243" name="Google Shape;243;p20"/>
          <p:cNvSpPr txBox="1"/>
          <p:nvPr>
            <p:ph idx="13" type="title"/>
          </p:nvPr>
        </p:nvSpPr>
        <p:spPr>
          <a:xfrm>
            <a:off x="7204500" y="2574475"/>
            <a:ext cx="1336800" cy="410100"/>
          </a:xfrm>
          <a:prstGeom prst="rect">
            <a:avLst/>
          </a:prstGeom>
        </p:spPr>
        <p:txBody>
          <a:bodyPr anchorCtr="0" anchor="ctr" bIns="91425" lIns="0" spcFirstLastPara="1" rIns="91425" wrap="square" tIns="91425">
            <a:noAutofit/>
          </a:bodyPr>
          <a:lstStyle>
            <a:lvl1pPr lvl="0">
              <a:spcBef>
                <a:spcPts val="0"/>
              </a:spcBef>
              <a:spcAft>
                <a:spcPts val="0"/>
              </a:spcAft>
              <a:buClr>
                <a:schemeClr val="accent6"/>
              </a:buClr>
              <a:buSzPts val="1000"/>
              <a:buNone/>
              <a:defRPr sz="1000">
                <a:solidFill>
                  <a:schemeClr val="accent6"/>
                </a:solidFill>
              </a:defRPr>
            </a:lvl1pPr>
            <a:lvl2pPr lvl="1">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2pPr>
            <a:lvl3pPr lvl="2">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3pPr>
            <a:lvl4pPr lvl="3">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4pPr>
            <a:lvl5pPr lvl="4">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5pPr>
            <a:lvl6pPr lvl="5">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6pPr>
            <a:lvl7pPr lvl="6">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7pPr>
            <a:lvl8pPr lvl="7">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8pPr>
            <a:lvl9pPr lvl="8">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9pPr>
          </a:lstStyle>
          <a:p/>
        </p:txBody>
      </p:sp>
      <p:sp>
        <p:nvSpPr>
          <p:cNvPr id="244" name="Google Shape;244;p20"/>
          <p:cNvSpPr txBox="1"/>
          <p:nvPr>
            <p:ph idx="14" type="body"/>
          </p:nvPr>
        </p:nvSpPr>
        <p:spPr>
          <a:xfrm>
            <a:off x="7204500" y="3034200"/>
            <a:ext cx="1336800" cy="1416000"/>
          </a:xfrm>
          <a:prstGeom prst="rect">
            <a:avLst/>
          </a:prstGeom>
        </p:spPr>
        <p:txBody>
          <a:bodyPr anchorCtr="0" anchor="t" bIns="91425" lIns="0" spcFirstLastPara="1" rIns="91425" wrap="square" tIns="0">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2">
  <p:cSld name="CUSTOM_3">
    <p:bg>
      <p:bgPr>
        <a:solidFill>
          <a:schemeClr val="accent4"/>
        </a:solidFill>
      </p:bgPr>
    </p:bg>
    <p:spTree>
      <p:nvGrpSpPr>
        <p:cNvPr id="245" name="Shape 245"/>
        <p:cNvGrpSpPr/>
        <p:nvPr/>
      </p:nvGrpSpPr>
      <p:grpSpPr>
        <a:xfrm>
          <a:off x="0" y="0"/>
          <a:ext cx="0" cy="0"/>
          <a:chOff x="0" y="0"/>
          <a:chExt cx="0" cy="0"/>
        </a:xfrm>
      </p:grpSpPr>
      <p:sp>
        <p:nvSpPr>
          <p:cNvPr id="246" name="Google Shape;246;p21"/>
          <p:cNvSpPr/>
          <p:nvPr/>
        </p:nvSpPr>
        <p:spPr>
          <a:xfrm>
            <a:off x="0" y="0"/>
            <a:ext cx="5521500" cy="51435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247" name="Google Shape;247;p21"/>
          <p:cNvSpPr txBox="1"/>
          <p:nvPr>
            <p:ph idx="1" type="subTitle"/>
          </p:nvPr>
        </p:nvSpPr>
        <p:spPr>
          <a:xfrm>
            <a:off x="462950" y="419900"/>
            <a:ext cx="5344500" cy="574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700"/>
              <a:buFont typeface="Lato"/>
              <a:buNone/>
              <a:defRPr sz="1600">
                <a:solidFill>
                  <a:schemeClr val="dk1"/>
                </a:solidFill>
              </a:defRPr>
            </a:lvl1pPr>
            <a:lvl2pPr lvl="1">
              <a:spcBef>
                <a:spcPts val="1000"/>
              </a:spcBef>
              <a:spcAft>
                <a:spcPts val="0"/>
              </a:spcAft>
              <a:buClr>
                <a:schemeClr val="dk1"/>
              </a:buClr>
              <a:buSzPts val="1700"/>
              <a:buFont typeface="Lato"/>
              <a:buNone/>
              <a:defRPr sz="1600">
                <a:solidFill>
                  <a:schemeClr val="dk1"/>
                </a:solidFill>
              </a:defRPr>
            </a:lvl2pPr>
            <a:lvl3pPr lvl="2">
              <a:spcBef>
                <a:spcPts val="1000"/>
              </a:spcBef>
              <a:spcAft>
                <a:spcPts val="0"/>
              </a:spcAft>
              <a:buClr>
                <a:schemeClr val="dk1"/>
              </a:buClr>
              <a:buSzPts val="1700"/>
              <a:buFont typeface="Lato"/>
              <a:buNone/>
              <a:defRPr sz="1600">
                <a:solidFill>
                  <a:schemeClr val="dk1"/>
                </a:solidFill>
              </a:defRPr>
            </a:lvl3pPr>
            <a:lvl4pPr lvl="3">
              <a:spcBef>
                <a:spcPts val="1000"/>
              </a:spcBef>
              <a:spcAft>
                <a:spcPts val="0"/>
              </a:spcAft>
              <a:buClr>
                <a:schemeClr val="dk1"/>
              </a:buClr>
              <a:buSzPts val="1700"/>
              <a:buFont typeface="Lato"/>
              <a:buNone/>
              <a:defRPr sz="1600">
                <a:solidFill>
                  <a:schemeClr val="dk1"/>
                </a:solidFill>
              </a:defRPr>
            </a:lvl4pPr>
            <a:lvl5pPr lvl="4">
              <a:spcBef>
                <a:spcPts val="1000"/>
              </a:spcBef>
              <a:spcAft>
                <a:spcPts val="0"/>
              </a:spcAft>
              <a:buClr>
                <a:schemeClr val="dk1"/>
              </a:buClr>
              <a:buSzPts val="1700"/>
              <a:buFont typeface="Lato"/>
              <a:buNone/>
              <a:defRPr sz="1600">
                <a:solidFill>
                  <a:schemeClr val="dk1"/>
                </a:solidFill>
              </a:defRPr>
            </a:lvl5pPr>
            <a:lvl6pPr lvl="5">
              <a:spcBef>
                <a:spcPts val="1000"/>
              </a:spcBef>
              <a:spcAft>
                <a:spcPts val="0"/>
              </a:spcAft>
              <a:buClr>
                <a:schemeClr val="dk1"/>
              </a:buClr>
              <a:buSzPts val="1700"/>
              <a:buFont typeface="Lato"/>
              <a:buNone/>
              <a:defRPr sz="1600">
                <a:solidFill>
                  <a:schemeClr val="dk1"/>
                </a:solidFill>
              </a:defRPr>
            </a:lvl6pPr>
            <a:lvl7pPr lvl="6">
              <a:spcBef>
                <a:spcPts val="1000"/>
              </a:spcBef>
              <a:spcAft>
                <a:spcPts val="0"/>
              </a:spcAft>
              <a:buClr>
                <a:schemeClr val="dk1"/>
              </a:buClr>
              <a:buSzPts val="1700"/>
              <a:buFont typeface="Lato"/>
              <a:buNone/>
              <a:defRPr sz="1600">
                <a:solidFill>
                  <a:schemeClr val="dk1"/>
                </a:solidFill>
              </a:defRPr>
            </a:lvl7pPr>
            <a:lvl8pPr lvl="7">
              <a:spcBef>
                <a:spcPts val="1000"/>
              </a:spcBef>
              <a:spcAft>
                <a:spcPts val="0"/>
              </a:spcAft>
              <a:buClr>
                <a:schemeClr val="dk1"/>
              </a:buClr>
              <a:buSzPts val="1700"/>
              <a:buFont typeface="Lato"/>
              <a:buNone/>
              <a:defRPr sz="1600">
                <a:solidFill>
                  <a:schemeClr val="dk1"/>
                </a:solidFill>
              </a:defRPr>
            </a:lvl8pPr>
            <a:lvl9pPr lvl="8">
              <a:spcBef>
                <a:spcPts val="1000"/>
              </a:spcBef>
              <a:spcAft>
                <a:spcPts val="1000"/>
              </a:spcAft>
              <a:buClr>
                <a:schemeClr val="dk1"/>
              </a:buClr>
              <a:buSzPts val="1700"/>
              <a:buFont typeface="Lato"/>
              <a:buNone/>
              <a:defRPr sz="1600">
                <a:solidFill>
                  <a:schemeClr val="dk1"/>
                </a:solidFill>
              </a:defRPr>
            </a:lvl9pPr>
          </a:lstStyle>
          <a:p/>
        </p:txBody>
      </p:sp>
      <p:sp>
        <p:nvSpPr>
          <p:cNvPr id="248" name="Google Shape;248;p21"/>
          <p:cNvSpPr txBox="1"/>
          <p:nvPr>
            <p:ph type="title"/>
          </p:nvPr>
        </p:nvSpPr>
        <p:spPr>
          <a:xfrm>
            <a:off x="459325" y="1827800"/>
            <a:ext cx="3977700" cy="6111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2800"/>
              <a:buNone/>
              <a:defRPr sz="1000">
                <a:latin typeface="Lato"/>
                <a:ea typeface="Lato"/>
                <a:cs typeface="Lato"/>
                <a:sym typeface="Lato"/>
              </a:defRPr>
            </a:lvl1pPr>
            <a:lvl2pPr lvl="1">
              <a:lnSpc>
                <a:spcPct val="100000"/>
              </a:lnSpc>
              <a:spcBef>
                <a:spcPts val="0"/>
              </a:spcBef>
              <a:spcAft>
                <a:spcPts val="0"/>
              </a:spcAft>
              <a:buClr>
                <a:schemeClr val="dk1"/>
              </a:buClr>
              <a:buSzPts val="2800"/>
              <a:buNone/>
              <a:defRPr sz="1000">
                <a:latin typeface="Lato"/>
                <a:ea typeface="Lato"/>
                <a:cs typeface="Lato"/>
                <a:sym typeface="Lato"/>
              </a:defRPr>
            </a:lvl2pPr>
            <a:lvl3pPr lvl="2">
              <a:lnSpc>
                <a:spcPct val="100000"/>
              </a:lnSpc>
              <a:spcBef>
                <a:spcPts val="0"/>
              </a:spcBef>
              <a:spcAft>
                <a:spcPts val="0"/>
              </a:spcAft>
              <a:buClr>
                <a:schemeClr val="dk1"/>
              </a:buClr>
              <a:buSzPts val="2800"/>
              <a:buNone/>
              <a:defRPr sz="1000">
                <a:latin typeface="Lato"/>
                <a:ea typeface="Lato"/>
                <a:cs typeface="Lato"/>
                <a:sym typeface="Lato"/>
              </a:defRPr>
            </a:lvl3pPr>
            <a:lvl4pPr lvl="3">
              <a:lnSpc>
                <a:spcPct val="100000"/>
              </a:lnSpc>
              <a:spcBef>
                <a:spcPts val="0"/>
              </a:spcBef>
              <a:spcAft>
                <a:spcPts val="0"/>
              </a:spcAft>
              <a:buClr>
                <a:schemeClr val="dk1"/>
              </a:buClr>
              <a:buSzPts val="2800"/>
              <a:buNone/>
              <a:defRPr sz="1000">
                <a:latin typeface="Lato"/>
                <a:ea typeface="Lato"/>
                <a:cs typeface="Lato"/>
                <a:sym typeface="Lato"/>
              </a:defRPr>
            </a:lvl4pPr>
            <a:lvl5pPr lvl="4">
              <a:lnSpc>
                <a:spcPct val="100000"/>
              </a:lnSpc>
              <a:spcBef>
                <a:spcPts val="0"/>
              </a:spcBef>
              <a:spcAft>
                <a:spcPts val="0"/>
              </a:spcAft>
              <a:buClr>
                <a:schemeClr val="dk1"/>
              </a:buClr>
              <a:buSzPts val="2800"/>
              <a:buNone/>
              <a:defRPr sz="1000">
                <a:latin typeface="Lato"/>
                <a:ea typeface="Lato"/>
                <a:cs typeface="Lato"/>
                <a:sym typeface="Lato"/>
              </a:defRPr>
            </a:lvl5pPr>
            <a:lvl6pPr lvl="5">
              <a:lnSpc>
                <a:spcPct val="100000"/>
              </a:lnSpc>
              <a:spcBef>
                <a:spcPts val="0"/>
              </a:spcBef>
              <a:spcAft>
                <a:spcPts val="0"/>
              </a:spcAft>
              <a:buClr>
                <a:schemeClr val="dk1"/>
              </a:buClr>
              <a:buSzPts val="2800"/>
              <a:buNone/>
              <a:defRPr sz="1000">
                <a:latin typeface="Lato"/>
                <a:ea typeface="Lato"/>
                <a:cs typeface="Lato"/>
                <a:sym typeface="Lato"/>
              </a:defRPr>
            </a:lvl6pPr>
            <a:lvl7pPr lvl="6">
              <a:lnSpc>
                <a:spcPct val="100000"/>
              </a:lnSpc>
              <a:spcBef>
                <a:spcPts val="0"/>
              </a:spcBef>
              <a:spcAft>
                <a:spcPts val="0"/>
              </a:spcAft>
              <a:buClr>
                <a:schemeClr val="dk1"/>
              </a:buClr>
              <a:buSzPts val="2800"/>
              <a:buNone/>
              <a:defRPr sz="1000">
                <a:latin typeface="Lato"/>
                <a:ea typeface="Lato"/>
                <a:cs typeface="Lato"/>
                <a:sym typeface="Lato"/>
              </a:defRPr>
            </a:lvl7pPr>
            <a:lvl8pPr lvl="7">
              <a:lnSpc>
                <a:spcPct val="100000"/>
              </a:lnSpc>
              <a:spcBef>
                <a:spcPts val="0"/>
              </a:spcBef>
              <a:spcAft>
                <a:spcPts val="0"/>
              </a:spcAft>
              <a:buClr>
                <a:schemeClr val="dk1"/>
              </a:buClr>
              <a:buSzPts val="2800"/>
              <a:buNone/>
              <a:defRPr sz="1000">
                <a:latin typeface="Lato"/>
                <a:ea typeface="Lato"/>
                <a:cs typeface="Lato"/>
                <a:sym typeface="Lato"/>
              </a:defRPr>
            </a:lvl8pPr>
            <a:lvl9pPr lvl="8">
              <a:lnSpc>
                <a:spcPct val="100000"/>
              </a:lnSpc>
              <a:spcBef>
                <a:spcPts val="0"/>
              </a:spcBef>
              <a:spcAft>
                <a:spcPts val="0"/>
              </a:spcAft>
              <a:buClr>
                <a:schemeClr val="dk1"/>
              </a:buClr>
              <a:buSzPts val="2800"/>
              <a:buNone/>
              <a:defRPr sz="1000">
                <a:latin typeface="Lato"/>
                <a:ea typeface="Lato"/>
                <a:cs typeface="Lato"/>
                <a:sym typeface="Lato"/>
              </a:defRPr>
            </a:lvl9pPr>
          </a:lstStyle>
          <a:p/>
        </p:txBody>
      </p:sp>
      <p:sp>
        <p:nvSpPr>
          <p:cNvPr id="249" name="Google Shape;249;p21"/>
          <p:cNvSpPr txBox="1"/>
          <p:nvPr>
            <p:ph idx="2" type="title"/>
          </p:nvPr>
        </p:nvSpPr>
        <p:spPr>
          <a:xfrm>
            <a:off x="642250" y="2940425"/>
            <a:ext cx="1927500" cy="5745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1400"/>
              <a:buNone/>
              <a:defRPr b="1" sz="1400"/>
            </a:lvl1pPr>
            <a:lvl2pPr lvl="1">
              <a:spcBef>
                <a:spcPts val="0"/>
              </a:spcBef>
              <a:spcAft>
                <a:spcPts val="0"/>
              </a:spcAft>
              <a:buClr>
                <a:schemeClr val="dk1"/>
              </a:buClr>
              <a:buSzPts val="1400"/>
              <a:buNone/>
              <a:defRPr b="1" sz="1400">
                <a:latin typeface="Quantico"/>
                <a:ea typeface="Quantico"/>
                <a:cs typeface="Quantico"/>
                <a:sym typeface="Quantico"/>
              </a:defRPr>
            </a:lvl2pPr>
            <a:lvl3pPr lvl="2">
              <a:spcBef>
                <a:spcPts val="0"/>
              </a:spcBef>
              <a:spcAft>
                <a:spcPts val="0"/>
              </a:spcAft>
              <a:buClr>
                <a:schemeClr val="dk1"/>
              </a:buClr>
              <a:buSzPts val="1400"/>
              <a:buNone/>
              <a:defRPr b="1" sz="1400">
                <a:latin typeface="Quantico"/>
                <a:ea typeface="Quantico"/>
                <a:cs typeface="Quantico"/>
                <a:sym typeface="Quantico"/>
              </a:defRPr>
            </a:lvl3pPr>
            <a:lvl4pPr lvl="3">
              <a:spcBef>
                <a:spcPts val="0"/>
              </a:spcBef>
              <a:spcAft>
                <a:spcPts val="0"/>
              </a:spcAft>
              <a:buClr>
                <a:schemeClr val="dk1"/>
              </a:buClr>
              <a:buSzPts val="1400"/>
              <a:buNone/>
              <a:defRPr b="1" sz="1400">
                <a:latin typeface="Quantico"/>
                <a:ea typeface="Quantico"/>
                <a:cs typeface="Quantico"/>
                <a:sym typeface="Quantico"/>
              </a:defRPr>
            </a:lvl4pPr>
            <a:lvl5pPr lvl="4">
              <a:spcBef>
                <a:spcPts val="0"/>
              </a:spcBef>
              <a:spcAft>
                <a:spcPts val="0"/>
              </a:spcAft>
              <a:buClr>
                <a:schemeClr val="dk1"/>
              </a:buClr>
              <a:buSzPts val="1400"/>
              <a:buNone/>
              <a:defRPr b="1" sz="1400">
                <a:latin typeface="Quantico"/>
                <a:ea typeface="Quantico"/>
                <a:cs typeface="Quantico"/>
                <a:sym typeface="Quantico"/>
              </a:defRPr>
            </a:lvl5pPr>
            <a:lvl6pPr lvl="5">
              <a:spcBef>
                <a:spcPts val="0"/>
              </a:spcBef>
              <a:spcAft>
                <a:spcPts val="0"/>
              </a:spcAft>
              <a:buClr>
                <a:schemeClr val="dk1"/>
              </a:buClr>
              <a:buSzPts val="1400"/>
              <a:buNone/>
              <a:defRPr b="1" sz="1400">
                <a:latin typeface="Quantico"/>
                <a:ea typeface="Quantico"/>
                <a:cs typeface="Quantico"/>
                <a:sym typeface="Quantico"/>
              </a:defRPr>
            </a:lvl6pPr>
            <a:lvl7pPr lvl="6">
              <a:spcBef>
                <a:spcPts val="0"/>
              </a:spcBef>
              <a:spcAft>
                <a:spcPts val="0"/>
              </a:spcAft>
              <a:buClr>
                <a:schemeClr val="dk1"/>
              </a:buClr>
              <a:buSzPts val="1400"/>
              <a:buNone/>
              <a:defRPr b="1" sz="1400">
                <a:latin typeface="Quantico"/>
                <a:ea typeface="Quantico"/>
                <a:cs typeface="Quantico"/>
                <a:sym typeface="Quantico"/>
              </a:defRPr>
            </a:lvl7pPr>
            <a:lvl8pPr lvl="7">
              <a:spcBef>
                <a:spcPts val="0"/>
              </a:spcBef>
              <a:spcAft>
                <a:spcPts val="0"/>
              </a:spcAft>
              <a:buClr>
                <a:schemeClr val="dk1"/>
              </a:buClr>
              <a:buSzPts val="1400"/>
              <a:buNone/>
              <a:defRPr b="1" sz="1400">
                <a:latin typeface="Quantico"/>
                <a:ea typeface="Quantico"/>
                <a:cs typeface="Quantico"/>
                <a:sym typeface="Quantico"/>
              </a:defRPr>
            </a:lvl8pPr>
            <a:lvl9pPr lvl="8">
              <a:spcBef>
                <a:spcPts val="0"/>
              </a:spcBef>
              <a:spcAft>
                <a:spcPts val="0"/>
              </a:spcAft>
              <a:buClr>
                <a:schemeClr val="dk1"/>
              </a:buClr>
              <a:buSzPts val="1400"/>
              <a:buNone/>
              <a:defRPr b="1" sz="1400">
                <a:latin typeface="Quantico"/>
                <a:ea typeface="Quantico"/>
                <a:cs typeface="Quantico"/>
                <a:sym typeface="Quantico"/>
              </a:defRPr>
            </a:lvl9pPr>
          </a:lstStyle>
          <a:p/>
        </p:txBody>
      </p:sp>
      <p:sp>
        <p:nvSpPr>
          <p:cNvPr id="250" name="Google Shape;250;p21"/>
          <p:cNvSpPr txBox="1"/>
          <p:nvPr>
            <p:ph idx="3" type="title"/>
          </p:nvPr>
        </p:nvSpPr>
        <p:spPr>
          <a:xfrm>
            <a:off x="639625" y="3619500"/>
            <a:ext cx="2212500" cy="1113300"/>
          </a:xfrm>
          <a:prstGeom prst="rect">
            <a:avLst/>
          </a:prstGeom>
        </p:spPr>
        <p:txBody>
          <a:bodyPr anchorCtr="0" anchor="t" bIns="0" lIns="0" spcFirstLastPara="1" rIns="91425" wrap="square" tIns="0">
            <a:noAutofit/>
          </a:bodyPr>
          <a:lstStyle>
            <a:lvl1pPr lvl="0">
              <a:lnSpc>
                <a:spcPct val="150000"/>
              </a:lnSpc>
              <a:spcBef>
                <a:spcPts val="0"/>
              </a:spcBef>
              <a:spcAft>
                <a:spcPts val="0"/>
              </a:spcAft>
              <a:buClr>
                <a:schemeClr val="dk1"/>
              </a:buClr>
              <a:buSzPts val="2800"/>
              <a:buNone/>
              <a:defRPr sz="1000">
                <a:latin typeface="Lato"/>
                <a:ea typeface="Lato"/>
                <a:cs typeface="Lato"/>
                <a:sym typeface="Lato"/>
              </a:defRPr>
            </a:lvl1pPr>
            <a:lvl2pPr lvl="1">
              <a:lnSpc>
                <a:spcPct val="150000"/>
              </a:lnSpc>
              <a:spcBef>
                <a:spcPts val="0"/>
              </a:spcBef>
              <a:spcAft>
                <a:spcPts val="0"/>
              </a:spcAft>
              <a:buClr>
                <a:schemeClr val="dk1"/>
              </a:buClr>
              <a:buSzPts val="2800"/>
              <a:buNone/>
              <a:defRPr sz="1000">
                <a:latin typeface="Lato"/>
                <a:ea typeface="Lato"/>
                <a:cs typeface="Lato"/>
                <a:sym typeface="Lato"/>
              </a:defRPr>
            </a:lvl2pPr>
            <a:lvl3pPr lvl="2">
              <a:lnSpc>
                <a:spcPct val="150000"/>
              </a:lnSpc>
              <a:spcBef>
                <a:spcPts val="0"/>
              </a:spcBef>
              <a:spcAft>
                <a:spcPts val="0"/>
              </a:spcAft>
              <a:buClr>
                <a:schemeClr val="dk1"/>
              </a:buClr>
              <a:buSzPts val="2800"/>
              <a:buNone/>
              <a:defRPr sz="1000">
                <a:latin typeface="Lato"/>
                <a:ea typeface="Lato"/>
                <a:cs typeface="Lato"/>
                <a:sym typeface="Lato"/>
              </a:defRPr>
            </a:lvl3pPr>
            <a:lvl4pPr lvl="3">
              <a:lnSpc>
                <a:spcPct val="150000"/>
              </a:lnSpc>
              <a:spcBef>
                <a:spcPts val="0"/>
              </a:spcBef>
              <a:spcAft>
                <a:spcPts val="0"/>
              </a:spcAft>
              <a:buClr>
                <a:schemeClr val="dk1"/>
              </a:buClr>
              <a:buSzPts val="2800"/>
              <a:buNone/>
              <a:defRPr sz="1000">
                <a:latin typeface="Lato"/>
                <a:ea typeface="Lato"/>
                <a:cs typeface="Lato"/>
                <a:sym typeface="Lato"/>
              </a:defRPr>
            </a:lvl4pPr>
            <a:lvl5pPr lvl="4">
              <a:lnSpc>
                <a:spcPct val="150000"/>
              </a:lnSpc>
              <a:spcBef>
                <a:spcPts val="0"/>
              </a:spcBef>
              <a:spcAft>
                <a:spcPts val="0"/>
              </a:spcAft>
              <a:buClr>
                <a:schemeClr val="dk1"/>
              </a:buClr>
              <a:buSzPts val="2800"/>
              <a:buNone/>
              <a:defRPr sz="1000">
                <a:latin typeface="Lato"/>
                <a:ea typeface="Lato"/>
                <a:cs typeface="Lato"/>
                <a:sym typeface="Lato"/>
              </a:defRPr>
            </a:lvl5pPr>
            <a:lvl6pPr lvl="5">
              <a:lnSpc>
                <a:spcPct val="150000"/>
              </a:lnSpc>
              <a:spcBef>
                <a:spcPts val="0"/>
              </a:spcBef>
              <a:spcAft>
                <a:spcPts val="0"/>
              </a:spcAft>
              <a:buClr>
                <a:schemeClr val="dk1"/>
              </a:buClr>
              <a:buSzPts val="2800"/>
              <a:buNone/>
              <a:defRPr sz="1000">
                <a:latin typeface="Lato"/>
                <a:ea typeface="Lato"/>
                <a:cs typeface="Lato"/>
                <a:sym typeface="Lato"/>
              </a:defRPr>
            </a:lvl6pPr>
            <a:lvl7pPr lvl="6">
              <a:lnSpc>
                <a:spcPct val="150000"/>
              </a:lnSpc>
              <a:spcBef>
                <a:spcPts val="0"/>
              </a:spcBef>
              <a:spcAft>
                <a:spcPts val="0"/>
              </a:spcAft>
              <a:buClr>
                <a:schemeClr val="dk1"/>
              </a:buClr>
              <a:buSzPts val="2800"/>
              <a:buNone/>
              <a:defRPr sz="1000">
                <a:latin typeface="Lato"/>
                <a:ea typeface="Lato"/>
                <a:cs typeface="Lato"/>
                <a:sym typeface="Lato"/>
              </a:defRPr>
            </a:lvl7pPr>
            <a:lvl8pPr lvl="7">
              <a:lnSpc>
                <a:spcPct val="150000"/>
              </a:lnSpc>
              <a:spcBef>
                <a:spcPts val="0"/>
              </a:spcBef>
              <a:spcAft>
                <a:spcPts val="0"/>
              </a:spcAft>
              <a:buClr>
                <a:schemeClr val="dk1"/>
              </a:buClr>
              <a:buSzPts val="2800"/>
              <a:buNone/>
              <a:defRPr sz="1000">
                <a:latin typeface="Lato"/>
                <a:ea typeface="Lato"/>
                <a:cs typeface="Lato"/>
                <a:sym typeface="Lato"/>
              </a:defRPr>
            </a:lvl8pPr>
            <a:lvl9pPr lvl="8">
              <a:lnSpc>
                <a:spcPct val="150000"/>
              </a:lnSpc>
              <a:spcBef>
                <a:spcPts val="0"/>
              </a:spcBef>
              <a:spcAft>
                <a:spcPts val="0"/>
              </a:spcAft>
              <a:buClr>
                <a:schemeClr val="dk1"/>
              </a:buClr>
              <a:buSzPts val="2800"/>
              <a:buNone/>
              <a:defRPr sz="1000">
                <a:latin typeface="Lato"/>
                <a:ea typeface="Lato"/>
                <a:cs typeface="Lato"/>
                <a:sym typeface="Lato"/>
              </a:defRPr>
            </a:lvl9pPr>
          </a:lstStyle>
          <a:p/>
        </p:txBody>
      </p:sp>
      <p:sp>
        <p:nvSpPr>
          <p:cNvPr id="251" name="Google Shape;251;p21"/>
          <p:cNvSpPr txBox="1"/>
          <p:nvPr>
            <p:ph idx="4" type="title"/>
          </p:nvPr>
        </p:nvSpPr>
        <p:spPr>
          <a:xfrm>
            <a:off x="3222225" y="2940425"/>
            <a:ext cx="1927500" cy="5745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1400"/>
              <a:buNone/>
              <a:defRPr b="1" sz="1400"/>
            </a:lvl1pPr>
            <a:lvl2pPr lvl="1">
              <a:spcBef>
                <a:spcPts val="0"/>
              </a:spcBef>
              <a:spcAft>
                <a:spcPts val="0"/>
              </a:spcAft>
              <a:buClr>
                <a:schemeClr val="dk1"/>
              </a:buClr>
              <a:buSzPts val="1400"/>
              <a:buNone/>
              <a:defRPr b="1" sz="1400">
                <a:latin typeface="Quantico"/>
                <a:ea typeface="Quantico"/>
                <a:cs typeface="Quantico"/>
                <a:sym typeface="Quantico"/>
              </a:defRPr>
            </a:lvl2pPr>
            <a:lvl3pPr lvl="2">
              <a:spcBef>
                <a:spcPts val="0"/>
              </a:spcBef>
              <a:spcAft>
                <a:spcPts val="0"/>
              </a:spcAft>
              <a:buClr>
                <a:schemeClr val="dk1"/>
              </a:buClr>
              <a:buSzPts val="1400"/>
              <a:buNone/>
              <a:defRPr b="1" sz="1400">
                <a:latin typeface="Quantico"/>
                <a:ea typeface="Quantico"/>
                <a:cs typeface="Quantico"/>
                <a:sym typeface="Quantico"/>
              </a:defRPr>
            </a:lvl3pPr>
            <a:lvl4pPr lvl="3">
              <a:spcBef>
                <a:spcPts val="0"/>
              </a:spcBef>
              <a:spcAft>
                <a:spcPts val="0"/>
              </a:spcAft>
              <a:buClr>
                <a:schemeClr val="dk1"/>
              </a:buClr>
              <a:buSzPts val="1400"/>
              <a:buNone/>
              <a:defRPr b="1" sz="1400">
                <a:latin typeface="Quantico"/>
                <a:ea typeface="Quantico"/>
                <a:cs typeface="Quantico"/>
                <a:sym typeface="Quantico"/>
              </a:defRPr>
            </a:lvl4pPr>
            <a:lvl5pPr lvl="4">
              <a:spcBef>
                <a:spcPts val="0"/>
              </a:spcBef>
              <a:spcAft>
                <a:spcPts val="0"/>
              </a:spcAft>
              <a:buClr>
                <a:schemeClr val="dk1"/>
              </a:buClr>
              <a:buSzPts val="1400"/>
              <a:buNone/>
              <a:defRPr b="1" sz="1400">
                <a:latin typeface="Quantico"/>
                <a:ea typeface="Quantico"/>
                <a:cs typeface="Quantico"/>
                <a:sym typeface="Quantico"/>
              </a:defRPr>
            </a:lvl5pPr>
            <a:lvl6pPr lvl="5">
              <a:spcBef>
                <a:spcPts val="0"/>
              </a:spcBef>
              <a:spcAft>
                <a:spcPts val="0"/>
              </a:spcAft>
              <a:buClr>
                <a:schemeClr val="dk1"/>
              </a:buClr>
              <a:buSzPts val="1400"/>
              <a:buNone/>
              <a:defRPr b="1" sz="1400">
                <a:latin typeface="Quantico"/>
                <a:ea typeface="Quantico"/>
                <a:cs typeface="Quantico"/>
                <a:sym typeface="Quantico"/>
              </a:defRPr>
            </a:lvl6pPr>
            <a:lvl7pPr lvl="6">
              <a:spcBef>
                <a:spcPts val="0"/>
              </a:spcBef>
              <a:spcAft>
                <a:spcPts val="0"/>
              </a:spcAft>
              <a:buClr>
                <a:schemeClr val="dk1"/>
              </a:buClr>
              <a:buSzPts val="1400"/>
              <a:buNone/>
              <a:defRPr b="1" sz="1400">
                <a:latin typeface="Quantico"/>
                <a:ea typeface="Quantico"/>
                <a:cs typeface="Quantico"/>
                <a:sym typeface="Quantico"/>
              </a:defRPr>
            </a:lvl7pPr>
            <a:lvl8pPr lvl="7">
              <a:spcBef>
                <a:spcPts val="0"/>
              </a:spcBef>
              <a:spcAft>
                <a:spcPts val="0"/>
              </a:spcAft>
              <a:buClr>
                <a:schemeClr val="dk1"/>
              </a:buClr>
              <a:buSzPts val="1400"/>
              <a:buNone/>
              <a:defRPr b="1" sz="1400">
                <a:latin typeface="Quantico"/>
                <a:ea typeface="Quantico"/>
                <a:cs typeface="Quantico"/>
                <a:sym typeface="Quantico"/>
              </a:defRPr>
            </a:lvl8pPr>
            <a:lvl9pPr lvl="8">
              <a:spcBef>
                <a:spcPts val="0"/>
              </a:spcBef>
              <a:spcAft>
                <a:spcPts val="0"/>
              </a:spcAft>
              <a:buClr>
                <a:schemeClr val="dk1"/>
              </a:buClr>
              <a:buSzPts val="1400"/>
              <a:buNone/>
              <a:defRPr b="1" sz="1400">
                <a:latin typeface="Quantico"/>
                <a:ea typeface="Quantico"/>
                <a:cs typeface="Quantico"/>
                <a:sym typeface="Quantico"/>
              </a:defRPr>
            </a:lvl9pPr>
          </a:lstStyle>
          <a:p/>
        </p:txBody>
      </p:sp>
      <p:sp>
        <p:nvSpPr>
          <p:cNvPr id="252" name="Google Shape;252;p21"/>
          <p:cNvSpPr txBox="1"/>
          <p:nvPr>
            <p:ph idx="5" type="title"/>
          </p:nvPr>
        </p:nvSpPr>
        <p:spPr>
          <a:xfrm>
            <a:off x="3219600" y="3619500"/>
            <a:ext cx="2212500" cy="1113300"/>
          </a:xfrm>
          <a:prstGeom prst="rect">
            <a:avLst/>
          </a:prstGeom>
        </p:spPr>
        <p:txBody>
          <a:bodyPr anchorCtr="0" anchor="t" bIns="0" lIns="0" spcFirstLastPara="1" rIns="91425" wrap="square" tIns="0">
            <a:noAutofit/>
          </a:bodyPr>
          <a:lstStyle>
            <a:lvl1pPr lvl="0">
              <a:lnSpc>
                <a:spcPct val="150000"/>
              </a:lnSpc>
              <a:spcBef>
                <a:spcPts val="0"/>
              </a:spcBef>
              <a:spcAft>
                <a:spcPts val="0"/>
              </a:spcAft>
              <a:buClr>
                <a:schemeClr val="dk1"/>
              </a:buClr>
              <a:buSzPts val="2800"/>
              <a:buNone/>
              <a:defRPr sz="1000">
                <a:latin typeface="Lato"/>
                <a:ea typeface="Lato"/>
                <a:cs typeface="Lato"/>
                <a:sym typeface="Lato"/>
              </a:defRPr>
            </a:lvl1pPr>
            <a:lvl2pPr lvl="1">
              <a:lnSpc>
                <a:spcPct val="150000"/>
              </a:lnSpc>
              <a:spcBef>
                <a:spcPts val="0"/>
              </a:spcBef>
              <a:spcAft>
                <a:spcPts val="0"/>
              </a:spcAft>
              <a:buClr>
                <a:schemeClr val="dk1"/>
              </a:buClr>
              <a:buSzPts val="2800"/>
              <a:buNone/>
              <a:defRPr sz="1000">
                <a:latin typeface="Lato"/>
                <a:ea typeface="Lato"/>
                <a:cs typeface="Lato"/>
                <a:sym typeface="Lato"/>
              </a:defRPr>
            </a:lvl2pPr>
            <a:lvl3pPr lvl="2">
              <a:lnSpc>
                <a:spcPct val="150000"/>
              </a:lnSpc>
              <a:spcBef>
                <a:spcPts val="0"/>
              </a:spcBef>
              <a:spcAft>
                <a:spcPts val="0"/>
              </a:spcAft>
              <a:buClr>
                <a:schemeClr val="dk1"/>
              </a:buClr>
              <a:buSzPts val="2800"/>
              <a:buNone/>
              <a:defRPr sz="1000">
                <a:latin typeface="Lato"/>
                <a:ea typeface="Lato"/>
                <a:cs typeface="Lato"/>
                <a:sym typeface="Lato"/>
              </a:defRPr>
            </a:lvl3pPr>
            <a:lvl4pPr lvl="3">
              <a:lnSpc>
                <a:spcPct val="150000"/>
              </a:lnSpc>
              <a:spcBef>
                <a:spcPts val="0"/>
              </a:spcBef>
              <a:spcAft>
                <a:spcPts val="0"/>
              </a:spcAft>
              <a:buClr>
                <a:schemeClr val="dk1"/>
              </a:buClr>
              <a:buSzPts val="2800"/>
              <a:buNone/>
              <a:defRPr sz="1000">
                <a:latin typeface="Lato"/>
                <a:ea typeface="Lato"/>
                <a:cs typeface="Lato"/>
                <a:sym typeface="Lato"/>
              </a:defRPr>
            </a:lvl4pPr>
            <a:lvl5pPr lvl="4">
              <a:lnSpc>
                <a:spcPct val="150000"/>
              </a:lnSpc>
              <a:spcBef>
                <a:spcPts val="0"/>
              </a:spcBef>
              <a:spcAft>
                <a:spcPts val="0"/>
              </a:spcAft>
              <a:buClr>
                <a:schemeClr val="dk1"/>
              </a:buClr>
              <a:buSzPts val="2800"/>
              <a:buNone/>
              <a:defRPr sz="1000">
                <a:latin typeface="Lato"/>
                <a:ea typeface="Lato"/>
                <a:cs typeface="Lato"/>
                <a:sym typeface="Lato"/>
              </a:defRPr>
            </a:lvl5pPr>
            <a:lvl6pPr lvl="5">
              <a:lnSpc>
                <a:spcPct val="150000"/>
              </a:lnSpc>
              <a:spcBef>
                <a:spcPts val="0"/>
              </a:spcBef>
              <a:spcAft>
                <a:spcPts val="0"/>
              </a:spcAft>
              <a:buClr>
                <a:schemeClr val="dk1"/>
              </a:buClr>
              <a:buSzPts val="2800"/>
              <a:buNone/>
              <a:defRPr sz="1000">
                <a:latin typeface="Lato"/>
                <a:ea typeface="Lato"/>
                <a:cs typeface="Lato"/>
                <a:sym typeface="Lato"/>
              </a:defRPr>
            </a:lvl6pPr>
            <a:lvl7pPr lvl="6">
              <a:lnSpc>
                <a:spcPct val="150000"/>
              </a:lnSpc>
              <a:spcBef>
                <a:spcPts val="0"/>
              </a:spcBef>
              <a:spcAft>
                <a:spcPts val="0"/>
              </a:spcAft>
              <a:buClr>
                <a:schemeClr val="dk1"/>
              </a:buClr>
              <a:buSzPts val="2800"/>
              <a:buNone/>
              <a:defRPr sz="1000">
                <a:latin typeface="Lato"/>
                <a:ea typeface="Lato"/>
                <a:cs typeface="Lato"/>
                <a:sym typeface="Lato"/>
              </a:defRPr>
            </a:lvl7pPr>
            <a:lvl8pPr lvl="7">
              <a:lnSpc>
                <a:spcPct val="150000"/>
              </a:lnSpc>
              <a:spcBef>
                <a:spcPts val="0"/>
              </a:spcBef>
              <a:spcAft>
                <a:spcPts val="0"/>
              </a:spcAft>
              <a:buClr>
                <a:schemeClr val="dk1"/>
              </a:buClr>
              <a:buSzPts val="2800"/>
              <a:buNone/>
              <a:defRPr sz="1000">
                <a:latin typeface="Lato"/>
                <a:ea typeface="Lato"/>
                <a:cs typeface="Lato"/>
                <a:sym typeface="Lato"/>
              </a:defRPr>
            </a:lvl8pPr>
            <a:lvl9pPr lvl="8">
              <a:lnSpc>
                <a:spcPct val="150000"/>
              </a:lnSpc>
              <a:spcBef>
                <a:spcPts val="0"/>
              </a:spcBef>
              <a:spcAft>
                <a:spcPts val="0"/>
              </a:spcAft>
              <a:buClr>
                <a:schemeClr val="dk1"/>
              </a:buClr>
              <a:buSzPts val="2800"/>
              <a:buNone/>
              <a:defRPr sz="1000">
                <a:latin typeface="Lato"/>
                <a:ea typeface="Lato"/>
                <a:cs typeface="Lato"/>
                <a:sym typeface="Lato"/>
              </a:defRPr>
            </a:lvl9pPr>
          </a:lstStyle>
          <a:p/>
        </p:txBody>
      </p:sp>
      <p:sp>
        <p:nvSpPr>
          <p:cNvPr id="253" name="Google Shape;253;p21"/>
          <p:cNvSpPr txBox="1"/>
          <p:nvPr>
            <p:ph idx="6" type="title"/>
          </p:nvPr>
        </p:nvSpPr>
        <p:spPr>
          <a:xfrm>
            <a:off x="5807450" y="2940425"/>
            <a:ext cx="1927500" cy="5745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1400"/>
              <a:buNone/>
              <a:defRPr b="1" sz="1400"/>
            </a:lvl1pPr>
            <a:lvl2pPr lvl="1">
              <a:spcBef>
                <a:spcPts val="0"/>
              </a:spcBef>
              <a:spcAft>
                <a:spcPts val="0"/>
              </a:spcAft>
              <a:buClr>
                <a:schemeClr val="dk1"/>
              </a:buClr>
              <a:buSzPts val="1400"/>
              <a:buNone/>
              <a:defRPr b="1" sz="1400">
                <a:latin typeface="Quantico"/>
                <a:ea typeface="Quantico"/>
                <a:cs typeface="Quantico"/>
                <a:sym typeface="Quantico"/>
              </a:defRPr>
            </a:lvl2pPr>
            <a:lvl3pPr lvl="2">
              <a:spcBef>
                <a:spcPts val="0"/>
              </a:spcBef>
              <a:spcAft>
                <a:spcPts val="0"/>
              </a:spcAft>
              <a:buClr>
                <a:schemeClr val="dk1"/>
              </a:buClr>
              <a:buSzPts val="1400"/>
              <a:buNone/>
              <a:defRPr b="1" sz="1400">
                <a:latin typeface="Quantico"/>
                <a:ea typeface="Quantico"/>
                <a:cs typeface="Quantico"/>
                <a:sym typeface="Quantico"/>
              </a:defRPr>
            </a:lvl3pPr>
            <a:lvl4pPr lvl="3">
              <a:spcBef>
                <a:spcPts val="0"/>
              </a:spcBef>
              <a:spcAft>
                <a:spcPts val="0"/>
              </a:spcAft>
              <a:buClr>
                <a:schemeClr val="dk1"/>
              </a:buClr>
              <a:buSzPts val="1400"/>
              <a:buNone/>
              <a:defRPr b="1" sz="1400">
                <a:latin typeface="Quantico"/>
                <a:ea typeface="Quantico"/>
                <a:cs typeface="Quantico"/>
                <a:sym typeface="Quantico"/>
              </a:defRPr>
            </a:lvl4pPr>
            <a:lvl5pPr lvl="4">
              <a:spcBef>
                <a:spcPts val="0"/>
              </a:spcBef>
              <a:spcAft>
                <a:spcPts val="0"/>
              </a:spcAft>
              <a:buClr>
                <a:schemeClr val="dk1"/>
              </a:buClr>
              <a:buSzPts val="1400"/>
              <a:buNone/>
              <a:defRPr b="1" sz="1400">
                <a:latin typeface="Quantico"/>
                <a:ea typeface="Quantico"/>
                <a:cs typeface="Quantico"/>
                <a:sym typeface="Quantico"/>
              </a:defRPr>
            </a:lvl5pPr>
            <a:lvl6pPr lvl="5">
              <a:spcBef>
                <a:spcPts val="0"/>
              </a:spcBef>
              <a:spcAft>
                <a:spcPts val="0"/>
              </a:spcAft>
              <a:buClr>
                <a:schemeClr val="dk1"/>
              </a:buClr>
              <a:buSzPts val="1400"/>
              <a:buNone/>
              <a:defRPr b="1" sz="1400">
                <a:latin typeface="Quantico"/>
                <a:ea typeface="Quantico"/>
                <a:cs typeface="Quantico"/>
                <a:sym typeface="Quantico"/>
              </a:defRPr>
            </a:lvl6pPr>
            <a:lvl7pPr lvl="6">
              <a:spcBef>
                <a:spcPts val="0"/>
              </a:spcBef>
              <a:spcAft>
                <a:spcPts val="0"/>
              </a:spcAft>
              <a:buClr>
                <a:schemeClr val="dk1"/>
              </a:buClr>
              <a:buSzPts val="1400"/>
              <a:buNone/>
              <a:defRPr b="1" sz="1400">
                <a:latin typeface="Quantico"/>
                <a:ea typeface="Quantico"/>
                <a:cs typeface="Quantico"/>
                <a:sym typeface="Quantico"/>
              </a:defRPr>
            </a:lvl7pPr>
            <a:lvl8pPr lvl="7">
              <a:spcBef>
                <a:spcPts val="0"/>
              </a:spcBef>
              <a:spcAft>
                <a:spcPts val="0"/>
              </a:spcAft>
              <a:buClr>
                <a:schemeClr val="dk1"/>
              </a:buClr>
              <a:buSzPts val="1400"/>
              <a:buNone/>
              <a:defRPr b="1" sz="1400">
                <a:latin typeface="Quantico"/>
                <a:ea typeface="Quantico"/>
                <a:cs typeface="Quantico"/>
                <a:sym typeface="Quantico"/>
              </a:defRPr>
            </a:lvl8pPr>
            <a:lvl9pPr lvl="8">
              <a:spcBef>
                <a:spcPts val="0"/>
              </a:spcBef>
              <a:spcAft>
                <a:spcPts val="0"/>
              </a:spcAft>
              <a:buClr>
                <a:schemeClr val="dk1"/>
              </a:buClr>
              <a:buSzPts val="1400"/>
              <a:buNone/>
              <a:defRPr b="1" sz="1400">
                <a:latin typeface="Quantico"/>
                <a:ea typeface="Quantico"/>
                <a:cs typeface="Quantico"/>
                <a:sym typeface="Quantico"/>
              </a:defRPr>
            </a:lvl9pPr>
          </a:lstStyle>
          <a:p/>
        </p:txBody>
      </p:sp>
      <p:sp>
        <p:nvSpPr>
          <p:cNvPr id="254" name="Google Shape;254;p21"/>
          <p:cNvSpPr txBox="1"/>
          <p:nvPr>
            <p:ph idx="7" type="title"/>
          </p:nvPr>
        </p:nvSpPr>
        <p:spPr>
          <a:xfrm>
            <a:off x="5804825" y="3619500"/>
            <a:ext cx="2212500" cy="1113300"/>
          </a:xfrm>
          <a:prstGeom prst="rect">
            <a:avLst/>
          </a:prstGeom>
        </p:spPr>
        <p:txBody>
          <a:bodyPr anchorCtr="0" anchor="t" bIns="0" lIns="0" spcFirstLastPara="1" rIns="91425" wrap="square" tIns="0">
            <a:noAutofit/>
          </a:bodyPr>
          <a:lstStyle>
            <a:lvl1pPr lvl="0">
              <a:lnSpc>
                <a:spcPct val="150000"/>
              </a:lnSpc>
              <a:spcBef>
                <a:spcPts val="0"/>
              </a:spcBef>
              <a:spcAft>
                <a:spcPts val="0"/>
              </a:spcAft>
              <a:buClr>
                <a:schemeClr val="dk1"/>
              </a:buClr>
              <a:buSzPts val="2800"/>
              <a:buNone/>
              <a:defRPr sz="1000">
                <a:latin typeface="Lato"/>
                <a:ea typeface="Lato"/>
                <a:cs typeface="Lato"/>
                <a:sym typeface="Lato"/>
              </a:defRPr>
            </a:lvl1pPr>
            <a:lvl2pPr lvl="1">
              <a:lnSpc>
                <a:spcPct val="150000"/>
              </a:lnSpc>
              <a:spcBef>
                <a:spcPts val="0"/>
              </a:spcBef>
              <a:spcAft>
                <a:spcPts val="0"/>
              </a:spcAft>
              <a:buClr>
                <a:schemeClr val="dk1"/>
              </a:buClr>
              <a:buSzPts val="2800"/>
              <a:buNone/>
              <a:defRPr sz="1000">
                <a:latin typeface="Lato"/>
                <a:ea typeface="Lato"/>
                <a:cs typeface="Lato"/>
                <a:sym typeface="Lato"/>
              </a:defRPr>
            </a:lvl2pPr>
            <a:lvl3pPr lvl="2">
              <a:lnSpc>
                <a:spcPct val="150000"/>
              </a:lnSpc>
              <a:spcBef>
                <a:spcPts val="0"/>
              </a:spcBef>
              <a:spcAft>
                <a:spcPts val="0"/>
              </a:spcAft>
              <a:buClr>
                <a:schemeClr val="dk1"/>
              </a:buClr>
              <a:buSzPts val="2800"/>
              <a:buNone/>
              <a:defRPr sz="1000">
                <a:latin typeface="Lato"/>
                <a:ea typeface="Lato"/>
                <a:cs typeface="Lato"/>
                <a:sym typeface="Lato"/>
              </a:defRPr>
            </a:lvl3pPr>
            <a:lvl4pPr lvl="3">
              <a:lnSpc>
                <a:spcPct val="150000"/>
              </a:lnSpc>
              <a:spcBef>
                <a:spcPts val="0"/>
              </a:spcBef>
              <a:spcAft>
                <a:spcPts val="0"/>
              </a:spcAft>
              <a:buClr>
                <a:schemeClr val="dk1"/>
              </a:buClr>
              <a:buSzPts val="2800"/>
              <a:buNone/>
              <a:defRPr sz="1000">
                <a:latin typeface="Lato"/>
                <a:ea typeface="Lato"/>
                <a:cs typeface="Lato"/>
                <a:sym typeface="Lato"/>
              </a:defRPr>
            </a:lvl4pPr>
            <a:lvl5pPr lvl="4">
              <a:lnSpc>
                <a:spcPct val="150000"/>
              </a:lnSpc>
              <a:spcBef>
                <a:spcPts val="0"/>
              </a:spcBef>
              <a:spcAft>
                <a:spcPts val="0"/>
              </a:spcAft>
              <a:buClr>
                <a:schemeClr val="dk1"/>
              </a:buClr>
              <a:buSzPts val="2800"/>
              <a:buNone/>
              <a:defRPr sz="1000">
                <a:latin typeface="Lato"/>
                <a:ea typeface="Lato"/>
                <a:cs typeface="Lato"/>
                <a:sym typeface="Lato"/>
              </a:defRPr>
            </a:lvl5pPr>
            <a:lvl6pPr lvl="5">
              <a:lnSpc>
                <a:spcPct val="150000"/>
              </a:lnSpc>
              <a:spcBef>
                <a:spcPts val="0"/>
              </a:spcBef>
              <a:spcAft>
                <a:spcPts val="0"/>
              </a:spcAft>
              <a:buClr>
                <a:schemeClr val="dk1"/>
              </a:buClr>
              <a:buSzPts val="2800"/>
              <a:buNone/>
              <a:defRPr sz="1000">
                <a:latin typeface="Lato"/>
                <a:ea typeface="Lato"/>
                <a:cs typeface="Lato"/>
                <a:sym typeface="Lato"/>
              </a:defRPr>
            </a:lvl6pPr>
            <a:lvl7pPr lvl="6">
              <a:lnSpc>
                <a:spcPct val="150000"/>
              </a:lnSpc>
              <a:spcBef>
                <a:spcPts val="0"/>
              </a:spcBef>
              <a:spcAft>
                <a:spcPts val="0"/>
              </a:spcAft>
              <a:buClr>
                <a:schemeClr val="dk1"/>
              </a:buClr>
              <a:buSzPts val="2800"/>
              <a:buNone/>
              <a:defRPr sz="1000">
                <a:latin typeface="Lato"/>
                <a:ea typeface="Lato"/>
                <a:cs typeface="Lato"/>
                <a:sym typeface="Lato"/>
              </a:defRPr>
            </a:lvl7pPr>
            <a:lvl8pPr lvl="7">
              <a:lnSpc>
                <a:spcPct val="150000"/>
              </a:lnSpc>
              <a:spcBef>
                <a:spcPts val="0"/>
              </a:spcBef>
              <a:spcAft>
                <a:spcPts val="0"/>
              </a:spcAft>
              <a:buClr>
                <a:schemeClr val="dk1"/>
              </a:buClr>
              <a:buSzPts val="2800"/>
              <a:buNone/>
              <a:defRPr sz="1000">
                <a:latin typeface="Lato"/>
                <a:ea typeface="Lato"/>
                <a:cs typeface="Lato"/>
                <a:sym typeface="Lato"/>
              </a:defRPr>
            </a:lvl8pPr>
            <a:lvl9pPr lvl="8">
              <a:lnSpc>
                <a:spcPct val="150000"/>
              </a:lnSpc>
              <a:spcBef>
                <a:spcPts val="0"/>
              </a:spcBef>
              <a:spcAft>
                <a:spcPts val="0"/>
              </a:spcAft>
              <a:buClr>
                <a:schemeClr val="dk1"/>
              </a:buClr>
              <a:buSzPts val="2800"/>
              <a:buNone/>
              <a:defRPr sz="1000">
                <a:latin typeface="Lato"/>
                <a:ea typeface="Lato"/>
                <a:cs typeface="Lato"/>
                <a:sym typeface="Lato"/>
              </a:defRPr>
            </a:lvl9pPr>
          </a:lstStyle>
          <a:p/>
        </p:txBody>
      </p:sp>
      <p:sp>
        <p:nvSpPr>
          <p:cNvPr id="255" name="Google Shape;255;p21"/>
          <p:cNvSpPr txBox="1"/>
          <p:nvPr>
            <p:ph idx="8" type="title"/>
          </p:nvPr>
        </p:nvSpPr>
        <p:spPr>
          <a:xfrm>
            <a:off x="459325" y="788000"/>
            <a:ext cx="4648200" cy="1039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3000"/>
              <a:buNone/>
              <a:defRPr sz="2400"/>
            </a:lvl1pPr>
            <a:lvl2pPr lvl="1">
              <a:spcBef>
                <a:spcPts val="0"/>
              </a:spcBef>
              <a:spcAft>
                <a:spcPts val="0"/>
              </a:spcAft>
              <a:buClr>
                <a:schemeClr val="dk1"/>
              </a:buClr>
              <a:buSzPts val="3000"/>
              <a:buNone/>
              <a:defRPr sz="2400">
                <a:latin typeface="Quantico"/>
                <a:ea typeface="Quantico"/>
                <a:cs typeface="Quantico"/>
                <a:sym typeface="Quantico"/>
              </a:defRPr>
            </a:lvl2pPr>
            <a:lvl3pPr lvl="2">
              <a:spcBef>
                <a:spcPts val="0"/>
              </a:spcBef>
              <a:spcAft>
                <a:spcPts val="0"/>
              </a:spcAft>
              <a:buClr>
                <a:schemeClr val="dk1"/>
              </a:buClr>
              <a:buSzPts val="3000"/>
              <a:buNone/>
              <a:defRPr sz="2400">
                <a:latin typeface="Quantico"/>
                <a:ea typeface="Quantico"/>
                <a:cs typeface="Quantico"/>
                <a:sym typeface="Quantico"/>
              </a:defRPr>
            </a:lvl3pPr>
            <a:lvl4pPr lvl="3">
              <a:spcBef>
                <a:spcPts val="0"/>
              </a:spcBef>
              <a:spcAft>
                <a:spcPts val="0"/>
              </a:spcAft>
              <a:buClr>
                <a:schemeClr val="dk1"/>
              </a:buClr>
              <a:buSzPts val="3000"/>
              <a:buNone/>
              <a:defRPr sz="2400">
                <a:latin typeface="Quantico"/>
                <a:ea typeface="Quantico"/>
                <a:cs typeface="Quantico"/>
                <a:sym typeface="Quantico"/>
              </a:defRPr>
            </a:lvl4pPr>
            <a:lvl5pPr lvl="4">
              <a:spcBef>
                <a:spcPts val="0"/>
              </a:spcBef>
              <a:spcAft>
                <a:spcPts val="0"/>
              </a:spcAft>
              <a:buClr>
                <a:schemeClr val="dk1"/>
              </a:buClr>
              <a:buSzPts val="3000"/>
              <a:buNone/>
              <a:defRPr sz="2400">
                <a:latin typeface="Quantico"/>
                <a:ea typeface="Quantico"/>
                <a:cs typeface="Quantico"/>
                <a:sym typeface="Quantico"/>
              </a:defRPr>
            </a:lvl5pPr>
            <a:lvl6pPr lvl="5">
              <a:spcBef>
                <a:spcPts val="0"/>
              </a:spcBef>
              <a:spcAft>
                <a:spcPts val="0"/>
              </a:spcAft>
              <a:buClr>
                <a:schemeClr val="dk1"/>
              </a:buClr>
              <a:buSzPts val="3000"/>
              <a:buNone/>
              <a:defRPr sz="2400">
                <a:latin typeface="Quantico"/>
                <a:ea typeface="Quantico"/>
                <a:cs typeface="Quantico"/>
                <a:sym typeface="Quantico"/>
              </a:defRPr>
            </a:lvl6pPr>
            <a:lvl7pPr lvl="6">
              <a:spcBef>
                <a:spcPts val="0"/>
              </a:spcBef>
              <a:spcAft>
                <a:spcPts val="0"/>
              </a:spcAft>
              <a:buClr>
                <a:schemeClr val="dk1"/>
              </a:buClr>
              <a:buSzPts val="3000"/>
              <a:buNone/>
              <a:defRPr sz="2400">
                <a:latin typeface="Quantico"/>
                <a:ea typeface="Quantico"/>
                <a:cs typeface="Quantico"/>
                <a:sym typeface="Quantico"/>
              </a:defRPr>
            </a:lvl7pPr>
            <a:lvl8pPr lvl="7">
              <a:spcBef>
                <a:spcPts val="0"/>
              </a:spcBef>
              <a:spcAft>
                <a:spcPts val="0"/>
              </a:spcAft>
              <a:buClr>
                <a:schemeClr val="dk1"/>
              </a:buClr>
              <a:buSzPts val="3000"/>
              <a:buNone/>
              <a:defRPr sz="2400">
                <a:latin typeface="Quantico"/>
                <a:ea typeface="Quantico"/>
                <a:cs typeface="Quantico"/>
                <a:sym typeface="Quantico"/>
              </a:defRPr>
            </a:lvl8pPr>
            <a:lvl9pPr lvl="8">
              <a:spcBef>
                <a:spcPts val="0"/>
              </a:spcBef>
              <a:spcAft>
                <a:spcPts val="0"/>
              </a:spcAft>
              <a:buClr>
                <a:schemeClr val="dk1"/>
              </a:buClr>
              <a:buSzPts val="3000"/>
              <a:buNone/>
              <a:defRPr sz="2400">
                <a:latin typeface="Quantico"/>
                <a:ea typeface="Quantico"/>
                <a:cs typeface="Quantico"/>
                <a:sym typeface="Quantico"/>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o-to-market ideas - ALT 3">
  <p:cSld name="CUSTOM_5_1_1_1_2">
    <p:bg>
      <p:bgPr>
        <a:solidFill>
          <a:schemeClr val="lt1"/>
        </a:solidFill>
      </p:bgPr>
    </p:bg>
    <p:spTree>
      <p:nvGrpSpPr>
        <p:cNvPr id="256" name="Shape 256"/>
        <p:cNvGrpSpPr/>
        <p:nvPr/>
      </p:nvGrpSpPr>
      <p:grpSpPr>
        <a:xfrm>
          <a:off x="0" y="0"/>
          <a:ext cx="0" cy="0"/>
          <a:chOff x="0" y="0"/>
          <a:chExt cx="0" cy="0"/>
        </a:xfrm>
      </p:grpSpPr>
      <p:sp>
        <p:nvSpPr>
          <p:cNvPr id="257" name="Google Shape;257;p22"/>
          <p:cNvSpPr txBox="1"/>
          <p:nvPr/>
        </p:nvSpPr>
        <p:spPr>
          <a:xfrm>
            <a:off x="8578200" y="4960647"/>
            <a:ext cx="281100" cy="1077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500"/>
              <a:buFont typeface="Arial"/>
              <a:buNone/>
            </a:pPr>
            <a:fld id="{00000000-1234-1234-1234-123412341234}" type="slidenum">
              <a:rPr lang="en" sz="500">
                <a:solidFill>
                  <a:schemeClr val="dk2"/>
                </a:solidFill>
                <a:latin typeface="Lato"/>
                <a:ea typeface="Lato"/>
                <a:cs typeface="Lato"/>
                <a:sym typeface="Lato"/>
              </a:rPr>
              <a:t>‹#›</a:t>
            </a:fld>
            <a:endParaRPr sz="500">
              <a:solidFill>
                <a:schemeClr val="dk2"/>
              </a:solidFill>
              <a:latin typeface="Lato"/>
              <a:ea typeface="Lato"/>
              <a:cs typeface="Lato"/>
              <a:sym typeface="Lato"/>
            </a:endParaRPr>
          </a:p>
          <a:p>
            <a:pPr indent="0" lvl="0" marL="0" rtl="0" algn="r">
              <a:lnSpc>
                <a:spcPct val="150000"/>
              </a:lnSpc>
              <a:spcBef>
                <a:spcPts val="0"/>
              </a:spcBef>
              <a:spcAft>
                <a:spcPts val="0"/>
              </a:spcAft>
              <a:buSzPts val="500"/>
              <a:buNone/>
            </a:pPr>
            <a:r>
              <a:t/>
            </a:r>
            <a:endParaRPr sz="500">
              <a:solidFill>
                <a:schemeClr val="dk2"/>
              </a:solidFill>
              <a:latin typeface="Lato"/>
              <a:ea typeface="Lato"/>
              <a:cs typeface="Lato"/>
              <a:sym typeface="Lato"/>
            </a:endParaRPr>
          </a:p>
          <a:p>
            <a:pPr indent="0" lvl="0" marL="0" rtl="0" algn="r">
              <a:lnSpc>
                <a:spcPct val="150000"/>
              </a:lnSpc>
              <a:spcBef>
                <a:spcPts val="0"/>
              </a:spcBef>
              <a:spcAft>
                <a:spcPts val="0"/>
              </a:spcAft>
              <a:buSzPts val="500"/>
              <a:buNone/>
            </a:pPr>
            <a:r>
              <a:t/>
            </a:r>
            <a:endParaRPr sz="500">
              <a:solidFill>
                <a:schemeClr val="dk2"/>
              </a:solidFill>
              <a:latin typeface="Lato"/>
              <a:ea typeface="Lato"/>
              <a:cs typeface="Lato"/>
              <a:sym typeface="Lato"/>
            </a:endParaRPr>
          </a:p>
        </p:txBody>
      </p:sp>
      <p:sp>
        <p:nvSpPr>
          <p:cNvPr id="258" name="Google Shape;258;p22"/>
          <p:cNvSpPr txBox="1"/>
          <p:nvPr>
            <p:ph type="title"/>
          </p:nvPr>
        </p:nvSpPr>
        <p:spPr>
          <a:xfrm>
            <a:off x="439550" y="765750"/>
            <a:ext cx="5045700" cy="1039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6"/>
              </a:buClr>
              <a:buSzPts val="3000"/>
              <a:buNone/>
              <a:defRPr sz="2400">
                <a:solidFill>
                  <a:schemeClr val="accent6"/>
                </a:solidFill>
              </a:defRPr>
            </a:lvl1pPr>
            <a:lvl2pPr lvl="1">
              <a:spcBef>
                <a:spcPts val="0"/>
              </a:spcBef>
              <a:spcAft>
                <a:spcPts val="0"/>
              </a:spcAft>
              <a:buClr>
                <a:schemeClr val="accent6"/>
              </a:buClr>
              <a:buSzPts val="3000"/>
              <a:buNone/>
              <a:defRPr sz="2400">
                <a:solidFill>
                  <a:schemeClr val="accent6"/>
                </a:solidFill>
                <a:latin typeface="Quantico"/>
                <a:ea typeface="Quantico"/>
                <a:cs typeface="Quantico"/>
                <a:sym typeface="Quantico"/>
              </a:defRPr>
            </a:lvl2pPr>
            <a:lvl3pPr lvl="2">
              <a:spcBef>
                <a:spcPts val="0"/>
              </a:spcBef>
              <a:spcAft>
                <a:spcPts val="0"/>
              </a:spcAft>
              <a:buClr>
                <a:schemeClr val="accent6"/>
              </a:buClr>
              <a:buSzPts val="3000"/>
              <a:buNone/>
              <a:defRPr sz="2400">
                <a:solidFill>
                  <a:schemeClr val="accent6"/>
                </a:solidFill>
                <a:latin typeface="Quantico"/>
                <a:ea typeface="Quantico"/>
                <a:cs typeface="Quantico"/>
                <a:sym typeface="Quantico"/>
              </a:defRPr>
            </a:lvl3pPr>
            <a:lvl4pPr lvl="3">
              <a:spcBef>
                <a:spcPts val="0"/>
              </a:spcBef>
              <a:spcAft>
                <a:spcPts val="0"/>
              </a:spcAft>
              <a:buClr>
                <a:schemeClr val="accent6"/>
              </a:buClr>
              <a:buSzPts val="3000"/>
              <a:buNone/>
              <a:defRPr sz="2400">
                <a:solidFill>
                  <a:schemeClr val="accent6"/>
                </a:solidFill>
                <a:latin typeface="Quantico"/>
                <a:ea typeface="Quantico"/>
                <a:cs typeface="Quantico"/>
                <a:sym typeface="Quantico"/>
              </a:defRPr>
            </a:lvl4pPr>
            <a:lvl5pPr lvl="4">
              <a:spcBef>
                <a:spcPts val="0"/>
              </a:spcBef>
              <a:spcAft>
                <a:spcPts val="0"/>
              </a:spcAft>
              <a:buClr>
                <a:schemeClr val="accent6"/>
              </a:buClr>
              <a:buSzPts val="3000"/>
              <a:buNone/>
              <a:defRPr sz="2400">
                <a:solidFill>
                  <a:schemeClr val="accent6"/>
                </a:solidFill>
                <a:latin typeface="Quantico"/>
                <a:ea typeface="Quantico"/>
                <a:cs typeface="Quantico"/>
                <a:sym typeface="Quantico"/>
              </a:defRPr>
            </a:lvl5pPr>
            <a:lvl6pPr lvl="5">
              <a:spcBef>
                <a:spcPts val="0"/>
              </a:spcBef>
              <a:spcAft>
                <a:spcPts val="0"/>
              </a:spcAft>
              <a:buClr>
                <a:schemeClr val="accent6"/>
              </a:buClr>
              <a:buSzPts val="3000"/>
              <a:buNone/>
              <a:defRPr sz="2400">
                <a:solidFill>
                  <a:schemeClr val="accent6"/>
                </a:solidFill>
                <a:latin typeface="Quantico"/>
                <a:ea typeface="Quantico"/>
                <a:cs typeface="Quantico"/>
                <a:sym typeface="Quantico"/>
              </a:defRPr>
            </a:lvl6pPr>
            <a:lvl7pPr lvl="6">
              <a:spcBef>
                <a:spcPts val="0"/>
              </a:spcBef>
              <a:spcAft>
                <a:spcPts val="0"/>
              </a:spcAft>
              <a:buClr>
                <a:schemeClr val="accent6"/>
              </a:buClr>
              <a:buSzPts val="3000"/>
              <a:buNone/>
              <a:defRPr sz="2400">
                <a:solidFill>
                  <a:schemeClr val="accent6"/>
                </a:solidFill>
                <a:latin typeface="Quantico"/>
                <a:ea typeface="Quantico"/>
                <a:cs typeface="Quantico"/>
                <a:sym typeface="Quantico"/>
              </a:defRPr>
            </a:lvl7pPr>
            <a:lvl8pPr lvl="7">
              <a:spcBef>
                <a:spcPts val="0"/>
              </a:spcBef>
              <a:spcAft>
                <a:spcPts val="0"/>
              </a:spcAft>
              <a:buClr>
                <a:schemeClr val="accent6"/>
              </a:buClr>
              <a:buSzPts val="3000"/>
              <a:buNone/>
              <a:defRPr sz="2400">
                <a:solidFill>
                  <a:schemeClr val="accent6"/>
                </a:solidFill>
                <a:latin typeface="Quantico"/>
                <a:ea typeface="Quantico"/>
                <a:cs typeface="Quantico"/>
                <a:sym typeface="Quantico"/>
              </a:defRPr>
            </a:lvl8pPr>
            <a:lvl9pPr lvl="8">
              <a:spcBef>
                <a:spcPts val="0"/>
              </a:spcBef>
              <a:spcAft>
                <a:spcPts val="0"/>
              </a:spcAft>
              <a:buClr>
                <a:schemeClr val="accent6"/>
              </a:buClr>
              <a:buSzPts val="3000"/>
              <a:buNone/>
              <a:defRPr sz="2400">
                <a:solidFill>
                  <a:schemeClr val="accent6"/>
                </a:solidFill>
                <a:latin typeface="Quantico"/>
                <a:ea typeface="Quantico"/>
                <a:cs typeface="Quantico"/>
                <a:sym typeface="Quantico"/>
              </a:defRPr>
            </a:lvl9pPr>
          </a:lstStyle>
          <a:p/>
        </p:txBody>
      </p:sp>
      <p:sp>
        <p:nvSpPr>
          <p:cNvPr id="259" name="Google Shape;259;p22"/>
          <p:cNvSpPr txBox="1"/>
          <p:nvPr>
            <p:ph idx="1" type="subTitle"/>
          </p:nvPr>
        </p:nvSpPr>
        <p:spPr>
          <a:xfrm>
            <a:off x="446900" y="397650"/>
            <a:ext cx="5344500" cy="574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700"/>
              <a:buFont typeface="Lato"/>
              <a:buNone/>
              <a:defRPr sz="1600">
                <a:solidFill>
                  <a:schemeClr val="accent6"/>
                </a:solidFill>
              </a:defRPr>
            </a:lvl1pPr>
            <a:lvl2pPr lvl="1">
              <a:spcBef>
                <a:spcPts val="1000"/>
              </a:spcBef>
              <a:spcAft>
                <a:spcPts val="0"/>
              </a:spcAft>
              <a:buClr>
                <a:schemeClr val="accent6"/>
              </a:buClr>
              <a:buSzPts val="1700"/>
              <a:buFont typeface="Lato"/>
              <a:buNone/>
              <a:defRPr sz="1600">
                <a:solidFill>
                  <a:schemeClr val="accent6"/>
                </a:solidFill>
              </a:defRPr>
            </a:lvl2pPr>
            <a:lvl3pPr lvl="2">
              <a:spcBef>
                <a:spcPts val="1000"/>
              </a:spcBef>
              <a:spcAft>
                <a:spcPts val="0"/>
              </a:spcAft>
              <a:buClr>
                <a:schemeClr val="accent6"/>
              </a:buClr>
              <a:buSzPts val="1700"/>
              <a:buFont typeface="Lato"/>
              <a:buNone/>
              <a:defRPr sz="1600">
                <a:solidFill>
                  <a:schemeClr val="accent6"/>
                </a:solidFill>
              </a:defRPr>
            </a:lvl3pPr>
            <a:lvl4pPr lvl="3">
              <a:spcBef>
                <a:spcPts val="1000"/>
              </a:spcBef>
              <a:spcAft>
                <a:spcPts val="0"/>
              </a:spcAft>
              <a:buClr>
                <a:schemeClr val="accent6"/>
              </a:buClr>
              <a:buSzPts val="1700"/>
              <a:buFont typeface="Lato"/>
              <a:buNone/>
              <a:defRPr sz="1600">
                <a:solidFill>
                  <a:schemeClr val="accent6"/>
                </a:solidFill>
              </a:defRPr>
            </a:lvl4pPr>
            <a:lvl5pPr lvl="4">
              <a:spcBef>
                <a:spcPts val="1000"/>
              </a:spcBef>
              <a:spcAft>
                <a:spcPts val="0"/>
              </a:spcAft>
              <a:buClr>
                <a:schemeClr val="accent6"/>
              </a:buClr>
              <a:buSzPts val="1700"/>
              <a:buFont typeface="Lato"/>
              <a:buNone/>
              <a:defRPr sz="1600">
                <a:solidFill>
                  <a:schemeClr val="accent6"/>
                </a:solidFill>
              </a:defRPr>
            </a:lvl5pPr>
            <a:lvl6pPr lvl="5">
              <a:spcBef>
                <a:spcPts val="1000"/>
              </a:spcBef>
              <a:spcAft>
                <a:spcPts val="0"/>
              </a:spcAft>
              <a:buClr>
                <a:schemeClr val="accent6"/>
              </a:buClr>
              <a:buSzPts val="1700"/>
              <a:buFont typeface="Lato"/>
              <a:buNone/>
              <a:defRPr sz="1600">
                <a:solidFill>
                  <a:schemeClr val="accent6"/>
                </a:solidFill>
              </a:defRPr>
            </a:lvl6pPr>
            <a:lvl7pPr lvl="6">
              <a:spcBef>
                <a:spcPts val="1000"/>
              </a:spcBef>
              <a:spcAft>
                <a:spcPts val="0"/>
              </a:spcAft>
              <a:buClr>
                <a:schemeClr val="accent6"/>
              </a:buClr>
              <a:buSzPts val="1700"/>
              <a:buFont typeface="Lato"/>
              <a:buNone/>
              <a:defRPr sz="1600">
                <a:solidFill>
                  <a:schemeClr val="accent6"/>
                </a:solidFill>
              </a:defRPr>
            </a:lvl7pPr>
            <a:lvl8pPr lvl="7">
              <a:spcBef>
                <a:spcPts val="1000"/>
              </a:spcBef>
              <a:spcAft>
                <a:spcPts val="0"/>
              </a:spcAft>
              <a:buClr>
                <a:schemeClr val="accent6"/>
              </a:buClr>
              <a:buSzPts val="1700"/>
              <a:buFont typeface="Lato"/>
              <a:buNone/>
              <a:defRPr sz="1600">
                <a:solidFill>
                  <a:schemeClr val="accent6"/>
                </a:solidFill>
              </a:defRPr>
            </a:lvl8pPr>
            <a:lvl9pPr lvl="8">
              <a:spcBef>
                <a:spcPts val="1000"/>
              </a:spcBef>
              <a:spcAft>
                <a:spcPts val="1000"/>
              </a:spcAft>
              <a:buClr>
                <a:schemeClr val="accent6"/>
              </a:buClr>
              <a:buSzPts val="1700"/>
              <a:buFont typeface="Lato"/>
              <a:buNone/>
              <a:defRPr sz="1600">
                <a:solidFill>
                  <a:schemeClr val="accent6"/>
                </a:solidFill>
              </a:defRPr>
            </a:lvl9pPr>
          </a:lstStyle>
          <a:p/>
        </p:txBody>
      </p:sp>
      <p:sp>
        <p:nvSpPr>
          <p:cNvPr id="260" name="Google Shape;260;p22"/>
          <p:cNvSpPr txBox="1"/>
          <p:nvPr>
            <p:ph idx="2" type="title"/>
          </p:nvPr>
        </p:nvSpPr>
        <p:spPr>
          <a:xfrm>
            <a:off x="423025" y="2331750"/>
            <a:ext cx="1600200" cy="252000"/>
          </a:xfrm>
          <a:prstGeom prst="rect">
            <a:avLst/>
          </a:prstGeom>
        </p:spPr>
        <p:txBody>
          <a:bodyPr anchorCtr="0" anchor="ctr" bIns="0" lIns="0" spcFirstLastPara="1" rIns="91425" wrap="square" tIns="0">
            <a:noAutofit/>
          </a:bodyPr>
          <a:lstStyle>
            <a:lvl1pPr lvl="0">
              <a:spcBef>
                <a:spcPts val="0"/>
              </a:spcBef>
              <a:spcAft>
                <a:spcPts val="0"/>
              </a:spcAft>
              <a:buClr>
                <a:schemeClr val="accent6"/>
              </a:buClr>
              <a:buSzPts val="1200"/>
              <a:buNone/>
              <a:defRPr sz="1200">
                <a:solidFill>
                  <a:schemeClr val="accent6"/>
                </a:solidFill>
              </a:defRPr>
            </a:lvl1pPr>
            <a:lvl2pPr lvl="1">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2pPr>
            <a:lvl3pPr lvl="2">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3pPr>
            <a:lvl4pPr lvl="3">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4pPr>
            <a:lvl5pPr lvl="4">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5pPr>
            <a:lvl6pPr lvl="5">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6pPr>
            <a:lvl7pPr lvl="6">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7pPr>
            <a:lvl8pPr lvl="7">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8pPr>
            <a:lvl9pPr lvl="8">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9pPr>
          </a:lstStyle>
          <a:p/>
        </p:txBody>
      </p:sp>
      <p:sp>
        <p:nvSpPr>
          <p:cNvPr id="261" name="Google Shape;261;p22"/>
          <p:cNvSpPr txBox="1"/>
          <p:nvPr>
            <p:ph idx="3" type="body"/>
          </p:nvPr>
        </p:nvSpPr>
        <p:spPr>
          <a:xfrm>
            <a:off x="423025" y="2733050"/>
            <a:ext cx="1600200" cy="1957200"/>
          </a:xfrm>
          <a:prstGeom prst="rect">
            <a:avLst/>
          </a:prstGeom>
        </p:spPr>
        <p:txBody>
          <a:bodyPr anchorCtr="0" anchor="t" bIns="0" lIns="0" spcFirstLastPara="1" rIns="0" wrap="square" tIns="0">
            <a:normAutofit/>
          </a:bodyPr>
          <a:lstStyle>
            <a:lvl1pPr indent="-285750" lvl="0" marL="457200">
              <a:lnSpc>
                <a:spcPct val="115000"/>
              </a:lnSpc>
              <a:spcBef>
                <a:spcPts val="0"/>
              </a:spcBef>
              <a:spcAft>
                <a:spcPts val="0"/>
              </a:spcAft>
              <a:buClr>
                <a:schemeClr val="accent6"/>
              </a:buClr>
              <a:buSzPts val="900"/>
              <a:buChar char="●"/>
              <a:defRPr sz="900">
                <a:solidFill>
                  <a:schemeClr val="accent6"/>
                </a:solidFill>
              </a:defRPr>
            </a:lvl1pPr>
            <a:lvl2pPr indent="-285750" lvl="1" marL="914400">
              <a:lnSpc>
                <a:spcPct val="115000"/>
              </a:lnSpc>
              <a:spcBef>
                <a:spcPts val="1000"/>
              </a:spcBef>
              <a:spcAft>
                <a:spcPts val="0"/>
              </a:spcAft>
              <a:buClr>
                <a:schemeClr val="accent6"/>
              </a:buClr>
              <a:buSzPts val="900"/>
              <a:buChar char="○"/>
              <a:defRPr sz="900">
                <a:solidFill>
                  <a:schemeClr val="accent6"/>
                </a:solidFill>
              </a:defRPr>
            </a:lvl2pPr>
            <a:lvl3pPr indent="-285750" lvl="2" marL="1371600">
              <a:lnSpc>
                <a:spcPct val="115000"/>
              </a:lnSpc>
              <a:spcBef>
                <a:spcPts val="1000"/>
              </a:spcBef>
              <a:spcAft>
                <a:spcPts val="0"/>
              </a:spcAft>
              <a:buClr>
                <a:schemeClr val="accent6"/>
              </a:buClr>
              <a:buSzPts val="900"/>
              <a:buChar char="■"/>
              <a:defRPr sz="900">
                <a:solidFill>
                  <a:schemeClr val="accent6"/>
                </a:solidFill>
              </a:defRPr>
            </a:lvl3pPr>
            <a:lvl4pPr indent="-285750" lvl="3" marL="1828800">
              <a:lnSpc>
                <a:spcPct val="115000"/>
              </a:lnSpc>
              <a:spcBef>
                <a:spcPts val="1000"/>
              </a:spcBef>
              <a:spcAft>
                <a:spcPts val="0"/>
              </a:spcAft>
              <a:buClr>
                <a:schemeClr val="accent6"/>
              </a:buClr>
              <a:buSzPts val="900"/>
              <a:buChar char="●"/>
              <a:defRPr sz="900">
                <a:solidFill>
                  <a:schemeClr val="accent6"/>
                </a:solidFill>
              </a:defRPr>
            </a:lvl4pPr>
            <a:lvl5pPr indent="-285750" lvl="4" marL="2286000">
              <a:lnSpc>
                <a:spcPct val="115000"/>
              </a:lnSpc>
              <a:spcBef>
                <a:spcPts val="1000"/>
              </a:spcBef>
              <a:spcAft>
                <a:spcPts val="0"/>
              </a:spcAft>
              <a:buClr>
                <a:schemeClr val="accent6"/>
              </a:buClr>
              <a:buSzPts val="900"/>
              <a:buChar char="○"/>
              <a:defRPr sz="900">
                <a:solidFill>
                  <a:schemeClr val="accent6"/>
                </a:solidFill>
              </a:defRPr>
            </a:lvl5pPr>
            <a:lvl6pPr indent="-285750" lvl="5" marL="2743200">
              <a:lnSpc>
                <a:spcPct val="115000"/>
              </a:lnSpc>
              <a:spcBef>
                <a:spcPts val="1000"/>
              </a:spcBef>
              <a:spcAft>
                <a:spcPts val="0"/>
              </a:spcAft>
              <a:buClr>
                <a:schemeClr val="accent6"/>
              </a:buClr>
              <a:buSzPts val="900"/>
              <a:buChar char="■"/>
              <a:defRPr sz="900">
                <a:solidFill>
                  <a:schemeClr val="accent6"/>
                </a:solidFill>
              </a:defRPr>
            </a:lvl6pPr>
            <a:lvl7pPr indent="-285750" lvl="6" marL="3200400">
              <a:lnSpc>
                <a:spcPct val="115000"/>
              </a:lnSpc>
              <a:spcBef>
                <a:spcPts val="1000"/>
              </a:spcBef>
              <a:spcAft>
                <a:spcPts val="0"/>
              </a:spcAft>
              <a:buClr>
                <a:schemeClr val="accent6"/>
              </a:buClr>
              <a:buSzPts val="900"/>
              <a:buChar char="●"/>
              <a:defRPr sz="900">
                <a:solidFill>
                  <a:schemeClr val="accent6"/>
                </a:solidFill>
              </a:defRPr>
            </a:lvl7pPr>
            <a:lvl8pPr indent="-285750" lvl="7" marL="3657600">
              <a:lnSpc>
                <a:spcPct val="115000"/>
              </a:lnSpc>
              <a:spcBef>
                <a:spcPts val="1000"/>
              </a:spcBef>
              <a:spcAft>
                <a:spcPts val="0"/>
              </a:spcAft>
              <a:buClr>
                <a:schemeClr val="accent6"/>
              </a:buClr>
              <a:buSzPts val="900"/>
              <a:buChar char="○"/>
              <a:defRPr sz="900">
                <a:solidFill>
                  <a:schemeClr val="accent6"/>
                </a:solidFill>
              </a:defRPr>
            </a:lvl8pPr>
            <a:lvl9pPr indent="-285750" lvl="8" marL="4114800">
              <a:lnSpc>
                <a:spcPct val="115000"/>
              </a:lnSpc>
              <a:spcBef>
                <a:spcPts val="1000"/>
              </a:spcBef>
              <a:spcAft>
                <a:spcPts val="1000"/>
              </a:spcAft>
              <a:buClr>
                <a:schemeClr val="accent6"/>
              </a:buClr>
              <a:buSzPts val="900"/>
              <a:buChar char="■"/>
              <a:defRPr sz="900">
                <a:solidFill>
                  <a:schemeClr val="accent6"/>
                </a:solidFill>
              </a:defRPr>
            </a:lvl9pPr>
          </a:lstStyle>
          <a:p/>
        </p:txBody>
      </p:sp>
      <p:sp>
        <p:nvSpPr>
          <p:cNvPr id="262" name="Google Shape;262;p22"/>
          <p:cNvSpPr txBox="1"/>
          <p:nvPr>
            <p:ph idx="4" type="title"/>
          </p:nvPr>
        </p:nvSpPr>
        <p:spPr>
          <a:xfrm>
            <a:off x="2568575" y="2331750"/>
            <a:ext cx="1722300" cy="252000"/>
          </a:xfrm>
          <a:prstGeom prst="rect">
            <a:avLst/>
          </a:prstGeom>
        </p:spPr>
        <p:txBody>
          <a:bodyPr anchorCtr="0" anchor="ctr" bIns="0" lIns="0" spcFirstLastPara="1" rIns="91425" wrap="square" tIns="0">
            <a:noAutofit/>
          </a:bodyPr>
          <a:lstStyle>
            <a:lvl1pPr lvl="0">
              <a:spcBef>
                <a:spcPts val="0"/>
              </a:spcBef>
              <a:spcAft>
                <a:spcPts val="0"/>
              </a:spcAft>
              <a:buClr>
                <a:schemeClr val="accent6"/>
              </a:buClr>
              <a:buSzPts val="1200"/>
              <a:buNone/>
              <a:defRPr sz="1200">
                <a:solidFill>
                  <a:schemeClr val="accent6"/>
                </a:solidFill>
              </a:defRPr>
            </a:lvl1pPr>
            <a:lvl2pPr lvl="1">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2pPr>
            <a:lvl3pPr lvl="2">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3pPr>
            <a:lvl4pPr lvl="3">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4pPr>
            <a:lvl5pPr lvl="4">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5pPr>
            <a:lvl6pPr lvl="5">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6pPr>
            <a:lvl7pPr lvl="6">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7pPr>
            <a:lvl8pPr lvl="7">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8pPr>
            <a:lvl9pPr lvl="8">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9pPr>
          </a:lstStyle>
          <a:p/>
        </p:txBody>
      </p:sp>
      <p:sp>
        <p:nvSpPr>
          <p:cNvPr id="263" name="Google Shape;263;p22"/>
          <p:cNvSpPr txBox="1"/>
          <p:nvPr>
            <p:ph idx="5" type="body"/>
          </p:nvPr>
        </p:nvSpPr>
        <p:spPr>
          <a:xfrm>
            <a:off x="2568575" y="2733050"/>
            <a:ext cx="1722300" cy="1957200"/>
          </a:xfrm>
          <a:prstGeom prst="rect">
            <a:avLst/>
          </a:prstGeom>
        </p:spPr>
        <p:txBody>
          <a:bodyPr anchorCtr="0" anchor="t" bIns="0" lIns="0" spcFirstLastPara="1" rIns="0" wrap="square" tIns="0">
            <a:normAutofit/>
          </a:bodyPr>
          <a:lstStyle>
            <a:lvl1pPr indent="-285750" lvl="0" marL="457200">
              <a:lnSpc>
                <a:spcPct val="115000"/>
              </a:lnSpc>
              <a:spcBef>
                <a:spcPts val="0"/>
              </a:spcBef>
              <a:spcAft>
                <a:spcPts val="0"/>
              </a:spcAft>
              <a:buClr>
                <a:schemeClr val="accent6"/>
              </a:buClr>
              <a:buSzPts val="900"/>
              <a:buChar char="●"/>
              <a:defRPr sz="900">
                <a:solidFill>
                  <a:schemeClr val="accent6"/>
                </a:solidFill>
              </a:defRPr>
            </a:lvl1pPr>
            <a:lvl2pPr indent="-285750" lvl="1" marL="914400">
              <a:lnSpc>
                <a:spcPct val="115000"/>
              </a:lnSpc>
              <a:spcBef>
                <a:spcPts val="1000"/>
              </a:spcBef>
              <a:spcAft>
                <a:spcPts val="0"/>
              </a:spcAft>
              <a:buClr>
                <a:schemeClr val="accent6"/>
              </a:buClr>
              <a:buSzPts val="900"/>
              <a:buChar char="○"/>
              <a:defRPr sz="900">
                <a:solidFill>
                  <a:schemeClr val="accent6"/>
                </a:solidFill>
              </a:defRPr>
            </a:lvl2pPr>
            <a:lvl3pPr indent="-285750" lvl="2" marL="1371600">
              <a:lnSpc>
                <a:spcPct val="115000"/>
              </a:lnSpc>
              <a:spcBef>
                <a:spcPts val="1000"/>
              </a:spcBef>
              <a:spcAft>
                <a:spcPts val="0"/>
              </a:spcAft>
              <a:buClr>
                <a:schemeClr val="accent6"/>
              </a:buClr>
              <a:buSzPts val="900"/>
              <a:buChar char="■"/>
              <a:defRPr sz="900">
                <a:solidFill>
                  <a:schemeClr val="accent6"/>
                </a:solidFill>
              </a:defRPr>
            </a:lvl3pPr>
            <a:lvl4pPr indent="-285750" lvl="3" marL="1828800">
              <a:lnSpc>
                <a:spcPct val="115000"/>
              </a:lnSpc>
              <a:spcBef>
                <a:spcPts val="1000"/>
              </a:spcBef>
              <a:spcAft>
                <a:spcPts val="0"/>
              </a:spcAft>
              <a:buClr>
                <a:schemeClr val="accent6"/>
              </a:buClr>
              <a:buSzPts val="900"/>
              <a:buChar char="●"/>
              <a:defRPr sz="900">
                <a:solidFill>
                  <a:schemeClr val="accent6"/>
                </a:solidFill>
              </a:defRPr>
            </a:lvl4pPr>
            <a:lvl5pPr indent="-285750" lvl="4" marL="2286000">
              <a:lnSpc>
                <a:spcPct val="115000"/>
              </a:lnSpc>
              <a:spcBef>
                <a:spcPts val="1000"/>
              </a:spcBef>
              <a:spcAft>
                <a:spcPts val="0"/>
              </a:spcAft>
              <a:buClr>
                <a:schemeClr val="accent6"/>
              </a:buClr>
              <a:buSzPts val="900"/>
              <a:buChar char="○"/>
              <a:defRPr sz="900">
                <a:solidFill>
                  <a:schemeClr val="accent6"/>
                </a:solidFill>
              </a:defRPr>
            </a:lvl5pPr>
            <a:lvl6pPr indent="-285750" lvl="5" marL="2743200">
              <a:lnSpc>
                <a:spcPct val="115000"/>
              </a:lnSpc>
              <a:spcBef>
                <a:spcPts val="1000"/>
              </a:spcBef>
              <a:spcAft>
                <a:spcPts val="0"/>
              </a:spcAft>
              <a:buClr>
                <a:schemeClr val="accent6"/>
              </a:buClr>
              <a:buSzPts val="900"/>
              <a:buChar char="■"/>
              <a:defRPr sz="900">
                <a:solidFill>
                  <a:schemeClr val="accent6"/>
                </a:solidFill>
              </a:defRPr>
            </a:lvl6pPr>
            <a:lvl7pPr indent="-285750" lvl="6" marL="3200400">
              <a:lnSpc>
                <a:spcPct val="115000"/>
              </a:lnSpc>
              <a:spcBef>
                <a:spcPts val="1000"/>
              </a:spcBef>
              <a:spcAft>
                <a:spcPts val="0"/>
              </a:spcAft>
              <a:buClr>
                <a:schemeClr val="accent6"/>
              </a:buClr>
              <a:buSzPts val="900"/>
              <a:buChar char="●"/>
              <a:defRPr sz="900">
                <a:solidFill>
                  <a:schemeClr val="accent6"/>
                </a:solidFill>
              </a:defRPr>
            </a:lvl7pPr>
            <a:lvl8pPr indent="-285750" lvl="7" marL="3657600">
              <a:lnSpc>
                <a:spcPct val="115000"/>
              </a:lnSpc>
              <a:spcBef>
                <a:spcPts val="1000"/>
              </a:spcBef>
              <a:spcAft>
                <a:spcPts val="0"/>
              </a:spcAft>
              <a:buClr>
                <a:schemeClr val="accent6"/>
              </a:buClr>
              <a:buSzPts val="900"/>
              <a:buChar char="○"/>
              <a:defRPr sz="900">
                <a:solidFill>
                  <a:schemeClr val="accent6"/>
                </a:solidFill>
              </a:defRPr>
            </a:lvl8pPr>
            <a:lvl9pPr indent="-285750" lvl="8" marL="4114800">
              <a:lnSpc>
                <a:spcPct val="115000"/>
              </a:lnSpc>
              <a:spcBef>
                <a:spcPts val="1000"/>
              </a:spcBef>
              <a:spcAft>
                <a:spcPts val="1000"/>
              </a:spcAft>
              <a:buClr>
                <a:schemeClr val="accent6"/>
              </a:buClr>
              <a:buSzPts val="900"/>
              <a:buChar char="■"/>
              <a:defRPr sz="900">
                <a:solidFill>
                  <a:schemeClr val="accent6"/>
                </a:solidFill>
              </a:defRPr>
            </a:lvl9pPr>
          </a:lstStyle>
          <a:p/>
        </p:txBody>
      </p:sp>
      <p:sp>
        <p:nvSpPr>
          <p:cNvPr id="264" name="Google Shape;264;p22"/>
          <p:cNvSpPr txBox="1"/>
          <p:nvPr>
            <p:ph idx="6" type="title"/>
          </p:nvPr>
        </p:nvSpPr>
        <p:spPr>
          <a:xfrm>
            <a:off x="4751950" y="2331750"/>
            <a:ext cx="1722300" cy="252000"/>
          </a:xfrm>
          <a:prstGeom prst="rect">
            <a:avLst/>
          </a:prstGeom>
        </p:spPr>
        <p:txBody>
          <a:bodyPr anchorCtr="0" anchor="ctr" bIns="0" lIns="0" spcFirstLastPara="1" rIns="91425" wrap="square" tIns="0">
            <a:noAutofit/>
          </a:bodyPr>
          <a:lstStyle>
            <a:lvl1pPr lvl="0">
              <a:spcBef>
                <a:spcPts val="0"/>
              </a:spcBef>
              <a:spcAft>
                <a:spcPts val="0"/>
              </a:spcAft>
              <a:buClr>
                <a:schemeClr val="accent6"/>
              </a:buClr>
              <a:buSzPts val="1200"/>
              <a:buNone/>
              <a:defRPr sz="1200">
                <a:solidFill>
                  <a:schemeClr val="accent6"/>
                </a:solidFill>
              </a:defRPr>
            </a:lvl1pPr>
            <a:lvl2pPr lvl="1">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2pPr>
            <a:lvl3pPr lvl="2">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3pPr>
            <a:lvl4pPr lvl="3">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4pPr>
            <a:lvl5pPr lvl="4">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5pPr>
            <a:lvl6pPr lvl="5">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6pPr>
            <a:lvl7pPr lvl="6">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7pPr>
            <a:lvl8pPr lvl="7">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8pPr>
            <a:lvl9pPr lvl="8">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9pPr>
          </a:lstStyle>
          <a:p/>
        </p:txBody>
      </p:sp>
      <p:sp>
        <p:nvSpPr>
          <p:cNvPr id="265" name="Google Shape;265;p22"/>
          <p:cNvSpPr txBox="1"/>
          <p:nvPr>
            <p:ph idx="7" type="body"/>
          </p:nvPr>
        </p:nvSpPr>
        <p:spPr>
          <a:xfrm>
            <a:off x="4751950" y="2733050"/>
            <a:ext cx="1722300" cy="1957200"/>
          </a:xfrm>
          <a:prstGeom prst="rect">
            <a:avLst/>
          </a:prstGeom>
        </p:spPr>
        <p:txBody>
          <a:bodyPr anchorCtr="0" anchor="t" bIns="0" lIns="0" spcFirstLastPara="1" rIns="0" wrap="square" tIns="0">
            <a:normAutofit/>
          </a:bodyPr>
          <a:lstStyle>
            <a:lvl1pPr indent="-285750" lvl="0" marL="457200">
              <a:lnSpc>
                <a:spcPct val="115000"/>
              </a:lnSpc>
              <a:spcBef>
                <a:spcPts val="0"/>
              </a:spcBef>
              <a:spcAft>
                <a:spcPts val="0"/>
              </a:spcAft>
              <a:buClr>
                <a:schemeClr val="accent6"/>
              </a:buClr>
              <a:buSzPts val="900"/>
              <a:buChar char="●"/>
              <a:defRPr sz="900">
                <a:solidFill>
                  <a:schemeClr val="accent6"/>
                </a:solidFill>
              </a:defRPr>
            </a:lvl1pPr>
            <a:lvl2pPr indent="-285750" lvl="1" marL="914400">
              <a:lnSpc>
                <a:spcPct val="115000"/>
              </a:lnSpc>
              <a:spcBef>
                <a:spcPts val="1000"/>
              </a:spcBef>
              <a:spcAft>
                <a:spcPts val="0"/>
              </a:spcAft>
              <a:buClr>
                <a:schemeClr val="accent6"/>
              </a:buClr>
              <a:buSzPts val="900"/>
              <a:buChar char="○"/>
              <a:defRPr sz="900">
                <a:solidFill>
                  <a:schemeClr val="accent6"/>
                </a:solidFill>
              </a:defRPr>
            </a:lvl2pPr>
            <a:lvl3pPr indent="-285750" lvl="2" marL="1371600">
              <a:lnSpc>
                <a:spcPct val="115000"/>
              </a:lnSpc>
              <a:spcBef>
                <a:spcPts val="1000"/>
              </a:spcBef>
              <a:spcAft>
                <a:spcPts val="0"/>
              </a:spcAft>
              <a:buClr>
                <a:schemeClr val="accent6"/>
              </a:buClr>
              <a:buSzPts val="900"/>
              <a:buChar char="■"/>
              <a:defRPr sz="900">
                <a:solidFill>
                  <a:schemeClr val="accent6"/>
                </a:solidFill>
              </a:defRPr>
            </a:lvl3pPr>
            <a:lvl4pPr indent="-285750" lvl="3" marL="1828800">
              <a:lnSpc>
                <a:spcPct val="115000"/>
              </a:lnSpc>
              <a:spcBef>
                <a:spcPts val="1000"/>
              </a:spcBef>
              <a:spcAft>
                <a:spcPts val="0"/>
              </a:spcAft>
              <a:buClr>
                <a:schemeClr val="accent6"/>
              </a:buClr>
              <a:buSzPts val="900"/>
              <a:buChar char="●"/>
              <a:defRPr sz="900">
                <a:solidFill>
                  <a:schemeClr val="accent6"/>
                </a:solidFill>
              </a:defRPr>
            </a:lvl4pPr>
            <a:lvl5pPr indent="-285750" lvl="4" marL="2286000">
              <a:lnSpc>
                <a:spcPct val="115000"/>
              </a:lnSpc>
              <a:spcBef>
                <a:spcPts val="1000"/>
              </a:spcBef>
              <a:spcAft>
                <a:spcPts val="0"/>
              </a:spcAft>
              <a:buClr>
                <a:schemeClr val="accent6"/>
              </a:buClr>
              <a:buSzPts val="900"/>
              <a:buChar char="○"/>
              <a:defRPr sz="900">
                <a:solidFill>
                  <a:schemeClr val="accent6"/>
                </a:solidFill>
              </a:defRPr>
            </a:lvl5pPr>
            <a:lvl6pPr indent="-285750" lvl="5" marL="2743200">
              <a:lnSpc>
                <a:spcPct val="115000"/>
              </a:lnSpc>
              <a:spcBef>
                <a:spcPts val="1000"/>
              </a:spcBef>
              <a:spcAft>
                <a:spcPts val="0"/>
              </a:spcAft>
              <a:buClr>
                <a:schemeClr val="accent6"/>
              </a:buClr>
              <a:buSzPts val="900"/>
              <a:buChar char="■"/>
              <a:defRPr sz="900">
                <a:solidFill>
                  <a:schemeClr val="accent6"/>
                </a:solidFill>
              </a:defRPr>
            </a:lvl6pPr>
            <a:lvl7pPr indent="-285750" lvl="6" marL="3200400">
              <a:lnSpc>
                <a:spcPct val="115000"/>
              </a:lnSpc>
              <a:spcBef>
                <a:spcPts val="1000"/>
              </a:spcBef>
              <a:spcAft>
                <a:spcPts val="0"/>
              </a:spcAft>
              <a:buClr>
                <a:schemeClr val="accent6"/>
              </a:buClr>
              <a:buSzPts val="900"/>
              <a:buChar char="●"/>
              <a:defRPr sz="900">
                <a:solidFill>
                  <a:schemeClr val="accent6"/>
                </a:solidFill>
              </a:defRPr>
            </a:lvl7pPr>
            <a:lvl8pPr indent="-285750" lvl="7" marL="3657600">
              <a:lnSpc>
                <a:spcPct val="115000"/>
              </a:lnSpc>
              <a:spcBef>
                <a:spcPts val="1000"/>
              </a:spcBef>
              <a:spcAft>
                <a:spcPts val="0"/>
              </a:spcAft>
              <a:buClr>
                <a:schemeClr val="accent6"/>
              </a:buClr>
              <a:buSzPts val="900"/>
              <a:buChar char="○"/>
              <a:defRPr sz="900">
                <a:solidFill>
                  <a:schemeClr val="accent6"/>
                </a:solidFill>
              </a:defRPr>
            </a:lvl8pPr>
            <a:lvl9pPr indent="-285750" lvl="8" marL="4114800">
              <a:lnSpc>
                <a:spcPct val="115000"/>
              </a:lnSpc>
              <a:spcBef>
                <a:spcPts val="1000"/>
              </a:spcBef>
              <a:spcAft>
                <a:spcPts val="1000"/>
              </a:spcAft>
              <a:buClr>
                <a:schemeClr val="accent6"/>
              </a:buClr>
              <a:buSzPts val="900"/>
              <a:buChar char="■"/>
              <a:defRPr sz="900">
                <a:solidFill>
                  <a:schemeClr val="accent6"/>
                </a:solidFill>
              </a:defRPr>
            </a:lvl9pPr>
          </a:lstStyle>
          <a:p/>
        </p:txBody>
      </p:sp>
      <p:sp>
        <p:nvSpPr>
          <p:cNvPr id="266" name="Google Shape;266;p22"/>
          <p:cNvSpPr txBox="1"/>
          <p:nvPr>
            <p:ph idx="8" type="title"/>
          </p:nvPr>
        </p:nvSpPr>
        <p:spPr>
          <a:xfrm>
            <a:off x="6909425" y="2331750"/>
            <a:ext cx="1722300" cy="252000"/>
          </a:xfrm>
          <a:prstGeom prst="rect">
            <a:avLst/>
          </a:prstGeom>
        </p:spPr>
        <p:txBody>
          <a:bodyPr anchorCtr="0" anchor="ctr" bIns="0" lIns="0" spcFirstLastPara="1" rIns="91425" wrap="square" tIns="0">
            <a:noAutofit/>
          </a:bodyPr>
          <a:lstStyle>
            <a:lvl1pPr lvl="0">
              <a:spcBef>
                <a:spcPts val="0"/>
              </a:spcBef>
              <a:spcAft>
                <a:spcPts val="0"/>
              </a:spcAft>
              <a:buClr>
                <a:schemeClr val="accent6"/>
              </a:buClr>
              <a:buSzPts val="1200"/>
              <a:buNone/>
              <a:defRPr sz="1200">
                <a:solidFill>
                  <a:schemeClr val="accent6"/>
                </a:solidFill>
              </a:defRPr>
            </a:lvl1pPr>
            <a:lvl2pPr lvl="1">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2pPr>
            <a:lvl3pPr lvl="2">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3pPr>
            <a:lvl4pPr lvl="3">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4pPr>
            <a:lvl5pPr lvl="4">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5pPr>
            <a:lvl6pPr lvl="5">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6pPr>
            <a:lvl7pPr lvl="6">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7pPr>
            <a:lvl8pPr lvl="7">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8pPr>
            <a:lvl9pPr lvl="8">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9pPr>
          </a:lstStyle>
          <a:p/>
        </p:txBody>
      </p:sp>
      <p:sp>
        <p:nvSpPr>
          <p:cNvPr id="267" name="Google Shape;267;p22"/>
          <p:cNvSpPr txBox="1"/>
          <p:nvPr>
            <p:ph idx="9" type="body"/>
          </p:nvPr>
        </p:nvSpPr>
        <p:spPr>
          <a:xfrm>
            <a:off x="6855900" y="2733050"/>
            <a:ext cx="1722300" cy="1957200"/>
          </a:xfrm>
          <a:prstGeom prst="rect">
            <a:avLst/>
          </a:prstGeom>
        </p:spPr>
        <p:txBody>
          <a:bodyPr anchorCtr="0" anchor="t" bIns="0" lIns="0" spcFirstLastPara="1" rIns="0" wrap="square" tIns="0">
            <a:normAutofit/>
          </a:bodyPr>
          <a:lstStyle>
            <a:lvl1pPr indent="-285750" lvl="0" marL="457200">
              <a:lnSpc>
                <a:spcPct val="115000"/>
              </a:lnSpc>
              <a:spcBef>
                <a:spcPts val="0"/>
              </a:spcBef>
              <a:spcAft>
                <a:spcPts val="0"/>
              </a:spcAft>
              <a:buClr>
                <a:schemeClr val="accent6"/>
              </a:buClr>
              <a:buSzPts val="900"/>
              <a:buChar char="●"/>
              <a:defRPr sz="900">
                <a:solidFill>
                  <a:schemeClr val="accent6"/>
                </a:solidFill>
              </a:defRPr>
            </a:lvl1pPr>
            <a:lvl2pPr indent="-285750" lvl="1" marL="914400">
              <a:lnSpc>
                <a:spcPct val="115000"/>
              </a:lnSpc>
              <a:spcBef>
                <a:spcPts val="1000"/>
              </a:spcBef>
              <a:spcAft>
                <a:spcPts val="0"/>
              </a:spcAft>
              <a:buClr>
                <a:schemeClr val="accent6"/>
              </a:buClr>
              <a:buSzPts val="900"/>
              <a:buChar char="○"/>
              <a:defRPr sz="900">
                <a:solidFill>
                  <a:schemeClr val="accent6"/>
                </a:solidFill>
              </a:defRPr>
            </a:lvl2pPr>
            <a:lvl3pPr indent="-285750" lvl="2" marL="1371600">
              <a:lnSpc>
                <a:spcPct val="115000"/>
              </a:lnSpc>
              <a:spcBef>
                <a:spcPts val="1000"/>
              </a:spcBef>
              <a:spcAft>
                <a:spcPts val="0"/>
              </a:spcAft>
              <a:buClr>
                <a:schemeClr val="accent6"/>
              </a:buClr>
              <a:buSzPts val="900"/>
              <a:buChar char="■"/>
              <a:defRPr sz="900">
                <a:solidFill>
                  <a:schemeClr val="accent6"/>
                </a:solidFill>
              </a:defRPr>
            </a:lvl3pPr>
            <a:lvl4pPr indent="-285750" lvl="3" marL="1828800">
              <a:lnSpc>
                <a:spcPct val="115000"/>
              </a:lnSpc>
              <a:spcBef>
                <a:spcPts val="1000"/>
              </a:spcBef>
              <a:spcAft>
                <a:spcPts val="0"/>
              </a:spcAft>
              <a:buClr>
                <a:schemeClr val="accent6"/>
              </a:buClr>
              <a:buSzPts val="900"/>
              <a:buChar char="●"/>
              <a:defRPr sz="900">
                <a:solidFill>
                  <a:schemeClr val="accent6"/>
                </a:solidFill>
              </a:defRPr>
            </a:lvl4pPr>
            <a:lvl5pPr indent="-285750" lvl="4" marL="2286000">
              <a:lnSpc>
                <a:spcPct val="115000"/>
              </a:lnSpc>
              <a:spcBef>
                <a:spcPts val="1000"/>
              </a:spcBef>
              <a:spcAft>
                <a:spcPts val="0"/>
              </a:spcAft>
              <a:buClr>
                <a:schemeClr val="accent6"/>
              </a:buClr>
              <a:buSzPts val="900"/>
              <a:buChar char="○"/>
              <a:defRPr sz="900">
                <a:solidFill>
                  <a:schemeClr val="accent6"/>
                </a:solidFill>
              </a:defRPr>
            </a:lvl5pPr>
            <a:lvl6pPr indent="-285750" lvl="5" marL="2743200">
              <a:lnSpc>
                <a:spcPct val="115000"/>
              </a:lnSpc>
              <a:spcBef>
                <a:spcPts val="1000"/>
              </a:spcBef>
              <a:spcAft>
                <a:spcPts val="0"/>
              </a:spcAft>
              <a:buClr>
                <a:schemeClr val="accent6"/>
              </a:buClr>
              <a:buSzPts val="900"/>
              <a:buChar char="■"/>
              <a:defRPr sz="900">
                <a:solidFill>
                  <a:schemeClr val="accent6"/>
                </a:solidFill>
              </a:defRPr>
            </a:lvl6pPr>
            <a:lvl7pPr indent="-285750" lvl="6" marL="3200400">
              <a:lnSpc>
                <a:spcPct val="115000"/>
              </a:lnSpc>
              <a:spcBef>
                <a:spcPts val="1000"/>
              </a:spcBef>
              <a:spcAft>
                <a:spcPts val="0"/>
              </a:spcAft>
              <a:buClr>
                <a:schemeClr val="accent6"/>
              </a:buClr>
              <a:buSzPts val="900"/>
              <a:buChar char="●"/>
              <a:defRPr sz="900">
                <a:solidFill>
                  <a:schemeClr val="accent6"/>
                </a:solidFill>
              </a:defRPr>
            </a:lvl7pPr>
            <a:lvl8pPr indent="-285750" lvl="7" marL="3657600">
              <a:lnSpc>
                <a:spcPct val="115000"/>
              </a:lnSpc>
              <a:spcBef>
                <a:spcPts val="1000"/>
              </a:spcBef>
              <a:spcAft>
                <a:spcPts val="0"/>
              </a:spcAft>
              <a:buClr>
                <a:schemeClr val="accent6"/>
              </a:buClr>
              <a:buSzPts val="900"/>
              <a:buChar char="○"/>
              <a:defRPr sz="900">
                <a:solidFill>
                  <a:schemeClr val="accent6"/>
                </a:solidFill>
              </a:defRPr>
            </a:lvl8pPr>
            <a:lvl9pPr indent="-285750" lvl="8" marL="4114800">
              <a:lnSpc>
                <a:spcPct val="115000"/>
              </a:lnSpc>
              <a:spcBef>
                <a:spcPts val="1000"/>
              </a:spcBef>
              <a:spcAft>
                <a:spcPts val="1000"/>
              </a:spcAft>
              <a:buClr>
                <a:schemeClr val="accent6"/>
              </a:buClr>
              <a:buSzPts val="900"/>
              <a:buChar char="■"/>
              <a:defRPr sz="900">
                <a:solidFill>
                  <a:schemeClr val="accent6"/>
                </a:solidFill>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o-to-market ideas - ALT 2">
  <p:cSld name="CUSTOM_5_1_1_1_3">
    <p:bg>
      <p:bgPr>
        <a:solidFill>
          <a:schemeClr val="lt1"/>
        </a:solidFill>
      </p:bgPr>
    </p:bg>
    <p:spTree>
      <p:nvGrpSpPr>
        <p:cNvPr id="268" name="Shape 268"/>
        <p:cNvGrpSpPr/>
        <p:nvPr/>
      </p:nvGrpSpPr>
      <p:grpSpPr>
        <a:xfrm>
          <a:off x="0" y="0"/>
          <a:ext cx="0" cy="0"/>
          <a:chOff x="0" y="0"/>
          <a:chExt cx="0" cy="0"/>
        </a:xfrm>
      </p:grpSpPr>
      <p:sp>
        <p:nvSpPr>
          <p:cNvPr id="269" name="Google Shape;269;p23"/>
          <p:cNvSpPr txBox="1"/>
          <p:nvPr>
            <p:ph type="title"/>
          </p:nvPr>
        </p:nvSpPr>
        <p:spPr>
          <a:xfrm>
            <a:off x="439550" y="765750"/>
            <a:ext cx="5045700" cy="1039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6"/>
              </a:buClr>
              <a:buSzPts val="3000"/>
              <a:buNone/>
              <a:defRPr sz="2400">
                <a:solidFill>
                  <a:schemeClr val="accent6"/>
                </a:solidFill>
              </a:defRPr>
            </a:lvl1pPr>
            <a:lvl2pPr lvl="1">
              <a:spcBef>
                <a:spcPts val="0"/>
              </a:spcBef>
              <a:spcAft>
                <a:spcPts val="0"/>
              </a:spcAft>
              <a:buClr>
                <a:schemeClr val="accent6"/>
              </a:buClr>
              <a:buSzPts val="3000"/>
              <a:buNone/>
              <a:defRPr sz="2400">
                <a:solidFill>
                  <a:schemeClr val="accent6"/>
                </a:solidFill>
                <a:latin typeface="Quantico"/>
                <a:ea typeface="Quantico"/>
                <a:cs typeface="Quantico"/>
                <a:sym typeface="Quantico"/>
              </a:defRPr>
            </a:lvl2pPr>
            <a:lvl3pPr lvl="2">
              <a:spcBef>
                <a:spcPts val="0"/>
              </a:spcBef>
              <a:spcAft>
                <a:spcPts val="0"/>
              </a:spcAft>
              <a:buClr>
                <a:schemeClr val="accent6"/>
              </a:buClr>
              <a:buSzPts val="3000"/>
              <a:buNone/>
              <a:defRPr sz="2400">
                <a:solidFill>
                  <a:schemeClr val="accent6"/>
                </a:solidFill>
                <a:latin typeface="Quantico"/>
                <a:ea typeface="Quantico"/>
                <a:cs typeface="Quantico"/>
                <a:sym typeface="Quantico"/>
              </a:defRPr>
            </a:lvl3pPr>
            <a:lvl4pPr lvl="3">
              <a:spcBef>
                <a:spcPts val="0"/>
              </a:spcBef>
              <a:spcAft>
                <a:spcPts val="0"/>
              </a:spcAft>
              <a:buClr>
                <a:schemeClr val="accent6"/>
              </a:buClr>
              <a:buSzPts val="3000"/>
              <a:buNone/>
              <a:defRPr sz="2400">
                <a:solidFill>
                  <a:schemeClr val="accent6"/>
                </a:solidFill>
                <a:latin typeface="Quantico"/>
                <a:ea typeface="Quantico"/>
                <a:cs typeface="Quantico"/>
                <a:sym typeface="Quantico"/>
              </a:defRPr>
            </a:lvl4pPr>
            <a:lvl5pPr lvl="4">
              <a:spcBef>
                <a:spcPts val="0"/>
              </a:spcBef>
              <a:spcAft>
                <a:spcPts val="0"/>
              </a:spcAft>
              <a:buClr>
                <a:schemeClr val="accent6"/>
              </a:buClr>
              <a:buSzPts val="3000"/>
              <a:buNone/>
              <a:defRPr sz="2400">
                <a:solidFill>
                  <a:schemeClr val="accent6"/>
                </a:solidFill>
                <a:latin typeface="Quantico"/>
                <a:ea typeface="Quantico"/>
                <a:cs typeface="Quantico"/>
                <a:sym typeface="Quantico"/>
              </a:defRPr>
            </a:lvl5pPr>
            <a:lvl6pPr lvl="5">
              <a:spcBef>
                <a:spcPts val="0"/>
              </a:spcBef>
              <a:spcAft>
                <a:spcPts val="0"/>
              </a:spcAft>
              <a:buClr>
                <a:schemeClr val="accent6"/>
              </a:buClr>
              <a:buSzPts val="3000"/>
              <a:buNone/>
              <a:defRPr sz="2400">
                <a:solidFill>
                  <a:schemeClr val="accent6"/>
                </a:solidFill>
                <a:latin typeface="Quantico"/>
                <a:ea typeface="Quantico"/>
                <a:cs typeface="Quantico"/>
                <a:sym typeface="Quantico"/>
              </a:defRPr>
            </a:lvl6pPr>
            <a:lvl7pPr lvl="6">
              <a:spcBef>
                <a:spcPts val="0"/>
              </a:spcBef>
              <a:spcAft>
                <a:spcPts val="0"/>
              </a:spcAft>
              <a:buClr>
                <a:schemeClr val="accent6"/>
              </a:buClr>
              <a:buSzPts val="3000"/>
              <a:buNone/>
              <a:defRPr sz="2400">
                <a:solidFill>
                  <a:schemeClr val="accent6"/>
                </a:solidFill>
                <a:latin typeface="Quantico"/>
                <a:ea typeface="Quantico"/>
                <a:cs typeface="Quantico"/>
                <a:sym typeface="Quantico"/>
              </a:defRPr>
            </a:lvl7pPr>
            <a:lvl8pPr lvl="7">
              <a:spcBef>
                <a:spcPts val="0"/>
              </a:spcBef>
              <a:spcAft>
                <a:spcPts val="0"/>
              </a:spcAft>
              <a:buClr>
                <a:schemeClr val="accent6"/>
              </a:buClr>
              <a:buSzPts val="3000"/>
              <a:buNone/>
              <a:defRPr sz="2400">
                <a:solidFill>
                  <a:schemeClr val="accent6"/>
                </a:solidFill>
                <a:latin typeface="Quantico"/>
                <a:ea typeface="Quantico"/>
                <a:cs typeface="Quantico"/>
                <a:sym typeface="Quantico"/>
              </a:defRPr>
            </a:lvl8pPr>
            <a:lvl9pPr lvl="8">
              <a:spcBef>
                <a:spcPts val="0"/>
              </a:spcBef>
              <a:spcAft>
                <a:spcPts val="0"/>
              </a:spcAft>
              <a:buClr>
                <a:schemeClr val="accent6"/>
              </a:buClr>
              <a:buSzPts val="3000"/>
              <a:buNone/>
              <a:defRPr sz="2400">
                <a:solidFill>
                  <a:schemeClr val="accent6"/>
                </a:solidFill>
                <a:latin typeface="Quantico"/>
                <a:ea typeface="Quantico"/>
                <a:cs typeface="Quantico"/>
                <a:sym typeface="Quantico"/>
              </a:defRPr>
            </a:lvl9pPr>
          </a:lstStyle>
          <a:p/>
        </p:txBody>
      </p:sp>
      <p:sp>
        <p:nvSpPr>
          <p:cNvPr id="270" name="Google Shape;270;p23"/>
          <p:cNvSpPr txBox="1"/>
          <p:nvPr>
            <p:ph idx="1" type="subTitle"/>
          </p:nvPr>
        </p:nvSpPr>
        <p:spPr>
          <a:xfrm>
            <a:off x="446900" y="397650"/>
            <a:ext cx="5344500" cy="574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700"/>
              <a:buFont typeface="Lato"/>
              <a:buNone/>
              <a:defRPr sz="1600">
                <a:solidFill>
                  <a:schemeClr val="accent6"/>
                </a:solidFill>
              </a:defRPr>
            </a:lvl1pPr>
            <a:lvl2pPr lvl="1">
              <a:spcBef>
                <a:spcPts val="1000"/>
              </a:spcBef>
              <a:spcAft>
                <a:spcPts val="0"/>
              </a:spcAft>
              <a:buClr>
                <a:schemeClr val="accent6"/>
              </a:buClr>
              <a:buSzPts val="1700"/>
              <a:buFont typeface="Lato"/>
              <a:buNone/>
              <a:defRPr sz="1600">
                <a:solidFill>
                  <a:schemeClr val="accent6"/>
                </a:solidFill>
              </a:defRPr>
            </a:lvl2pPr>
            <a:lvl3pPr lvl="2">
              <a:spcBef>
                <a:spcPts val="1000"/>
              </a:spcBef>
              <a:spcAft>
                <a:spcPts val="0"/>
              </a:spcAft>
              <a:buClr>
                <a:schemeClr val="accent6"/>
              </a:buClr>
              <a:buSzPts val="1700"/>
              <a:buFont typeface="Lato"/>
              <a:buNone/>
              <a:defRPr sz="1600">
                <a:solidFill>
                  <a:schemeClr val="accent6"/>
                </a:solidFill>
              </a:defRPr>
            </a:lvl3pPr>
            <a:lvl4pPr lvl="3">
              <a:spcBef>
                <a:spcPts val="1000"/>
              </a:spcBef>
              <a:spcAft>
                <a:spcPts val="0"/>
              </a:spcAft>
              <a:buClr>
                <a:schemeClr val="accent6"/>
              </a:buClr>
              <a:buSzPts val="1700"/>
              <a:buFont typeface="Lato"/>
              <a:buNone/>
              <a:defRPr sz="1600">
                <a:solidFill>
                  <a:schemeClr val="accent6"/>
                </a:solidFill>
              </a:defRPr>
            </a:lvl4pPr>
            <a:lvl5pPr lvl="4">
              <a:spcBef>
                <a:spcPts val="1000"/>
              </a:spcBef>
              <a:spcAft>
                <a:spcPts val="0"/>
              </a:spcAft>
              <a:buClr>
                <a:schemeClr val="accent6"/>
              </a:buClr>
              <a:buSzPts val="1700"/>
              <a:buFont typeface="Lato"/>
              <a:buNone/>
              <a:defRPr sz="1600">
                <a:solidFill>
                  <a:schemeClr val="accent6"/>
                </a:solidFill>
              </a:defRPr>
            </a:lvl5pPr>
            <a:lvl6pPr lvl="5">
              <a:spcBef>
                <a:spcPts val="1000"/>
              </a:spcBef>
              <a:spcAft>
                <a:spcPts val="0"/>
              </a:spcAft>
              <a:buClr>
                <a:schemeClr val="accent6"/>
              </a:buClr>
              <a:buSzPts val="1700"/>
              <a:buFont typeface="Lato"/>
              <a:buNone/>
              <a:defRPr sz="1600">
                <a:solidFill>
                  <a:schemeClr val="accent6"/>
                </a:solidFill>
              </a:defRPr>
            </a:lvl6pPr>
            <a:lvl7pPr lvl="6">
              <a:spcBef>
                <a:spcPts val="1000"/>
              </a:spcBef>
              <a:spcAft>
                <a:spcPts val="0"/>
              </a:spcAft>
              <a:buClr>
                <a:schemeClr val="accent6"/>
              </a:buClr>
              <a:buSzPts val="1700"/>
              <a:buFont typeface="Lato"/>
              <a:buNone/>
              <a:defRPr sz="1600">
                <a:solidFill>
                  <a:schemeClr val="accent6"/>
                </a:solidFill>
              </a:defRPr>
            </a:lvl7pPr>
            <a:lvl8pPr lvl="7">
              <a:spcBef>
                <a:spcPts val="1000"/>
              </a:spcBef>
              <a:spcAft>
                <a:spcPts val="0"/>
              </a:spcAft>
              <a:buClr>
                <a:schemeClr val="accent6"/>
              </a:buClr>
              <a:buSzPts val="1700"/>
              <a:buFont typeface="Lato"/>
              <a:buNone/>
              <a:defRPr sz="1600">
                <a:solidFill>
                  <a:schemeClr val="accent6"/>
                </a:solidFill>
              </a:defRPr>
            </a:lvl8pPr>
            <a:lvl9pPr lvl="8">
              <a:spcBef>
                <a:spcPts val="1000"/>
              </a:spcBef>
              <a:spcAft>
                <a:spcPts val="1000"/>
              </a:spcAft>
              <a:buClr>
                <a:schemeClr val="accent6"/>
              </a:buClr>
              <a:buSzPts val="1700"/>
              <a:buFont typeface="Lato"/>
              <a:buNone/>
              <a:defRPr sz="1600">
                <a:solidFill>
                  <a:schemeClr val="accent6"/>
                </a:solidFill>
              </a:defRPr>
            </a:lvl9pPr>
          </a:lstStyle>
          <a:p/>
        </p:txBody>
      </p:sp>
      <p:sp>
        <p:nvSpPr>
          <p:cNvPr id="271" name="Google Shape;271;p23"/>
          <p:cNvSpPr txBox="1"/>
          <p:nvPr>
            <p:ph idx="2" type="subTitle"/>
          </p:nvPr>
        </p:nvSpPr>
        <p:spPr>
          <a:xfrm>
            <a:off x="705575" y="2387975"/>
            <a:ext cx="1236900" cy="391500"/>
          </a:xfrm>
          <a:prstGeom prst="rect">
            <a:avLst/>
          </a:prstGeom>
        </p:spPr>
        <p:txBody>
          <a:bodyPr anchorCtr="0" anchor="ctr" bIns="0" lIns="0" spcFirstLastPara="1" rIns="91425" wrap="square" tIns="0">
            <a:noAutofit/>
          </a:bodyPr>
          <a:lstStyle>
            <a:lvl1pPr lvl="0">
              <a:lnSpc>
                <a:spcPct val="100000"/>
              </a:lnSpc>
              <a:spcBef>
                <a:spcPts val="0"/>
              </a:spcBef>
              <a:spcAft>
                <a:spcPts val="0"/>
              </a:spcAft>
              <a:buClr>
                <a:schemeClr val="accent6"/>
              </a:buClr>
              <a:buSzPts val="900"/>
              <a:buNone/>
              <a:defRPr sz="900">
                <a:solidFill>
                  <a:schemeClr val="accent6"/>
                </a:solidFill>
              </a:defRPr>
            </a:lvl1pPr>
            <a:lvl2pPr lvl="1">
              <a:lnSpc>
                <a:spcPct val="100000"/>
              </a:lnSpc>
              <a:spcBef>
                <a:spcPts val="1000"/>
              </a:spcBef>
              <a:spcAft>
                <a:spcPts val="0"/>
              </a:spcAft>
              <a:buClr>
                <a:schemeClr val="accent6"/>
              </a:buClr>
              <a:buSzPts val="900"/>
              <a:buNone/>
              <a:defRPr sz="900">
                <a:solidFill>
                  <a:schemeClr val="accent6"/>
                </a:solidFill>
              </a:defRPr>
            </a:lvl2pPr>
            <a:lvl3pPr lvl="2">
              <a:lnSpc>
                <a:spcPct val="100000"/>
              </a:lnSpc>
              <a:spcBef>
                <a:spcPts val="1000"/>
              </a:spcBef>
              <a:spcAft>
                <a:spcPts val="0"/>
              </a:spcAft>
              <a:buClr>
                <a:schemeClr val="accent6"/>
              </a:buClr>
              <a:buSzPts val="900"/>
              <a:buNone/>
              <a:defRPr sz="900">
                <a:solidFill>
                  <a:schemeClr val="accent6"/>
                </a:solidFill>
              </a:defRPr>
            </a:lvl3pPr>
            <a:lvl4pPr lvl="3">
              <a:lnSpc>
                <a:spcPct val="100000"/>
              </a:lnSpc>
              <a:spcBef>
                <a:spcPts val="1000"/>
              </a:spcBef>
              <a:spcAft>
                <a:spcPts val="0"/>
              </a:spcAft>
              <a:buClr>
                <a:schemeClr val="accent6"/>
              </a:buClr>
              <a:buSzPts val="900"/>
              <a:buNone/>
              <a:defRPr sz="900">
                <a:solidFill>
                  <a:schemeClr val="accent6"/>
                </a:solidFill>
              </a:defRPr>
            </a:lvl4pPr>
            <a:lvl5pPr lvl="4">
              <a:lnSpc>
                <a:spcPct val="100000"/>
              </a:lnSpc>
              <a:spcBef>
                <a:spcPts val="1000"/>
              </a:spcBef>
              <a:spcAft>
                <a:spcPts val="0"/>
              </a:spcAft>
              <a:buClr>
                <a:schemeClr val="accent6"/>
              </a:buClr>
              <a:buSzPts val="900"/>
              <a:buNone/>
              <a:defRPr sz="900">
                <a:solidFill>
                  <a:schemeClr val="accent6"/>
                </a:solidFill>
              </a:defRPr>
            </a:lvl5pPr>
            <a:lvl6pPr lvl="5">
              <a:lnSpc>
                <a:spcPct val="100000"/>
              </a:lnSpc>
              <a:spcBef>
                <a:spcPts val="1000"/>
              </a:spcBef>
              <a:spcAft>
                <a:spcPts val="0"/>
              </a:spcAft>
              <a:buClr>
                <a:schemeClr val="accent6"/>
              </a:buClr>
              <a:buSzPts val="900"/>
              <a:buNone/>
              <a:defRPr sz="900">
                <a:solidFill>
                  <a:schemeClr val="accent6"/>
                </a:solidFill>
              </a:defRPr>
            </a:lvl6pPr>
            <a:lvl7pPr lvl="6">
              <a:lnSpc>
                <a:spcPct val="100000"/>
              </a:lnSpc>
              <a:spcBef>
                <a:spcPts val="1000"/>
              </a:spcBef>
              <a:spcAft>
                <a:spcPts val="0"/>
              </a:spcAft>
              <a:buClr>
                <a:schemeClr val="accent6"/>
              </a:buClr>
              <a:buSzPts val="900"/>
              <a:buNone/>
              <a:defRPr sz="900">
                <a:solidFill>
                  <a:schemeClr val="accent6"/>
                </a:solidFill>
              </a:defRPr>
            </a:lvl7pPr>
            <a:lvl8pPr lvl="7">
              <a:lnSpc>
                <a:spcPct val="100000"/>
              </a:lnSpc>
              <a:spcBef>
                <a:spcPts val="1000"/>
              </a:spcBef>
              <a:spcAft>
                <a:spcPts val="0"/>
              </a:spcAft>
              <a:buClr>
                <a:schemeClr val="accent6"/>
              </a:buClr>
              <a:buSzPts val="900"/>
              <a:buNone/>
              <a:defRPr sz="900">
                <a:solidFill>
                  <a:schemeClr val="accent6"/>
                </a:solidFill>
              </a:defRPr>
            </a:lvl8pPr>
            <a:lvl9pPr lvl="8">
              <a:lnSpc>
                <a:spcPct val="100000"/>
              </a:lnSpc>
              <a:spcBef>
                <a:spcPts val="1000"/>
              </a:spcBef>
              <a:spcAft>
                <a:spcPts val="1000"/>
              </a:spcAft>
              <a:buClr>
                <a:schemeClr val="accent6"/>
              </a:buClr>
              <a:buSzPts val="900"/>
              <a:buNone/>
              <a:defRPr sz="900">
                <a:solidFill>
                  <a:schemeClr val="accent6"/>
                </a:solidFill>
              </a:defRPr>
            </a:lvl9pPr>
          </a:lstStyle>
          <a:p/>
        </p:txBody>
      </p:sp>
      <p:sp>
        <p:nvSpPr>
          <p:cNvPr id="272" name="Google Shape;272;p23"/>
          <p:cNvSpPr txBox="1"/>
          <p:nvPr>
            <p:ph idx="3" type="subTitle"/>
          </p:nvPr>
        </p:nvSpPr>
        <p:spPr>
          <a:xfrm>
            <a:off x="705575" y="2948575"/>
            <a:ext cx="1236900" cy="391500"/>
          </a:xfrm>
          <a:prstGeom prst="rect">
            <a:avLst/>
          </a:prstGeom>
        </p:spPr>
        <p:txBody>
          <a:bodyPr anchorCtr="0" anchor="ctr" bIns="0" lIns="0" spcFirstLastPara="1" rIns="91425" wrap="square" tIns="0">
            <a:noAutofit/>
          </a:bodyPr>
          <a:lstStyle>
            <a:lvl1pPr lvl="0">
              <a:lnSpc>
                <a:spcPct val="100000"/>
              </a:lnSpc>
              <a:spcBef>
                <a:spcPts val="0"/>
              </a:spcBef>
              <a:spcAft>
                <a:spcPts val="0"/>
              </a:spcAft>
              <a:buClr>
                <a:schemeClr val="accent6"/>
              </a:buClr>
              <a:buSzPts val="900"/>
              <a:buNone/>
              <a:defRPr sz="900">
                <a:solidFill>
                  <a:schemeClr val="accent6"/>
                </a:solidFill>
              </a:defRPr>
            </a:lvl1pPr>
            <a:lvl2pPr lvl="1">
              <a:lnSpc>
                <a:spcPct val="100000"/>
              </a:lnSpc>
              <a:spcBef>
                <a:spcPts val="1000"/>
              </a:spcBef>
              <a:spcAft>
                <a:spcPts val="0"/>
              </a:spcAft>
              <a:buClr>
                <a:schemeClr val="accent6"/>
              </a:buClr>
              <a:buSzPts val="900"/>
              <a:buNone/>
              <a:defRPr sz="900">
                <a:solidFill>
                  <a:schemeClr val="accent6"/>
                </a:solidFill>
              </a:defRPr>
            </a:lvl2pPr>
            <a:lvl3pPr lvl="2">
              <a:lnSpc>
                <a:spcPct val="100000"/>
              </a:lnSpc>
              <a:spcBef>
                <a:spcPts val="1000"/>
              </a:spcBef>
              <a:spcAft>
                <a:spcPts val="0"/>
              </a:spcAft>
              <a:buClr>
                <a:schemeClr val="accent6"/>
              </a:buClr>
              <a:buSzPts val="900"/>
              <a:buNone/>
              <a:defRPr sz="900">
                <a:solidFill>
                  <a:schemeClr val="accent6"/>
                </a:solidFill>
              </a:defRPr>
            </a:lvl3pPr>
            <a:lvl4pPr lvl="3">
              <a:lnSpc>
                <a:spcPct val="100000"/>
              </a:lnSpc>
              <a:spcBef>
                <a:spcPts val="1000"/>
              </a:spcBef>
              <a:spcAft>
                <a:spcPts val="0"/>
              </a:spcAft>
              <a:buClr>
                <a:schemeClr val="accent6"/>
              </a:buClr>
              <a:buSzPts val="900"/>
              <a:buNone/>
              <a:defRPr sz="900">
                <a:solidFill>
                  <a:schemeClr val="accent6"/>
                </a:solidFill>
              </a:defRPr>
            </a:lvl4pPr>
            <a:lvl5pPr lvl="4">
              <a:lnSpc>
                <a:spcPct val="100000"/>
              </a:lnSpc>
              <a:spcBef>
                <a:spcPts val="1000"/>
              </a:spcBef>
              <a:spcAft>
                <a:spcPts val="0"/>
              </a:spcAft>
              <a:buClr>
                <a:schemeClr val="accent6"/>
              </a:buClr>
              <a:buSzPts val="900"/>
              <a:buNone/>
              <a:defRPr sz="900">
                <a:solidFill>
                  <a:schemeClr val="accent6"/>
                </a:solidFill>
              </a:defRPr>
            </a:lvl5pPr>
            <a:lvl6pPr lvl="5">
              <a:lnSpc>
                <a:spcPct val="100000"/>
              </a:lnSpc>
              <a:spcBef>
                <a:spcPts val="1000"/>
              </a:spcBef>
              <a:spcAft>
                <a:spcPts val="0"/>
              </a:spcAft>
              <a:buClr>
                <a:schemeClr val="accent6"/>
              </a:buClr>
              <a:buSzPts val="900"/>
              <a:buNone/>
              <a:defRPr sz="900">
                <a:solidFill>
                  <a:schemeClr val="accent6"/>
                </a:solidFill>
              </a:defRPr>
            </a:lvl6pPr>
            <a:lvl7pPr lvl="6">
              <a:lnSpc>
                <a:spcPct val="100000"/>
              </a:lnSpc>
              <a:spcBef>
                <a:spcPts val="1000"/>
              </a:spcBef>
              <a:spcAft>
                <a:spcPts val="0"/>
              </a:spcAft>
              <a:buClr>
                <a:schemeClr val="accent6"/>
              </a:buClr>
              <a:buSzPts val="900"/>
              <a:buNone/>
              <a:defRPr sz="900">
                <a:solidFill>
                  <a:schemeClr val="accent6"/>
                </a:solidFill>
              </a:defRPr>
            </a:lvl7pPr>
            <a:lvl8pPr lvl="7">
              <a:lnSpc>
                <a:spcPct val="100000"/>
              </a:lnSpc>
              <a:spcBef>
                <a:spcPts val="1000"/>
              </a:spcBef>
              <a:spcAft>
                <a:spcPts val="0"/>
              </a:spcAft>
              <a:buClr>
                <a:schemeClr val="accent6"/>
              </a:buClr>
              <a:buSzPts val="900"/>
              <a:buNone/>
              <a:defRPr sz="900">
                <a:solidFill>
                  <a:schemeClr val="accent6"/>
                </a:solidFill>
              </a:defRPr>
            </a:lvl8pPr>
            <a:lvl9pPr lvl="8">
              <a:lnSpc>
                <a:spcPct val="100000"/>
              </a:lnSpc>
              <a:spcBef>
                <a:spcPts val="1000"/>
              </a:spcBef>
              <a:spcAft>
                <a:spcPts val="1000"/>
              </a:spcAft>
              <a:buClr>
                <a:schemeClr val="accent6"/>
              </a:buClr>
              <a:buSzPts val="900"/>
              <a:buNone/>
              <a:defRPr sz="900">
                <a:solidFill>
                  <a:schemeClr val="accent6"/>
                </a:solidFill>
              </a:defRPr>
            </a:lvl9pPr>
          </a:lstStyle>
          <a:p/>
        </p:txBody>
      </p:sp>
      <p:sp>
        <p:nvSpPr>
          <p:cNvPr id="273" name="Google Shape;273;p23"/>
          <p:cNvSpPr txBox="1"/>
          <p:nvPr>
            <p:ph idx="4" type="subTitle"/>
          </p:nvPr>
        </p:nvSpPr>
        <p:spPr>
          <a:xfrm>
            <a:off x="705575" y="3518838"/>
            <a:ext cx="1236900" cy="391500"/>
          </a:xfrm>
          <a:prstGeom prst="rect">
            <a:avLst/>
          </a:prstGeom>
        </p:spPr>
        <p:txBody>
          <a:bodyPr anchorCtr="0" anchor="ctr" bIns="0" lIns="0" spcFirstLastPara="1" rIns="91425" wrap="square" tIns="0">
            <a:noAutofit/>
          </a:bodyPr>
          <a:lstStyle>
            <a:lvl1pPr lvl="0">
              <a:lnSpc>
                <a:spcPct val="100000"/>
              </a:lnSpc>
              <a:spcBef>
                <a:spcPts val="0"/>
              </a:spcBef>
              <a:spcAft>
                <a:spcPts val="0"/>
              </a:spcAft>
              <a:buClr>
                <a:schemeClr val="accent6"/>
              </a:buClr>
              <a:buSzPts val="900"/>
              <a:buNone/>
              <a:defRPr sz="900">
                <a:solidFill>
                  <a:schemeClr val="accent6"/>
                </a:solidFill>
              </a:defRPr>
            </a:lvl1pPr>
            <a:lvl2pPr lvl="1">
              <a:lnSpc>
                <a:spcPct val="100000"/>
              </a:lnSpc>
              <a:spcBef>
                <a:spcPts val="1000"/>
              </a:spcBef>
              <a:spcAft>
                <a:spcPts val="0"/>
              </a:spcAft>
              <a:buClr>
                <a:schemeClr val="accent6"/>
              </a:buClr>
              <a:buSzPts val="900"/>
              <a:buNone/>
              <a:defRPr sz="900">
                <a:solidFill>
                  <a:schemeClr val="accent6"/>
                </a:solidFill>
              </a:defRPr>
            </a:lvl2pPr>
            <a:lvl3pPr lvl="2">
              <a:lnSpc>
                <a:spcPct val="100000"/>
              </a:lnSpc>
              <a:spcBef>
                <a:spcPts val="1000"/>
              </a:spcBef>
              <a:spcAft>
                <a:spcPts val="0"/>
              </a:spcAft>
              <a:buClr>
                <a:schemeClr val="accent6"/>
              </a:buClr>
              <a:buSzPts val="900"/>
              <a:buNone/>
              <a:defRPr sz="900">
                <a:solidFill>
                  <a:schemeClr val="accent6"/>
                </a:solidFill>
              </a:defRPr>
            </a:lvl3pPr>
            <a:lvl4pPr lvl="3">
              <a:lnSpc>
                <a:spcPct val="100000"/>
              </a:lnSpc>
              <a:spcBef>
                <a:spcPts val="1000"/>
              </a:spcBef>
              <a:spcAft>
                <a:spcPts val="0"/>
              </a:spcAft>
              <a:buClr>
                <a:schemeClr val="accent6"/>
              </a:buClr>
              <a:buSzPts val="900"/>
              <a:buNone/>
              <a:defRPr sz="900">
                <a:solidFill>
                  <a:schemeClr val="accent6"/>
                </a:solidFill>
              </a:defRPr>
            </a:lvl4pPr>
            <a:lvl5pPr lvl="4">
              <a:lnSpc>
                <a:spcPct val="100000"/>
              </a:lnSpc>
              <a:spcBef>
                <a:spcPts val="1000"/>
              </a:spcBef>
              <a:spcAft>
                <a:spcPts val="0"/>
              </a:spcAft>
              <a:buClr>
                <a:schemeClr val="accent6"/>
              </a:buClr>
              <a:buSzPts val="900"/>
              <a:buNone/>
              <a:defRPr sz="900">
                <a:solidFill>
                  <a:schemeClr val="accent6"/>
                </a:solidFill>
              </a:defRPr>
            </a:lvl5pPr>
            <a:lvl6pPr lvl="5">
              <a:lnSpc>
                <a:spcPct val="100000"/>
              </a:lnSpc>
              <a:spcBef>
                <a:spcPts val="1000"/>
              </a:spcBef>
              <a:spcAft>
                <a:spcPts val="0"/>
              </a:spcAft>
              <a:buClr>
                <a:schemeClr val="accent6"/>
              </a:buClr>
              <a:buSzPts val="900"/>
              <a:buNone/>
              <a:defRPr sz="900">
                <a:solidFill>
                  <a:schemeClr val="accent6"/>
                </a:solidFill>
              </a:defRPr>
            </a:lvl6pPr>
            <a:lvl7pPr lvl="6">
              <a:lnSpc>
                <a:spcPct val="100000"/>
              </a:lnSpc>
              <a:spcBef>
                <a:spcPts val="1000"/>
              </a:spcBef>
              <a:spcAft>
                <a:spcPts val="0"/>
              </a:spcAft>
              <a:buClr>
                <a:schemeClr val="accent6"/>
              </a:buClr>
              <a:buSzPts val="900"/>
              <a:buNone/>
              <a:defRPr sz="900">
                <a:solidFill>
                  <a:schemeClr val="accent6"/>
                </a:solidFill>
              </a:defRPr>
            </a:lvl7pPr>
            <a:lvl8pPr lvl="7">
              <a:lnSpc>
                <a:spcPct val="100000"/>
              </a:lnSpc>
              <a:spcBef>
                <a:spcPts val="1000"/>
              </a:spcBef>
              <a:spcAft>
                <a:spcPts val="0"/>
              </a:spcAft>
              <a:buClr>
                <a:schemeClr val="accent6"/>
              </a:buClr>
              <a:buSzPts val="900"/>
              <a:buNone/>
              <a:defRPr sz="900">
                <a:solidFill>
                  <a:schemeClr val="accent6"/>
                </a:solidFill>
              </a:defRPr>
            </a:lvl8pPr>
            <a:lvl9pPr lvl="8">
              <a:lnSpc>
                <a:spcPct val="100000"/>
              </a:lnSpc>
              <a:spcBef>
                <a:spcPts val="1000"/>
              </a:spcBef>
              <a:spcAft>
                <a:spcPts val="1000"/>
              </a:spcAft>
              <a:buClr>
                <a:schemeClr val="accent6"/>
              </a:buClr>
              <a:buSzPts val="900"/>
              <a:buNone/>
              <a:defRPr sz="900">
                <a:solidFill>
                  <a:schemeClr val="accent6"/>
                </a:solidFill>
              </a:defRPr>
            </a:lvl9pPr>
          </a:lstStyle>
          <a:p/>
        </p:txBody>
      </p:sp>
      <p:sp>
        <p:nvSpPr>
          <p:cNvPr id="274" name="Google Shape;274;p23"/>
          <p:cNvSpPr txBox="1"/>
          <p:nvPr>
            <p:ph idx="5" type="subTitle"/>
          </p:nvPr>
        </p:nvSpPr>
        <p:spPr>
          <a:xfrm>
            <a:off x="705575" y="4092600"/>
            <a:ext cx="1236900" cy="391500"/>
          </a:xfrm>
          <a:prstGeom prst="rect">
            <a:avLst/>
          </a:prstGeom>
        </p:spPr>
        <p:txBody>
          <a:bodyPr anchorCtr="0" anchor="ctr" bIns="0" lIns="0" spcFirstLastPara="1" rIns="91425" wrap="square" tIns="0">
            <a:noAutofit/>
          </a:bodyPr>
          <a:lstStyle>
            <a:lvl1pPr lvl="0">
              <a:lnSpc>
                <a:spcPct val="100000"/>
              </a:lnSpc>
              <a:spcBef>
                <a:spcPts val="0"/>
              </a:spcBef>
              <a:spcAft>
                <a:spcPts val="0"/>
              </a:spcAft>
              <a:buClr>
                <a:schemeClr val="accent6"/>
              </a:buClr>
              <a:buSzPts val="900"/>
              <a:buNone/>
              <a:defRPr sz="900">
                <a:solidFill>
                  <a:schemeClr val="accent6"/>
                </a:solidFill>
              </a:defRPr>
            </a:lvl1pPr>
            <a:lvl2pPr lvl="1">
              <a:lnSpc>
                <a:spcPct val="100000"/>
              </a:lnSpc>
              <a:spcBef>
                <a:spcPts val="1000"/>
              </a:spcBef>
              <a:spcAft>
                <a:spcPts val="0"/>
              </a:spcAft>
              <a:buClr>
                <a:schemeClr val="accent6"/>
              </a:buClr>
              <a:buSzPts val="900"/>
              <a:buNone/>
              <a:defRPr sz="900">
                <a:solidFill>
                  <a:schemeClr val="accent6"/>
                </a:solidFill>
              </a:defRPr>
            </a:lvl2pPr>
            <a:lvl3pPr lvl="2">
              <a:lnSpc>
                <a:spcPct val="100000"/>
              </a:lnSpc>
              <a:spcBef>
                <a:spcPts val="1000"/>
              </a:spcBef>
              <a:spcAft>
                <a:spcPts val="0"/>
              </a:spcAft>
              <a:buClr>
                <a:schemeClr val="accent6"/>
              </a:buClr>
              <a:buSzPts val="900"/>
              <a:buNone/>
              <a:defRPr sz="900">
                <a:solidFill>
                  <a:schemeClr val="accent6"/>
                </a:solidFill>
              </a:defRPr>
            </a:lvl3pPr>
            <a:lvl4pPr lvl="3">
              <a:lnSpc>
                <a:spcPct val="100000"/>
              </a:lnSpc>
              <a:spcBef>
                <a:spcPts val="1000"/>
              </a:spcBef>
              <a:spcAft>
                <a:spcPts val="0"/>
              </a:spcAft>
              <a:buClr>
                <a:schemeClr val="accent6"/>
              </a:buClr>
              <a:buSzPts val="900"/>
              <a:buNone/>
              <a:defRPr sz="900">
                <a:solidFill>
                  <a:schemeClr val="accent6"/>
                </a:solidFill>
              </a:defRPr>
            </a:lvl4pPr>
            <a:lvl5pPr lvl="4">
              <a:lnSpc>
                <a:spcPct val="100000"/>
              </a:lnSpc>
              <a:spcBef>
                <a:spcPts val="1000"/>
              </a:spcBef>
              <a:spcAft>
                <a:spcPts val="0"/>
              </a:spcAft>
              <a:buClr>
                <a:schemeClr val="accent6"/>
              </a:buClr>
              <a:buSzPts val="900"/>
              <a:buNone/>
              <a:defRPr sz="900">
                <a:solidFill>
                  <a:schemeClr val="accent6"/>
                </a:solidFill>
              </a:defRPr>
            </a:lvl5pPr>
            <a:lvl6pPr lvl="5">
              <a:lnSpc>
                <a:spcPct val="100000"/>
              </a:lnSpc>
              <a:spcBef>
                <a:spcPts val="1000"/>
              </a:spcBef>
              <a:spcAft>
                <a:spcPts val="0"/>
              </a:spcAft>
              <a:buClr>
                <a:schemeClr val="accent6"/>
              </a:buClr>
              <a:buSzPts val="900"/>
              <a:buNone/>
              <a:defRPr sz="900">
                <a:solidFill>
                  <a:schemeClr val="accent6"/>
                </a:solidFill>
              </a:defRPr>
            </a:lvl6pPr>
            <a:lvl7pPr lvl="6">
              <a:lnSpc>
                <a:spcPct val="100000"/>
              </a:lnSpc>
              <a:spcBef>
                <a:spcPts val="1000"/>
              </a:spcBef>
              <a:spcAft>
                <a:spcPts val="0"/>
              </a:spcAft>
              <a:buClr>
                <a:schemeClr val="accent6"/>
              </a:buClr>
              <a:buSzPts val="900"/>
              <a:buNone/>
              <a:defRPr sz="900">
                <a:solidFill>
                  <a:schemeClr val="accent6"/>
                </a:solidFill>
              </a:defRPr>
            </a:lvl7pPr>
            <a:lvl8pPr lvl="7">
              <a:lnSpc>
                <a:spcPct val="100000"/>
              </a:lnSpc>
              <a:spcBef>
                <a:spcPts val="1000"/>
              </a:spcBef>
              <a:spcAft>
                <a:spcPts val="0"/>
              </a:spcAft>
              <a:buClr>
                <a:schemeClr val="accent6"/>
              </a:buClr>
              <a:buSzPts val="900"/>
              <a:buNone/>
              <a:defRPr sz="900">
                <a:solidFill>
                  <a:schemeClr val="accent6"/>
                </a:solidFill>
              </a:defRPr>
            </a:lvl8pPr>
            <a:lvl9pPr lvl="8">
              <a:lnSpc>
                <a:spcPct val="100000"/>
              </a:lnSpc>
              <a:spcBef>
                <a:spcPts val="1000"/>
              </a:spcBef>
              <a:spcAft>
                <a:spcPts val="1000"/>
              </a:spcAft>
              <a:buClr>
                <a:schemeClr val="accent6"/>
              </a:buClr>
              <a:buSzPts val="900"/>
              <a:buNone/>
              <a:defRPr sz="900">
                <a:solidFill>
                  <a:schemeClr val="accent6"/>
                </a:solidFill>
              </a:defRPr>
            </a:lvl9pPr>
          </a:lstStyle>
          <a:p/>
        </p:txBody>
      </p:sp>
      <p:sp>
        <p:nvSpPr>
          <p:cNvPr id="275" name="Google Shape;275;p23"/>
          <p:cNvSpPr txBox="1"/>
          <p:nvPr>
            <p:ph idx="6" type="subTitle"/>
          </p:nvPr>
        </p:nvSpPr>
        <p:spPr>
          <a:xfrm>
            <a:off x="705575" y="4654250"/>
            <a:ext cx="1236900" cy="391500"/>
          </a:xfrm>
          <a:prstGeom prst="rect">
            <a:avLst/>
          </a:prstGeom>
        </p:spPr>
        <p:txBody>
          <a:bodyPr anchorCtr="0" anchor="ctr" bIns="0" lIns="0" spcFirstLastPara="1" rIns="91425" wrap="square" tIns="0">
            <a:noAutofit/>
          </a:bodyPr>
          <a:lstStyle>
            <a:lvl1pPr lvl="0">
              <a:lnSpc>
                <a:spcPct val="100000"/>
              </a:lnSpc>
              <a:spcBef>
                <a:spcPts val="0"/>
              </a:spcBef>
              <a:spcAft>
                <a:spcPts val="0"/>
              </a:spcAft>
              <a:buClr>
                <a:schemeClr val="accent6"/>
              </a:buClr>
              <a:buSzPts val="900"/>
              <a:buNone/>
              <a:defRPr sz="900">
                <a:solidFill>
                  <a:schemeClr val="accent6"/>
                </a:solidFill>
              </a:defRPr>
            </a:lvl1pPr>
            <a:lvl2pPr lvl="1">
              <a:lnSpc>
                <a:spcPct val="100000"/>
              </a:lnSpc>
              <a:spcBef>
                <a:spcPts val="1000"/>
              </a:spcBef>
              <a:spcAft>
                <a:spcPts val="0"/>
              </a:spcAft>
              <a:buClr>
                <a:schemeClr val="accent6"/>
              </a:buClr>
              <a:buSzPts val="900"/>
              <a:buNone/>
              <a:defRPr sz="900">
                <a:solidFill>
                  <a:schemeClr val="accent6"/>
                </a:solidFill>
              </a:defRPr>
            </a:lvl2pPr>
            <a:lvl3pPr lvl="2">
              <a:lnSpc>
                <a:spcPct val="100000"/>
              </a:lnSpc>
              <a:spcBef>
                <a:spcPts val="1000"/>
              </a:spcBef>
              <a:spcAft>
                <a:spcPts val="0"/>
              </a:spcAft>
              <a:buClr>
                <a:schemeClr val="accent6"/>
              </a:buClr>
              <a:buSzPts val="900"/>
              <a:buNone/>
              <a:defRPr sz="900">
                <a:solidFill>
                  <a:schemeClr val="accent6"/>
                </a:solidFill>
              </a:defRPr>
            </a:lvl3pPr>
            <a:lvl4pPr lvl="3">
              <a:lnSpc>
                <a:spcPct val="100000"/>
              </a:lnSpc>
              <a:spcBef>
                <a:spcPts val="1000"/>
              </a:spcBef>
              <a:spcAft>
                <a:spcPts val="0"/>
              </a:spcAft>
              <a:buClr>
                <a:schemeClr val="accent6"/>
              </a:buClr>
              <a:buSzPts val="900"/>
              <a:buNone/>
              <a:defRPr sz="900">
                <a:solidFill>
                  <a:schemeClr val="accent6"/>
                </a:solidFill>
              </a:defRPr>
            </a:lvl4pPr>
            <a:lvl5pPr lvl="4">
              <a:lnSpc>
                <a:spcPct val="100000"/>
              </a:lnSpc>
              <a:spcBef>
                <a:spcPts val="1000"/>
              </a:spcBef>
              <a:spcAft>
                <a:spcPts val="0"/>
              </a:spcAft>
              <a:buClr>
                <a:schemeClr val="accent6"/>
              </a:buClr>
              <a:buSzPts val="900"/>
              <a:buNone/>
              <a:defRPr sz="900">
                <a:solidFill>
                  <a:schemeClr val="accent6"/>
                </a:solidFill>
              </a:defRPr>
            </a:lvl5pPr>
            <a:lvl6pPr lvl="5">
              <a:lnSpc>
                <a:spcPct val="100000"/>
              </a:lnSpc>
              <a:spcBef>
                <a:spcPts val="1000"/>
              </a:spcBef>
              <a:spcAft>
                <a:spcPts val="0"/>
              </a:spcAft>
              <a:buClr>
                <a:schemeClr val="accent6"/>
              </a:buClr>
              <a:buSzPts val="900"/>
              <a:buNone/>
              <a:defRPr sz="900">
                <a:solidFill>
                  <a:schemeClr val="accent6"/>
                </a:solidFill>
              </a:defRPr>
            </a:lvl6pPr>
            <a:lvl7pPr lvl="6">
              <a:lnSpc>
                <a:spcPct val="100000"/>
              </a:lnSpc>
              <a:spcBef>
                <a:spcPts val="1000"/>
              </a:spcBef>
              <a:spcAft>
                <a:spcPts val="0"/>
              </a:spcAft>
              <a:buClr>
                <a:schemeClr val="accent6"/>
              </a:buClr>
              <a:buSzPts val="900"/>
              <a:buNone/>
              <a:defRPr sz="900">
                <a:solidFill>
                  <a:schemeClr val="accent6"/>
                </a:solidFill>
              </a:defRPr>
            </a:lvl7pPr>
            <a:lvl8pPr lvl="7">
              <a:lnSpc>
                <a:spcPct val="100000"/>
              </a:lnSpc>
              <a:spcBef>
                <a:spcPts val="1000"/>
              </a:spcBef>
              <a:spcAft>
                <a:spcPts val="0"/>
              </a:spcAft>
              <a:buClr>
                <a:schemeClr val="accent6"/>
              </a:buClr>
              <a:buSzPts val="900"/>
              <a:buNone/>
              <a:defRPr sz="900">
                <a:solidFill>
                  <a:schemeClr val="accent6"/>
                </a:solidFill>
              </a:defRPr>
            </a:lvl8pPr>
            <a:lvl9pPr lvl="8">
              <a:lnSpc>
                <a:spcPct val="100000"/>
              </a:lnSpc>
              <a:spcBef>
                <a:spcPts val="1000"/>
              </a:spcBef>
              <a:spcAft>
                <a:spcPts val="1000"/>
              </a:spcAft>
              <a:buClr>
                <a:schemeClr val="accent6"/>
              </a:buClr>
              <a:buSzPts val="900"/>
              <a:buNone/>
              <a:defRPr sz="900">
                <a:solidFill>
                  <a:schemeClr val="accent6"/>
                </a:solidFill>
              </a:defRPr>
            </a:lvl9pPr>
          </a:lstStyle>
          <a:p/>
        </p:txBody>
      </p:sp>
      <p:sp>
        <p:nvSpPr>
          <p:cNvPr id="276" name="Google Shape;276;p23"/>
          <p:cNvSpPr txBox="1"/>
          <p:nvPr>
            <p:ph idx="7" type="body"/>
          </p:nvPr>
        </p:nvSpPr>
        <p:spPr>
          <a:xfrm>
            <a:off x="5843600" y="4634675"/>
            <a:ext cx="24771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277" name="Google Shape;277;p23"/>
          <p:cNvSpPr txBox="1"/>
          <p:nvPr>
            <p:ph idx="8" type="body"/>
          </p:nvPr>
        </p:nvSpPr>
        <p:spPr>
          <a:xfrm>
            <a:off x="5843600" y="4088050"/>
            <a:ext cx="24771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278" name="Google Shape;278;p23"/>
          <p:cNvSpPr txBox="1"/>
          <p:nvPr>
            <p:ph idx="9" type="body"/>
          </p:nvPr>
        </p:nvSpPr>
        <p:spPr>
          <a:xfrm>
            <a:off x="5843600" y="3509538"/>
            <a:ext cx="24771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279" name="Google Shape;279;p23"/>
          <p:cNvSpPr txBox="1"/>
          <p:nvPr>
            <p:ph idx="13" type="body"/>
          </p:nvPr>
        </p:nvSpPr>
        <p:spPr>
          <a:xfrm>
            <a:off x="5843600" y="2948725"/>
            <a:ext cx="24771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280" name="Google Shape;280;p23"/>
          <p:cNvSpPr txBox="1"/>
          <p:nvPr>
            <p:ph idx="14" type="title"/>
          </p:nvPr>
        </p:nvSpPr>
        <p:spPr>
          <a:xfrm>
            <a:off x="523500" y="1876038"/>
            <a:ext cx="1419000" cy="33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6"/>
              </a:buClr>
              <a:buSzPts val="1000"/>
              <a:buNone/>
              <a:defRPr sz="1000">
                <a:solidFill>
                  <a:schemeClr val="accent6"/>
                </a:solidFill>
              </a:defRPr>
            </a:lvl1pPr>
            <a:lvl2pPr lvl="1">
              <a:lnSpc>
                <a:spcPct val="100000"/>
              </a:lnSpc>
              <a:spcBef>
                <a:spcPts val="0"/>
              </a:spcBef>
              <a:spcAft>
                <a:spcPts val="0"/>
              </a:spcAft>
              <a:buClr>
                <a:schemeClr val="accent6"/>
              </a:buClr>
              <a:buSzPts val="1000"/>
              <a:buNone/>
              <a:defRPr sz="1000">
                <a:solidFill>
                  <a:schemeClr val="accent6"/>
                </a:solidFill>
              </a:defRPr>
            </a:lvl2pPr>
            <a:lvl3pPr lvl="2">
              <a:lnSpc>
                <a:spcPct val="100000"/>
              </a:lnSpc>
              <a:spcBef>
                <a:spcPts val="0"/>
              </a:spcBef>
              <a:spcAft>
                <a:spcPts val="0"/>
              </a:spcAft>
              <a:buClr>
                <a:schemeClr val="accent6"/>
              </a:buClr>
              <a:buSzPts val="1000"/>
              <a:buNone/>
              <a:defRPr sz="1000">
                <a:solidFill>
                  <a:schemeClr val="accent6"/>
                </a:solidFill>
              </a:defRPr>
            </a:lvl3pPr>
            <a:lvl4pPr lvl="3">
              <a:lnSpc>
                <a:spcPct val="100000"/>
              </a:lnSpc>
              <a:spcBef>
                <a:spcPts val="0"/>
              </a:spcBef>
              <a:spcAft>
                <a:spcPts val="0"/>
              </a:spcAft>
              <a:buClr>
                <a:schemeClr val="accent6"/>
              </a:buClr>
              <a:buSzPts val="1000"/>
              <a:buNone/>
              <a:defRPr sz="1000">
                <a:solidFill>
                  <a:schemeClr val="accent6"/>
                </a:solidFill>
              </a:defRPr>
            </a:lvl4pPr>
            <a:lvl5pPr lvl="4">
              <a:lnSpc>
                <a:spcPct val="100000"/>
              </a:lnSpc>
              <a:spcBef>
                <a:spcPts val="0"/>
              </a:spcBef>
              <a:spcAft>
                <a:spcPts val="0"/>
              </a:spcAft>
              <a:buClr>
                <a:schemeClr val="accent6"/>
              </a:buClr>
              <a:buSzPts val="1000"/>
              <a:buNone/>
              <a:defRPr sz="1000">
                <a:solidFill>
                  <a:schemeClr val="accent6"/>
                </a:solidFill>
              </a:defRPr>
            </a:lvl5pPr>
            <a:lvl6pPr lvl="5">
              <a:lnSpc>
                <a:spcPct val="100000"/>
              </a:lnSpc>
              <a:spcBef>
                <a:spcPts val="0"/>
              </a:spcBef>
              <a:spcAft>
                <a:spcPts val="0"/>
              </a:spcAft>
              <a:buClr>
                <a:schemeClr val="accent6"/>
              </a:buClr>
              <a:buSzPts val="1000"/>
              <a:buNone/>
              <a:defRPr sz="1000">
                <a:solidFill>
                  <a:schemeClr val="accent6"/>
                </a:solidFill>
              </a:defRPr>
            </a:lvl6pPr>
            <a:lvl7pPr lvl="6">
              <a:lnSpc>
                <a:spcPct val="100000"/>
              </a:lnSpc>
              <a:spcBef>
                <a:spcPts val="0"/>
              </a:spcBef>
              <a:spcAft>
                <a:spcPts val="0"/>
              </a:spcAft>
              <a:buClr>
                <a:schemeClr val="accent6"/>
              </a:buClr>
              <a:buSzPts val="1000"/>
              <a:buNone/>
              <a:defRPr sz="1000">
                <a:solidFill>
                  <a:schemeClr val="accent6"/>
                </a:solidFill>
              </a:defRPr>
            </a:lvl7pPr>
            <a:lvl8pPr lvl="7">
              <a:lnSpc>
                <a:spcPct val="100000"/>
              </a:lnSpc>
              <a:spcBef>
                <a:spcPts val="0"/>
              </a:spcBef>
              <a:spcAft>
                <a:spcPts val="0"/>
              </a:spcAft>
              <a:buClr>
                <a:schemeClr val="accent6"/>
              </a:buClr>
              <a:buSzPts val="1000"/>
              <a:buNone/>
              <a:defRPr sz="1000">
                <a:solidFill>
                  <a:schemeClr val="accent6"/>
                </a:solidFill>
              </a:defRPr>
            </a:lvl8pPr>
            <a:lvl9pPr lvl="8">
              <a:lnSpc>
                <a:spcPct val="100000"/>
              </a:lnSpc>
              <a:spcBef>
                <a:spcPts val="0"/>
              </a:spcBef>
              <a:spcAft>
                <a:spcPts val="0"/>
              </a:spcAft>
              <a:buClr>
                <a:schemeClr val="accent6"/>
              </a:buClr>
              <a:buSzPts val="1000"/>
              <a:buNone/>
              <a:defRPr sz="1000">
                <a:solidFill>
                  <a:schemeClr val="accent6"/>
                </a:solidFill>
              </a:defRPr>
            </a:lvl9pPr>
          </a:lstStyle>
          <a:p/>
        </p:txBody>
      </p:sp>
      <p:sp>
        <p:nvSpPr>
          <p:cNvPr id="281" name="Google Shape;281;p23"/>
          <p:cNvSpPr txBox="1"/>
          <p:nvPr>
            <p:ph idx="15" type="title"/>
          </p:nvPr>
        </p:nvSpPr>
        <p:spPr>
          <a:xfrm>
            <a:off x="2227800" y="1876038"/>
            <a:ext cx="1419000" cy="33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6"/>
              </a:buClr>
              <a:buSzPts val="1000"/>
              <a:buNone/>
              <a:defRPr sz="1000">
                <a:solidFill>
                  <a:schemeClr val="accent6"/>
                </a:solidFill>
              </a:defRPr>
            </a:lvl1pPr>
            <a:lvl2pPr lvl="1">
              <a:lnSpc>
                <a:spcPct val="100000"/>
              </a:lnSpc>
              <a:spcBef>
                <a:spcPts val="0"/>
              </a:spcBef>
              <a:spcAft>
                <a:spcPts val="0"/>
              </a:spcAft>
              <a:buClr>
                <a:schemeClr val="accent6"/>
              </a:buClr>
              <a:buSzPts val="1000"/>
              <a:buNone/>
              <a:defRPr sz="1000">
                <a:solidFill>
                  <a:schemeClr val="accent6"/>
                </a:solidFill>
              </a:defRPr>
            </a:lvl2pPr>
            <a:lvl3pPr lvl="2">
              <a:lnSpc>
                <a:spcPct val="100000"/>
              </a:lnSpc>
              <a:spcBef>
                <a:spcPts val="0"/>
              </a:spcBef>
              <a:spcAft>
                <a:spcPts val="0"/>
              </a:spcAft>
              <a:buClr>
                <a:schemeClr val="accent6"/>
              </a:buClr>
              <a:buSzPts val="1000"/>
              <a:buNone/>
              <a:defRPr sz="1000">
                <a:solidFill>
                  <a:schemeClr val="accent6"/>
                </a:solidFill>
              </a:defRPr>
            </a:lvl3pPr>
            <a:lvl4pPr lvl="3">
              <a:lnSpc>
                <a:spcPct val="100000"/>
              </a:lnSpc>
              <a:spcBef>
                <a:spcPts val="0"/>
              </a:spcBef>
              <a:spcAft>
                <a:spcPts val="0"/>
              </a:spcAft>
              <a:buClr>
                <a:schemeClr val="accent6"/>
              </a:buClr>
              <a:buSzPts val="1000"/>
              <a:buNone/>
              <a:defRPr sz="1000">
                <a:solidFill>
                  <a:schemeClr val="accent6"/>
                </a:solidFill>
              </a:defRPr>
            </a:lvl4pPr>
            <a:lvl5pPr lvl="4">
              <a:lnSpc>
                <a:spcPct val="100000"/>
              </a:lnSpc>
              <a:spcBef>
                <a:spcPts val="0"/>
              </a:spcBef>
              <a:spcAft>
                <a:spcPts val="0"/>
              </a:spcAft>
              <a:buClr>
                <a:schemeClr val="accent6"/>
              </a:buClr>
              <a:buSzPts val="1000"/>
              <a:buNone/>
              <a:defRPr sz="1000">
                <a:solidFill>
                  <a:schemeClr val="accent6"/>
                </a:solidFill>
              </a:defRPr>
            </a:lvl5pPr>
            <a:lvl6pPr lvl="5">
              <a:lnSpc>
                <a:spcPct val="100000"/>
              </a:lnSpc>
              <a:spcBef>
                <a:spcPts val="0"/>
              </a:spcBef>
              <a:spcAft>
                <a:spcPts val="0"/>
              </a:spcAft>
              <a:buClr>
                <a:schemeClr val="accent6"/>
              </a:buClr>
              <a:buSzPts val="1000"/>
              <a:buNone/>
              <a:defRPr sz="1000">
                <a:solidFill>
                  <a:schemeClr val="accent6"/>
                </a:solidFill>
              </a:defRPr>
            </a:lvl6pPr>
            <a:lvl7pPr lvl="6">
              <a:lnSpc>
                <a:spcPct val="100000"/>
              </a:lnSpc>
              <a:spcBef>
                <a:spcPts val="0"/>
              </a:spcBef>
              <a:spcAft>
                <a:spcPts val="0"/>
              </a:spcAft>
              <a:buClr>
                <a:schemeClr val="accent6"/>
              </a:buClr>
              <a:buSzPts val="1000"/>
              <a:buNone/>
              <a:defRPr sz="1000">
                <a:solidFill>
                  <a:schemeClr val="accent6"/>
                </a:solidFill>
              </a:defRPr>
            </a:lvl7pPr>
            <a:lvl8pPr lvl="7">
              <a:lnSpc>
                <a:spcPct val="100000"/>
              </a:lnSpc>
              <a:spcBef>
                <a:spcPts val="0"/>
              </a:spcBef>
              <a:spcAft>
                <a:spcPts val="0"/>
              </a:spcAft>
              <a:buClr>
                <a:schemeClr val="accent6"/>
              </a:buClr>
              <a:buSzPts val="1000"/>
              <a:buNone/>
              <a:defRPr sz="1000">
                <a:solidFill>
                  <a:schemeClr val="accent6"/>
                </a:solidFill>
              </a:defRPr>
            </a:lvl8pPr>
            <a:lvl9pPr lvl="8">
              <a:lnSpc>
                <a:spcPct val="100000"/>
              </a:lnSpc>
              <a:spcBef>
                <a:spcPts val="0"/>
              </a:spcBef>
              <a:spcAft>
                <a:spcPts val="0"/>
              </a:spcAft>
              <a:buClr>
                <a:schemeClr val="accent6"/>
              </a:buClr>
              <a:buSzPts val="1000"/>
              <a:buNone/>
              <a:defRPr sz="1000">
                <a:solidFill>
                  <a:schemeClr val="accent6"/>
                </a:solidFill>
              </a:defRPr>
            </a:lvl9pPr>
          </a:lstStyle>
          <a:p/>
        </p:txBody>
      </p:sp>
      <p:sp>
        <p:nvSpPr>
          <p:cNvPr id="282" name="Google Shape;282;p23"/>
          <p:cNvSpPr txBox="1"/>
          <p:nvPr>
            <p:ph idx="16" type="title"/>
          </p:nvPr>
        </p:nvSpPr>
        <p:spPr>
          <a:xfrm>
            <a:off x="3932100" y="1876038"/>
            <a:ext cx="1419000" cy="33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6"/>
              </a:buClr>
              <a:buSzPts val="1000"/>
              <a:buNone/>
              <a:defRPr sz="1000">
                <a:solidFill>
                  <a:schemeClr val="accent6"/>
                </a:solidFill>
              </a:defRPr>
            </a:lvl1pPr>
            <a:lvl2pPr lvl="1">
              <a:lnSpc>
                <a:spcPct val="100000"/>
              </a:lnSpc>
              <a:spcBef>
                <a:spcPts val="0"/>
              </a:spcBef>
              <a:spcAft>
                <a:spcPts val="0"/>
              </a:spcAft>
              <a:buClr>
                <a:schemeClr val="accent6"/>
              </a:buClr>
              <a:buSzPts val="1000"/>
              <a:buNone/>
              <a:defRPr sz="1000">
                <a:solidFill>
                  <a:schemeClr val="accent6"/>
                </a:solidFill>
              </a:defRPr>
            </a:lvl2pPr>
            <a:lvl3pPr lvl="2">
              <a:lnSpc>
                <a:spcPct val="100000"/>
              </a:lnSpc>
              <a:spcBef>
                <a:spcPts val="0"/>
              </a:spcBef>
              <a:spcAft>
                <a:spcPts val="0"/>
              </a:spcAft>
              <a:buClr>
                <a:schemeClr val="accent6"/>
              </a:buClr>
              <a:buSzPts val="1000"/>
              <a:buNone/>
              <a:defRPr sz="1000">
                <a:solidFill>
                  <a:schemeClr val="accent6"/>
                </a:solidFill>
              </a:defRPr>
            </a:lvl3pPr>
            <a:lvl4pPr lvl="3">
              <a:lnSpc>
                <a:spcPct val="100000"/>
              </a:lnSpc>
              <a:spcBef>
                <a:spcPts val="0"/>
              </a:spcBef>
              <a:spcAft>
                <a:spcPts val="0"/>
              </a:spcAft>
              <a:buClr>
                <a:schemeClr val="accent6"/>
              </a:buClr>
              <a:buSzPts val="1000"/>
              <a:buNone/>
              <a:defRPr sz="1000">
                <a:solidFill>
                  <a:schemeClr val="accent6"/>
                </a:solidFill>
              </a:defRPr>
            </a:lvl4pPr>
            <a:lvl5pPr lvl="4">
              <a:lnSpc>
                <a:spcPct val="100000"/>
              </a:lnSpc>
              <a:spcBef>
                <a:spcPts val="0"/>
              </a:spcBef>
              <a:spcAft>
                <a:spcPts val="0"/>
              </a:spcAft>
              <a:buClr>
                <a:schemeClr val="accent6"/>
              </a:buClr>
              <a:buSzPts val="1000"/>
              <a:buNone/>
              <a:defRPr sz="1000">
                <a:solidFill>
                  <a:schemeClr val="accent6"/>
                </a:solidFill>
              </a:defRPr>
            </a:lvl5pPr>
            <a:lvl6pPr lvl="5">
              <a:lnSpc>
                <a:spcPct val="100000"/>
              </a:lnSpc>
              <a:spcBef>
                <a:spcPts val="0"/>
              </a:spcBef>
              <a:spcAft>
                <a:spcPts val="0"/>
              </a:spcAft>
              <a:buClr>
                <a:schemeClr val="accent6"/>
              </a:buClr>
              <a:buSzPts val="1000"/>
              <a:buNone/>
              <a:defRPr sz="1000">
                <a:solidFill>
                  <a:schemeClr val="accent6"/>
                </a:solidFill>
              </a:defRPr>
            </a:lvl6pPr>
            <a:lvl7pPr lvl="6">
              <a:lnSpc>
                <a:spcPct val="100000"/>
              </a:lnSpc>
              <a:spcBef>
                <a:spcPts val="0"/>
              </a:spcBef>
              <a:spcAft>
                <a:spcPts val="0"/>
              </a:spcAft>
              <a:buClr>
                <a:schemeClr val="accent6"/>
              </a:buClr>
              <a:buSzPts val="1000"/>
              <a:buNone/>
              <a:defRPr sz="1000">
                <a:solidFill>
                  <a:schemeClr val="accent6"/>
                </a:solidFill>
              </a:defRPr>
            </a:lvl7pPr>
            <a:lvl8pPr lvl="7">
              <a:lnSpc>
                <a:spcPct val="100000"/>
              </a:lnSpc>
              <a:spcBef>
                <a:spcPts val="0"/>
              </a:spcBef>
              <a:spcAft>
                <a:spcPts val="0"/>
              </a:spcAft>
              <a:buClr>
                <a:schemeClr val="accent6"/>
              </a:buClr>
              <a:buSzPts val="1000"/>
              <a:buNone/>
              <a:defRPr sz="1000">
                <a:solidFill>
                  <a:schemeClr val="accent6"/>
                </a:solidFill>
              </a:defRPr>
            </a:lvl8pPr>
            <a:lvl9pPr lvl="8">
              <a:lnSpc>
                <a:spcPct val="100000"/>
              </a:lnSpc>
              <a:spcBef>
                <a:spcPts val="0"/>
              </a:spcBef>
              <a:spcAft>
                <a:spcPts val="0"/>
              </a:spcAft>
              <a:buClr>
                <a:schemeClr val="accent6"/>
              </a:buClr>
              <a:buSzPts val="1000"/>
              <a:buNone/>
              <a:defRPr sz="1000">
                <a:solidFill>
                  <a:schemeClr val="accent6"/>
                </a:solidFill>
              </a:defRPr>
            </a:lvl9pPr>
          </a:lstStyle>
          <a:p/>
        </p:txBody>
      </p:sp>
      <p:sp>
        <p:nvSpPr>
          <p:cNvPr id="283" name="Google Shape;283;p23"/>
          <p:cNvSpPr txBox="1"/>
          <p:nvPr>
            <p:ph idx="17" type="title"/>
          </p:nvPr>
        </p:nvSpPr>
        <p:spPr>
          <a:xfrm>
            <a:off x="5845325" y="1876038"/>
            <a:ext cx="1419000" cy="33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6"/>
              </a:buClr>
              <a:buSzPts val="1000"/>
              <a:buNone/>
              <a:defRPr sz="1000">
                <a:solidFill>
                  <a:schemeClr val="accent6"/>
                </a:solidFill>
              </a:defRPr>
            </a:lvl1pPr>
            <a:lvl2pPr lvl="1">
              <a:lnSpc>
                <a:spcPct val="100000"/>
              </a:lnSpc>
              <a:spcBef>
                <a:spcPts val="0"/>
              </a:spcBef>
              <a:spcAft>
                <a:spcPts val="0"/>
              </a:spcAft>
              <a:buClr>
                <a:schemeClr val="accent6"/>
              </a:buClr>
              <a:buSzPts val="1000"/>
              <a:buNone/>
              <a:defRPr sz="1000">
                <a:solidFill>
                  <a:schemeClr val="accent6"/>
                </a:solidFill>
              </a:defRPr>
            </a:lvl2pPr>
            <a:lvl3pPr lvl="2">
              <a:lnSpc>
                <a:spcPct val="100000"/>
              </a:lnSpc>
              <a:spcBef>
                <a:spcPts val="0"/>
              </a:spcBef>
              <a:spcAft>
                <a:spcPts val="0"/>
              </a:spcAft>
              <a:buClr>
                <a:schemeClr val="accent6"/>
              </a:buClr>
              <a:buSzPts val="1000"/>
              <a:buNone/>
              <a:defRPr sz="1000">
                <a:solidFill>
                  <a:schemeClr val="accent6"/>
                </a:solidFill>
              </a:defRPr>
            </a:lvl3pPr>
            <a:lvl4pPr lvl="3">
              <a:lnSpc>
                <a:spcPct val="100000"/>
              </a:lnSpc>
              <a:spcBef>
                <a:spcPts val="0"/>
              </a:spcBef>
              <a:spcAft>
                <a:spcPts val="0"/>
              </a:spcAft>
              <a:buClr>
                <a:schemeClr val="accent6"/>
              </a:buClr>
              <a:buSzPts val="1000"/>
              <a:buNone/>
              <a:defRPr sz="1000">
                <a:solidFill>
                  <a:schemeClr val="accent6"/>
                </a:solidFill>
              </a:defRPr>
            </a:lvl4pPr>
            <a:lvl5pPr lvl="4">
              <a:lnSpc>
                <a:spcPct val="100000"/>
              </a:lnSpc>
              <a:spcBef>
                <a:spcPts val="0"/>
              </a:spcBef>
              <a:spcAft>
                <a:spcPts val="0"/>
              </a:spcAft>
              <a:buClr>
                <a:schemeClr val="accent6"/>
              </a:buClr>
              <a:buSzPts val="1000"/>
              <a:buNone/>
              <a:defRPr sz="1000">
                <a:solidFill>
                  <a:schemeClr val="accent6"/>
                </a:solidFill>
              </a:defRPr>
            </a:lvl5pPr>
            <a:lvl6pPr lvl="5">
              <a:lnSpc>
                <a:spcPct val="100000"/>
              </a:lnSpc>
              <a:spcBef>
                <a:spcPts val="0"/>
              </a:spcBef>
              <a:spcAft>
                <a:spcPts val="0"/>
              </a:spcAft>
              <a:buClr>
                <a:schemeClr val="accent6"/>
              </a:buClr>
              <a:buSzPts val="1000"/>
              <a:buNone/>
              <a:defRPr sz="1000">
                <a:solidFill>
                  <a:schemeClr val="accent6"/>
                </a:solidFill>
              </a:defRPr>
            </a:lvl6pPr>
            <a:lvl7pPr lvl="6">
              <a:lnSpc>
                <a:spcPct val="100000"/>
              </a:lnSpc>
              <a:spcBef>
                <a:spcPts val="0"/>
              </a:spcBef>
              <a:spcAft>
                <a:spcPts val="0"/>
              </a:spcAft>
              <a:buClr>
                <a:schemeClr val="accent6"/>
              </a:buClr>
              <a:buSzPts val="1000"/>
              <a:buNone/>
              <a:defRPr sz="1000">
                <a:solidFill>
                  <a:schemeClr val="accent6"/>
                </a:solidFill>
              </a:defRPr>
            </a:lvl7pPr>
            <a:lvl8pPr lvl="7">
              <a:lnSpc>
                <a:spcPct val="100000"/>
              </a:lnSpc>
              <a:spcBef>
                <a:spcPts val="0"/>
              </a:spcBef>
              <a:spcAft>
                <a:spcPts val="0"/>
              </a:spcAft>
              <a:buClr>
                <a:schemeClr val="accent6"/>
              </a:buClr>
              <a:buSzPts val="1000"/>
              <a:buNone/>
              <a:defRPr sz="1000">
                <a:solidFill>
                  <a:schemeClr val="accent6"/>
                </a:solidFill>
              </a:defRPr>
            </a:lvl8pPr>
            <a:lvl9pPr lvl="8">
              <a:lnSpc>
                <a:spcPct val="100000"/>
              </a:lnSpc>
              <a:spcBef>
                <a:spcPts val="0"/>
              </a:spcBef>
              <a:spcAft>
                <a:spcPts val="0"/>
              </a:spcAft>
              <a:buClr>
                <a:schemeClr val="accent6"/>
              </a:buClr>
              <a:buSzPts val="1000"/>
              <a:buNone/>
              <a:defRPr sz="1000">
                <a:solidFill>
                  <a:schemeClr val="accent6"/>
                </a:solidFill>
              </a:defRPr>
            </a:lvl9pPr>
          </a:lstStyle>
          <a:p/>
        </p:txBody>
      </p:sp>
      <p:sp>
        <p:nvSpPr>
          <p:cNvPr id="284" name="Google Shape;284;p23"/>
          <p:cNvSpPr txBox="1"/>
          <p:nvPr>
            <p:ph idx="18" type="body"/>
          </p:nvPr>
        </p:nvSpPr>
        <p:spPr>
          <a:xfrm>
            <a:off x="3930375" y="4634677"/>
            <a:ext cx="17538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285" name="Google Shape;285;p23"/>
          <p:cNvSpPr txBox="1"/>
          <p:nvPr>
            <p:ph idx="19" type="body"/>
          </p:nvPr>
        </p:nvSpPr>
        <p:spPr>
          <a:xfrm>
            <a:off x="3930375" y="4088055"/>
            <a:ext cx="17538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286" name="Google Shape;286;p23"/>
          <p:cNvSpPr txBox="1"/>
          <p:nvPr>
            <p:ph idx="20" type="body"/>
          </p:nvPr>
        </p:nvSpPr>
        <p:spPr>
          <a:xfrm>
            <a:off x="3930375" y="3509545"/>
            <a:ext cx="17538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287" name="Google Shape;287;p23"/>
          <p:cNvSpPr txBox="1"/>
          <p:nvPr>
            <p:ph idx="21" type="body"/>
          </p:nvPr>
        </p:nvSpPr>
        <p:spPr>
          <a:xfrm>
            <a:off x="3930375" y="2948735"/>
            <a:ext cx="17538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288" name="Google Shape;288;p23"/>
          <p:cNvSpPr txBox="1"/>
          <p:nvPr>
            <p:ph idx="22" type="body"/>
          </p:nvPr>
        </p:nvSpPr>
        <p:spPr>
          <a:xfrm>
            <a:off x="2226950" y="4634675"/>
            <a:ext cx="16620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289" name="Google Shape;289;p23"/>
          <p:cNvSpPr txBox="1"/>
          <p:nvPr>
            <p:ph idx="23" type="body"/>
          </p:nvPr>
        </p:nvSpPr>
        <p:spPr>
          <a:xfrm>
            <a:off x="2226950" y="4088053"/>
            <a:ext cx="16620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290" name="Google Shape;290;p23"/>
          <p:cNvSpPr txBox="1"/>
          <p:nvPr>
            <p:ph idx="24" type="body"/>
          </p:nvPr>
        </p:nvSpPr>
        <p:spPr>
          <a:xfrm>
            <a:off x="2226950" y="3509544"/>
            <a:ext cx="16620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291" name="Google Shape;291;p23"/>
          <p:cNvSpPr txBox="1"/>
          <p:nvPr>
            <p:ph idx="25" type="body"/>
          </p:nvPr>
        </p:nvSpPr>
        <p:spPr>
          <a:xfrm>
            <a:off x="2226950" y="2948734"/>
            <a:ext cx="16620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292" name="Google Shape;292;p23"/>
          <p:cNvSpPr txBox="1"/>
          <p:nvPr>
            <p:ph idx="26" type="body"/>
          </p:nvPr>
        </p:nvSpPr>
        <p:spPr>
          <a:xfrm>
            <a:off x="5843600" y="2388163"/>
            <a:ext cx="24771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293" name="Google Shape;293;p23"/>
          <p:cNvSpPr txBox="1"/>
          <p:nvPr>
            <p:ph idx="27" type="body"/>
          </p:nvPr>
        </p:nvSpPr>
        <p:spPr>
          <a:xfrm>
            <a:off x="3930375" y="2388175"/>
            <a:ext cx="17538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294" name="Google Shape;294;p23"/>
          <p:cNvSpPr txBox="1"/>
          <p:nvPr>
            <p:ph idx="28" type="body"/>
          </p:nvPr>
        </p:nvSpPr>
        <p:spPr>
          <a:xfrm>
            <a:off x="2226950" y="2388175"/>
            <a:ext cx="16620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0">
  <p:cSld name="CUSTOM_2_1_1">
    <p:bg>
      <p:bgPr>
        <a:solidFill>
          <a:schemeClr val="lt1"/>
        </a:solidFill>
      </p:bgPr>
    </p:bg>
    <p:spTree>
      <p:nvGrpSpPr>
        <p:cNvPr id="295" name="Shape 295"/>
        <p:cNvGrpSpPr/>
        <p:nvPr/>
      </p:nvGrpSpPr>
      <p:grpSpPr>
        <a:xfrm>
          <a:off x="0" y="0"/>
          <a:ext cx="0" cy="0"/>
          <a:chOff x="0" y="0"/>
          <a:chExt cx="0" cy="0"/>
        </a:xfrm>
      </p:grpSpPr>
      <p:sp>
        <p:nvSpPr>
          <p:cNvPr id="296" name="Google Shape;296;p24"/>
          <p:cNvSpPr txBox="1"/>
          <p:nvPr>
            <p:ph type="title"/>
          </p:nvPr>
        </p:nvSpPr>
        <p:spPr>
          <a:xfrm>
            <a:off x="5135225" y="2600350"/>
            <a:ext cx="554100" cy="367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2"/>
              </a:buClr>
              <a:buSzPts val="2800"/>
              <a:buNone/>
              <a:defRPr b="1" sz="2200">
                <a:solidFill>
                  <a:schemeClr val="accent2"/>
                </a:solidFill>
              </a:defRPr>
            </a:lvl1pPr>
            <a:lvl2pPr lvl="1">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2pPr>
            <a:lvl3pPr lvl="2">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3pPr>
            <a:lvl4pPr lvl="3">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4pPr>
            <a:lvl5pPr lvl="4">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5pPr>
            <a:lvl6pPr lvl="5">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6pPr>
            <a:lvl7pPr lvl="6">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7pPr>
            <a:lvl8pPr lvl="7">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8pPr>
            <a:lvl9pPr lvl="8">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9pPr>
          </a:lstStyle>
          <a:p/>
        </p:txBody>
      </p:sp>
      <p:sp>
        <p:nvSpPr>
          <p:cNvPr id="297" name="Google Shape;297;p24"/>
          <p:cNvSpPr txBox="1"/>
          <p:nvPr>
            <p:ph idx="2" type="title"/>
          </p:nvPr>
        </p:nvSpPr>
        <p:spPr>
          <a:xfrm>
            <a:off x="5135225" y="3562743"/>
            <a:ext cx="554100" cy="367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2"/>
              </a:buClr>
              <a:buSzPts val="2800"/>
              <a:buNone/>
              <a:defRPr b="1" sz="2200">
                <a:solidFill>
                  <a:schemeClr val="accent2"/>
                </a:solidFill>
              </a:defRPr>
            </a:lvl1pPr>
            <a:lvl2pPr lvl="1">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2pPr>
            <a:lvl3pPr lvl="2">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3pPr>
            <a:lvl4pPr lvl="3">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4pPr>
            <a:lvl5pPr lvl="4">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5pPr>
            <a:lvl6pPr lvl="5">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6pPr>
            <a:lvl7pPr lvl="6">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7pPr>
            <a:lvl8pPr lvl="7">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8pPr>
            <a:lvl9pPr lvl="8">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9pPr>
          </a:lstStyle>
          <a:p/>
        </p:txBody>
      </p:sp>
      <p:sp>
        <p:nvSpPr>
          <p:cNvPr id="298" name="Google Shape;298;p24"/>
          <p:cNvSpPr txBox="1"/>
          <p:nvPr>
            <p:ph idx="3" type="title"/>
          </p:nvPr>
        </p:nvSpPr>
        <p:spPr>
          <a:xfrm>
            <a:off x="5135225" y="4500074"/>
            <a:ext cx="554100" cy="367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2"/>
              </a:buClr>
              <a:buSzPts val="2800"/>
              <a:buNone/>
              <a:defRPr b="1" sz="2200">
                <a:solidFill>
                  <a:schemeClr val="accent2"/>
                </a:solidFill>
              </a:defRPr>
            </a:lvl1pPr>
            <a:lvl2pPr lvl="1">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2pPr>
            <a:lvl3pPr lvl="2">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3pPr>
            <a:lvl4pPr lvl="3">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4pPr>
            <a:lvl5pPr lvl="4">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5pPr>
            <a:lvl6pPr lvl="5">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6pPr>
            <a:lvl7pPr lvl="6">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7pPr>
            <a:lvl8pPr lvl="7">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8pPr>
            <a:lvl9pPr lvl="8">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9pPr>
          </a:lstStyle>
          <a:p/>
        </p:txBody>
      </p:sp>
      <p:sp>
        <p:nvSpPr>
          <p:cNvPr id="299" name="Google Shape;299;p24"/>
          <p:cNvSpPr txBox="1"/>
          <p:nvPr>
            <p:ph idx="4" type="title"/>
          </p:nvPr>
        </p:nvSpPr>
        <p:spPr>
          <a:xfrm>
            <a:off x="439550" y="765750"/>
            <a:ext cx="5045700" cy="1039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6"/>
              </a:buClr>
              <a:buSzPts val="3000"/>
              <a:buNone/>
              <a:defRPr sz="2400">
                <a:solidFill>
                  <a:schemeClr val="accent6"/>
                </a:solidFill>
              </a:defRPr>
            </a:lvl1pPr>
            <a:lvl2pPr lvl="1">
              <a:spcBef>
                <a:spcPts val="0"/>
              </a:spcBef>
              <a:spcAft>
                <a:spcPts val="0"/>
              </a:spcAft>
              <a:buClr>
                <a:schemeClr val="accent6"/>
              </a:buClr>
              <a:buSzPts val="3000"/>
              <a:buNone/>
              <a:defRPr sz="2400">
                <a:solidFill>
                  <a:schemeClr val="accent6"/>
                </a:solidFill>
                <a:latin typeface="Quantico"/>
                <a:ea typeface="Quantico"/>
                <a:cs typeface="Quantico"/>
                <a:sym typeface="Quantico"/>
              </a:defRPr>
            </a:lvl2pPr>
            <a:lvl3pPr lvl="2">
              <a:spcBef>
                <a:spcPts val="0"/>
              </a:spcBef>
              <a:spcAft>
                <a:spcPts val="0"/>
              </a:spcAft>
              <a:buClr>
                <a:schemeClr val="accent6"/>
              </a:buClr>
              <a:buSzPts val="3000"/>
              <a:buNone/>
              <a:defRPr sz="2400">
                <a:solidFill>
                  <a:schemeClr val="accent6"/>
                </a:solidFill>
                <a:latin typeface="Quantico"/>
                <a:ea typeface="Quantico"/>
                <a:cs typeface="Quantico"/>
                <a:sym typeface="Quantico"/>
              </a:defRPr>
            </a:lvl3pPr>
            <a:lvl4pPr lvl="3">
              <a:spcBef>
                <a:spcPts val="0"/>
              </a:spcBef>
              <a:spcAft>
                <a:spcPts val="0"/>
              </a:spcAft>
              <a:buClr>
                <a:schemeClr val="accent6"/>
              </a:buClr>
              <a:buSzPts val="3000"/>
              <a:buNone/>
              <a:defRPr sz="2400">
                <a:solidFill>
                  <a:schemeClr val="accent6"/>
                </a:solidFill>
                <a:latin typeface="Quantico"/>
                <a:ea typeface="Quantico"/>
                <a:cs typeface="Quantico"/>
                <a:sym typeface="Quantico"/>
              </a:defRPr>
            </a:lvl4pPr>
            <a:lvl5pPr lvl="4">
              <a:spcBef>
                <a:spcPts val="0"/>
              </a:spcBef>
              <a:spcAft>
                <a:spcPts val="0"/>
              </a:spcAft>
              <a:buClr>
                <a:schemeClr val="accent6"/>
              </a:buClr>
              <a:buSzPts val="3000"/>
              <a:buNone/>
              <a:defRPr sz="2400">
                <a:solidFill>
                  <a:schemeClr val="accent6"/>
                </a:solidFill>
                <a:latin typeface="Quantico"/>
                <a:ea typeface="Quantico"/>
                <a:cs typeface="Quantico"/>
                <a:sym typeface="Quantico"/>
              </a:defRPr>
            </a:lvl5pPr>
            <a:lvl6pPr lvl="5">
              <a:spcBef>
                <a:spcPts val="0"/>
              </a:spcBef>
              <a:spcAft>
                <a:spcPts val="0"/>
              </a:spcAft>
              <a:buClr>
                <a:schemeClr val="accent6"/>
              </a:buClr>
              <a:buSzPts val="3000"/>
              <a:buNone/>
              <a:defRPr sz="2400">
                <a:solidFill>
                  <a:schemeClr val="accent6"/>
                </a:solidFill>
                <a:latin typeface="Quantico"/>
                <a:ea typeface="Quantico"/>
                <a:cs typeface="Quantico"/>
                <a:sym typeface="Quantico"/>
              </a:defRPr>
            </a:lvl6pPr>
            <a:lvl7pPr lvl="6">
              <a:spcBef>
                <a:spcPts val="0"/>
              </a:spcBef>
              <a:spcAft>
                <a:spcPts val="0"/>
              </a:spcAft>
              <a:buClr>
                <a:schemeClr val="accent6"/>
              </a:buClr>
              <a:buSzPts val="3000"/>
              <a:buNone/>
              <a:defRPr sz="2400">
                <a:solidFill>
                  <a:schemeClr val="accent6"/>
                </a:solidFill>
                <a:latin typeface="Quantico"/>
                <a:ea typeface="Quantico"/>
                <a:cs typeface="Quantico"/>
                <a:sym typeface="Quantico"/>
              </a:defRPr>
            </a:lvl7pPr>
            <a:lvl8pPr lvl="7">
              <a:spcBef>
                <a:spcPts val="0"/>
              </a:spcBef>
              <a:spcAft>
                <a:spcPts val="0"/>
              </a:spcAft>
              <a:buClr>
                <a:schemeClr val="accent6"/>
              </a:buClr>
              <a:buSzPts val="3000"/>
              <a:buNone/>
              <a:defRPr sz="2400">
                <a:solidFill>
                  <a:schemeClr val="accent6"/>
                </a:solidFill>
                <a:latin typeface="Quantico"/>
                <a:ea typeface="Quantico"/>
                <a:cs typeface="Quantico"/>
                <a:sym typeface="Quantico"/>
              </a:defRPr>
            </a:lvl8pPr>
            <a:lvl9pPr lvl="8">
              <a:spcBef>
                <a:spcPts val="0"/>
              </a:spcBef>
              <a:spcAft>
                <a:spcPts val="0"/>
              </a:spcAft>
              <a:buClr>
                <a:schemeClr val="accent6"/>
              </a:buClr>
              <a:buSzPts val="3000"/>
              <a:buNone/>
              <a:defRPr sz="2400">
                <a:solidFill>
                  <a:schemeClr val="accent6"/>
                </a:solidFill>
                <a:latin typeface="Quantico"/>
                <a:ea typeface="Quantico"/>
                <a:cs typeface="Quantico"/>
                <a:sym typeface="Quantico"/>
              </a:defRPr>
            </a:lvl9pPr>
          </a:lstStyle>
          <a:p/>
        </p:txBody>
      </p:sp>
      <p:sp>
        <p:nvSpPr>
          <p:cNvPr id="300" name="Google Shape;300;p24"/>
          <p:cNvSpPr txBox="1"/>
          <p:nvPr>
            <p:ph idx="1" type="subTitle"/>
          </p:nvPr>
        </p:nvSpPr>
        <p:spPr>
          <a:xfrm>
            <a:off x="446900" y="397650"/>
            <a:ext cx="5344500" cy="3099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700"/>
              <a:buFont typeface="Lato"/>
              <a:buNone/>
              <a:defRPr sz="1600">
                <a:solidFill>
                  <a:schemeClr val="accent6"/>
                </a:solidFill>
              </a:defRPr>
            </a:lvl1pPr>
            <a:lvl2pPr lvl="1">
              <a:spcBef>
                <a:spcPts val="1000"/>
              </a:spcBef>
              <a:spcAft>
                <a:spcPts val="0"/>
              </a:spcAft>
              <a:buClr>
                <a:schemeClr val="accent6"/>
              </a:buClr>
              <a:buSzPts val="1700"/>
              <a:buFont typeface="Lato"/>
              <a:buNone/>
              <a:defRPr sz="1600">
                <a:solidFill>
                  <a:schemeClr val="accent6"/>
                </a:solidFill>
              </a:defRPr>
            </a:lvl2pPr>
            <a:lvl3pPr lvl="2">
              <a:spcBef>
                <a:spcPts val="1000"/>
              </a:spcBef>
              <a:spcAft>
                <a:spcPts val="0"/>
              </a:spcAft>
              <a:buClr>
                <a:schemeClr val="accent6"/>
              </a:buClr>
              <a:buSzPts val="1700"/>
              <a:buFont typeface="Lato"/>
              <a:buNone/>
              <a:defRPr sz="1600">
                <a:solidFill>
                  <a:schemeClr val="accent6"/>
                </a:solidFill>
              </a:defRPr>
            </a:lvl3pPr>
            <a:lvl4pPr lvl="3">
              <a:spcBef>
                <a:spcPts val="1000"/>
              </a:spcBef>
              <a:spcAft>
                <a:spcPts val="0"/>
              </a:spcAft>
              <a:buClr>
                <a:schemeClr val="accent6"/>
              </a:buClr>
              <a:buSzPts val="1700"/>
              <a:buFont typeface="Lato"/>
              <a:buNone/>
              <a:defRPr sz="1600">
                <a:solidFill>
                  <a:schemeClr val="accent6"/>
                </a:solidFill>
              </a:defRPr>
            </a:lvl4pPr>
            <a:lvl5pPr lvl="4">
              <a:spcBef>
                <a:spcPts val="1000"/>
              </a:spcBef>
              <a:spcAft>
                <a:spcPts val="0"/>
              </a:spcAft>
              <a:buClr>
                <a:schemeClr val="accent6"/>
              </a:buClr>
              <a:buSzPts val="1700"/>
              <a:buFont typeface="Lato"/>
              <a:buNone/>
              <a:defRPr sz="1600">
                <a:solidFill>
                  <a:schemeClr val="accent6"/>
                </a:solidFill>
              </a:defRPr>
            </a:lvl5pPr>
            <a:lvl6pPr lvl="5">
              <a:spcBef>
                <a:spcPts val="1000"/>
              </a:spcBef>
              <a:spcAft>
                <a:spcPts val="0"/>
              </a:spcAft>
              <a:buClr>
                <a:schemeClr val="accent6"/>
              </a:buClr>
              <a:buSzPts val="1700"/>
              <a:buFont typeface="Lato"/>
              <a:buNone/>
              <a:defRPr sz="1600">
                <a:solidFill>
                  <a:schemeClr val="accent6"/>
                </a:solidFill>
              </a:defRPr>
            </a:lvl6pPr>
            <a:lvl7pPr lvl="6">
              <a:spcBef>
                <a:spcPts val="1000"/>
              </a:spcBef>
              <a:spcAft>
                <a:spcPts val="0"/>
              </a:spcAft>
              <a:buClr>
                <a:schemeClr val="accent6"/>
              </a:buClr>
              <a:buSzPts val="1700"/>
              <a:buFont typeface="Lato"/>
              <a:buNone/>
              <a:defRPr sz="1600">
                <a:solidFill>
                  <a:schemeClr val="accent6"/>
                </a:solidFill>
              </a:defRPr>
            </a:lvl7pPr>
            <a:lvl8pPr lvl="7">
              <a:spcBef>
                <a:spcPts val="1000"/>
              </a:spcBef>
              <a:spcAft>
                <a:spcPts val="0"/>
              </a:spcAft>
              <a:buClr>
                <a:schemeClr val="accent6"/>
              </a:buClr>
              <a:buSzPts val="1700"/>
              <a:buFont typeface="Lato"/>
              <a:buNone/>
              <a:defRPr sz="1600">
                <a:solidFill>
                  <a:schemeClr val="accent6"/>
                </a:solidFill>
              </a:defRPr>
            </a:lvl8pPr>
            <a:lvl9pPr lvl="8">
              <a:spcBef>
                <a:spcPts val="1000"/>
              </a:spcBef>
              <a:spcAft>
                <a:spcPts val="1000"/>
              </a:spcAft>
              <a:buClr>
                <a:schemeClr val="accent6"/>
              </a:buClr>
              <a:buSzPts val="1700"/>
              <a:buFont typeface="Lato"/>
              <a:buNone/>
              <a:defRPr sz="1600">
                <a:solidFill>
                  <a:schemeClr val="accent6"/>
                </a:solidFill>
              </a:defRPr>
            </a:lvl9pPr>
          </a:lstStyle>
          <a:p/>
        </p:txBody>
      </p:sp>
      <p:sp>
        <p:nvSpPr>
          <p:cNvPr id="301" name="Google Shape;301;p24"/>
          <p:cNvSpPr txBox="1"/>
          <p:nvPr>
            <p:ph idx="5" type="body"/>
          </p:nvPr>
        </p:nvSpPr>
        <p:spPr>
          <a:xfrm>
            <a:off x="5761162" y="2472057"/>
            <a:ext cx="2955900" cy="518400"/>
          </a:xfrm>
          <a:prstGeom prst="rect">
            <a:avLst/>
          </a:prstGeom>
        </p:spPr>
        <p:txBody>
          <a:bodyPr anchorCtr="0" anchor="ctr" bIns="0" lIns="0" spcFirstLastPara="1" rIns="91425" wrap="square" tIns="0">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302" name="Google Shape;302;p24"/>
          <p:cNvSpPr txBox="1"/>
          <p:nvPr>
            <p:ph idx="6" type="body"/>
          </p:nvPr>
        </p:nvSpPr>
        <p:spPr>
          <a:xfrm>
            <a:off x="5761162" y="3436244"/>
            <a:ext cx="2955900" cy="518400"/>
          </a:xfrm>
          <a:prstGeom prst="rect">
            <a:avLst/>
          </a:prstGeom>
        </p:spPr>
        <p:txBody>
          <a:bodyPr anchorCtr="0" anchor="ctr" bIns="0" lIns="0" spcFirstLastPara="1" rIns="91425" wrap="square" tIns="0">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303" name="Google Shape;303;p24"/>
          <p:cNvSpPr txBox="1"/>
          <p:nvPr>
            <p:ph idx="7" type="body"/>
          </p:nvPr>
        </p:nvSpPr>
        <p:spPr>
          <a:xfrm>
            <a:off x="5761162" y="4399826"/>
            <a:ext cx="2955900" cy="518400"/>
          </a:xfrm>
          <a:prstGeom prst="rect">
            <a:avLst/>
          </a:prstGeom>
        </p:spPr>
        <p:txBody>
          <a:bodyPr anchorCtr="0" anchor="ctr" bIns="0" lIns="0" spcFirstLastPara="1" rIns="91425" wrap="square" tIns="0">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304" name="Google Shape;304;p24"/>
          <p:cNvSpPr txBox="1"/>
          <p:nvPr>
            <p:ph idx="8" type="body"/>
          </p:nvPr>
        </p:nvSpPr>
        <p:spPr>
          <a:xfrm>
            <a:off x="706399" y="2753996"/>
            <a:ext cx="3288300" cy="1731000"/>
          </a:xfrm>
          <a:prstGeom prst="rect">
            <a:avLst/>
          </a:prstGeom>
        </p:spPr>
        <p:txBody>
          <a:bodyPr anchorCtr="0" anchor="ctr" bIns="0" lIns="0" spcFirstLastPara="1" rIns="91425" wrap="square" tIns="0">
            <a:noAutofit/>
          </a:bodyPr>
          <a:lstStyle>
            <a:lvl1pPr indent="-330200" lvl="0" marL="457200">
              <a:lnSpc>
                <a:spcPct val="115000"/>
              </a:lnSpc>
              <a:spcBef>
                <a:spcPts val="0"/>
              </a:spcBef>
              <a:spcAft>
                <a:spcPts val="0"/>
              </a:spcAft>
              <a:buClr>
                <a:schemeClr val="accent6"/>
              </a:buClr>
              <a:buSzPts val="1600"/>
              <a:buChar char="●"/>
              <a:defRPr sz="1600">
                <a:solidFill>
                  <a:schemeClr val="accent6"/>
                </a:solidFill>
              </a:defRPr>
            </a:lvl1pPr>
            <a:lvl2pPr indent="-330200" lvl="1" marL="914400">
              <a:lnSpc>
                <a:spcPct val="115000"/>
              </a:lnSpc>
              <a:spcBef>
                <a:spcPts val="1000"/>
              </a:spcBef>
              <a:spcAft>
                <a:spcPts val="0"/>
              </a:spcAft>
              <a:buClr>
                <a:schemeClr val="accent6"/>
              </a:buClr>
              <a:buSzPts val="1600"/>
              <a:buChar char="○"/>
              <a:defRPr sz="1600">
                <a:solidFill>
                  <a:schemeClr val="accent6"/>
                </a:solidFill>
              </a:defRPr>
            </a:lvl2pPr>
            <a:lvl3pPr indent="-330200" lvl="2" marL="1371600">
              <a:lnSpc>
                <a:spcPct val="115000"/>
              </a:lnSpc>
              <a:spcBef>
                <a:spcPts val="1000"/>
              </a:spcBef>
              <a:spcAft>
                <a:spcPts val="0"/>
              </a:spcAft>
              <a:buClr>
                <a:schemeClr val="accent6"/>
              </a:buClr>
              <a:buSzPts val="1600"/>
              <a:buChar char="■"/>
              <a:defRPr sz="1600">
                <a:solidFill>
                  <a:schemeClr val="accent6"/>
                </a:solidFill>
              </a:defRPr>
            </a:lvl3pPr>
            <a:lvl4pPr indent="-330200" lvl="3" marL="1828800">
              <a:lnSpc>
                <a:spcPct val="115000"/>
              </a:lnSpc>
              <a:spcBef>
                <a:spcPts val="1000"/>
              </a:spcBef>
              <a:spcAft>
                <a:spcPts val="0"/>
              </a:spcAft>
              <a:buClr>
                <a:schemeClr val="accent6"/>
              </a:buClr>
              <a:buSzPts val="1600"/>
              <a:buChar char="●"/>
              <a:defRPr sz="1600">
                <a:solidFill>
                  <a:schemeClr val="accent6"/>
                </a:solidFill>
              </a:defRPr>
            </a:lvl4pPr>
            <a:lvl5pPr indent="-330200" lvl="4" marL="2286000">
              <a:lnSpc>
                <a:spcPct val="115000"/>
              </a:lnSpc>
              <a:spcBef>
                <a:spcPts val="1000"/>
              </a:spcBef>
              <a:spcAft>
                <a:spcPts val="0"/>
              </a:spcAft>
              <a:buClr>
                <a:schemeClr val="accent6"/>
              </a:buClr>
              <a:buSzPts val="1600"/>
              <a:buChar char="○"/>
              <a:defRPr sz="1600">
                <a:solidFill>
                  <a:schemeClr val="accent6"/>
                </a:solidFill>
              </a:defRPr>
            </a:lvl5pPr>
            <a:lvl6pPr indent="-330200" lvl="5" marL="2743200">
              <a:lnSpc>
                <a:spcPct val="115000"/>
              </a:lnSpc>
              <a:spcBef>
                <a:spcPts val="1000"/>
              </a:spcBef>
              <a:spcAft>
                <a:spcPts val="0"/>
              </a:spcAft>
              <a:buClr>
                <a:schemeClr val="accent6"/>
              </a:buClr>
              <a:buSzPts val="1600"/>
              <a:buChar char="■"/>
              <a:defRPr sz="1600">
                <a:solidFill>
                  <a:schemeClr val="accent6"/>
                </a:solidFill>
              </a:defRPr>
            </a:lvl6pPr>
            <a:lvl7pPr indent="-330200" lvl="6" marL="3200400">
              <a:lnSpc>
                <a:spcPct val="115000"/>
              </a:lnSpc>
              <a:spcBef>
                <a:spcPts val="1000"/>
              </a:spcBef>
              <a:spcAft>
                <a:spcPts val="0"/>
              </a:spcAft>
              <a:buClr>
                <a:schemeClr val="accent6"/>
              </a:buClr>
              <a:buSzPts val="1600"/>
              <a:buChar char="●"/>
              <a:defRPr sz="1600">
                <a:solidFill>
                  <a:schemeClr val="accent6"/>
                </a:solidFill>
              </a:defRPr>
            </a:lvl7pPr>
            <a:lvl8pPr indent="-330200" lvl="7" marL="3657600">
              <a:lnSpc>
                <a:spcPct val="115000"/>
              </a:lnSpc>
              <a:spcBef>
                <a:spcPts val="1000"/>
              </a:spcBef>
              <a:spcAft>
                <a:spcPts val="0"/>
              </a:spcAft>
              <a:buClr>
                <a:schemeClr val="accent6"/>
              </a:buClr>
              <a:buSzPts val="1600"/>
              <a:buChar char="○"/>
              <a:defRPr sz="1600">
                <a:solidFill>
                  <a:schemeClr val="accent6"/>
                </a:solidFill>
              </a:defRPr>
            </a:lvl8pPr>
            <a:lvl9pPr indent="-330200" lvl="8" marL="4114800">
              <a:lnSpc>
                <a:spcPct val="115000"/>
              </a:lnSpc>
              <a:spcBef>
                <a:spcPts val="1000"/>
              </a:spcBef>
              <a:spcAft>
                <a:spcPts val="1000"/>
              </a:spcAft>
              <a:buClr>
                <a:schemeClr val="accent6"/>
              </a:buClr>
              <a:buSzPts val="1600"/>
              <a:buChar char="■"/>
              <a:defRPr sz="1600">
                <a:solidFill>
                  <a:schemeClr val="accent6"/>
                </a:solidFil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CUSTOM_2">
    <p:bg>
      <p:bgPr>
        <a:solidFill>
          <a:schemeClr val="lt1"/>
        </a:solidFill>
      </p:bgPr>
    </p:bg>
    <p:spTree>
      <p:nvGrpSpPr>
        <p:cNvPr id="305" name="Shape 305"/>
        <p:cNvGrpSpPr/>
        <p:nvPr/>
      </p:nvGrpSpPr>
      <p:grpSpPr>
        <a:xfrm>
          <a:off x="0" y="0"/>
          <a:ext cx="0" cy="0"/>
          <a:chOff x="0" y="0"/>
          <a:chExt cx="0" cy="0"/>
        </a:xfrm>
      </p:grpSpPr>
      <p:sp>
        <p:nvSpPr>
          <p:cNvPr id="306" name="Google Shape;306;p25"/>
          <p:cNvSpPr/>
          <p:nvPr/>
        </p:nvSpPr>
        <p:spPr>
          <a:xfrm>
            <a:off x="0" y="1088675"/>
            <a:ext cx="3627900" cy="4054800"/>
          </a:xfrm>
          <a:prstGeom prst="snip1Rect">
            <a:avLst>
              <a:gd fmla="val 10918"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307" name="Google Shape;307;p25"/>
          <p:cNvSpPr txBox="1"/>
          <p:nvPr>
            <p:ph type="title"/>
          </p:nvPr>
        </p:nvSpPr>
        <p:spPr>
          <a:xfrm>
            <a:off x="446100" y="396225"/>
            <a:ext cx="5101800" cy="8532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6"/>
              </a:buClr>
              <a:buSzPts val="3000"/>
              <a:buNone/>
              <a:defRPr sz="2400">
                <a:solidFill>
                  <a:schemeClr val="accent6"/>
                </a:solidFill>
              </a:defRPr>
            </a:lvl1pPr>
            <a:lvl2pPr lvl="1">
              <a:spcBef>
                <a:spcPts val="0"/>
              </a:spcBef>
              <a:spcAft>
                <a:spcPts val="0"/>
              </a:spcAft>
              <a:buClr>
                <a:schemeClr val="accent6"/>
              </a:buClr>
              <a:buSzPts val="3000"/>
              <a:buNone/>
              <a:defRPr sz="2400">
                <a:solidFill>
                  <a:schemeClr val="accent6"/>
                </a:solidFill>
                <a:latin typeface="Quantico"/>
                <a:ea typeface="Quantico"/>
                <a:cs typeface="Quantico"/>
                <a:sym typeface="Quantico"/>
              </a:defRPr>
            </a:lvl2pPr>
            <a:lvl3pPr lvl="2">
              <a:spcBef>
                <a:spcPts val="0"/>
              </a:spcBef>
              <a:spcAft>
                <a:spcPts val="0"/>
              </a:spcAft>
              <a:buClr>
                <a:schemeClr val="accent6"/>
              </a:buClr>
              <a:buSzPts val="3000"/>
              <a:buNone/>
              <a:defRPr sz="2400">
                <a:solidFill>
                  <a:schemeClr val="accent6"/>
                </a:solidFill>
                <a:latin typeface="Quantico"/>
                <a:ea typeface="Quantico"/>
                <a:cs typeface="Quantico"/>
                <a:sym typeface="Quantico"/>
              </a:defRPr>
            </a:lvl3pPr>
            <a:lvl4pPr lvl="3">
              <a:spcBef>
                <a:spcPts val="0"/>
              </a:spcBef>
              <a:spcAft>
                <a:spcPts val="0"/>
              </a:spcAft>
              <a:buClr>
                <a:schemeClr val="accent6"/>
              </a:buClr>
              <a:buSzPts val="3000"/>
              <a:buNone/>
              <a:defRPr sz="2400">
                <a:solidFill>
                  <a:schemeClr val="accent6"/>
                </a:solidFill>
                <a:latin typeface="Quantico"/>
                <a:ea typeface="Quantico"/>
                <a:cs typeface="Quantico"/>
                <a:sym typeface="Quantico"/>
              </a:defRPr>
            </a:lvl4pPr>
            <a:lvl5pPr lvl="4">
              <a:spcBef>
                <a:spcPts val="0"/>
              </a:spcBef>
              <a:spcAft>
                <a:spcPts val="0"/>
              </a:spcAft>
              <a:buClr>
                <a:schemeClr val="accent6"/>
              </a:buClr>
              <a:buSzPts val="3000"/>
              <a:buNone/>
              <a:defRPr sz="2400">
                <a:solidFill>
                  <a:schemeClr val="accent6"/>
                </a:solidFill>
                <a:latin typeface="Quantico"/>
                <a:ea typeface="Quantico"/>
                <a:cs typeface="Quantico"/>
                <a:sym typeface="Quantico"/>
              </a:defRPr>
            </a:lvl5pPr>
            <a:lvl6pPr lvl="5">
              <a:spcBef>
                <a:spcPts val="0"/>
              </a:spcBef>
              <a:spcAft>
                <a:spcPts val="0"/>
              </a:spcAft>
              <a:buClr>
                <a:schemeClr val="accent6"/>
              </a:buClr>
              <a:buSzPts val="3000"/>
              <a:buNone/>
              <a:defRPr sz="2400">
                <a:solidFill>
                  <a:schemeClr val="accent6"/>
                </a:solidFill>
                <a:latin typeface="Quantico"/>
                <a:ea typeface="Quantico"/>
                <a:cs typeface="Quantico"/>
                <a:sym typeface="Quantico"/>
              </a:defRPr>
            </a:lvl6pPr>
            <a:lvl7pPr lvl="6">
              <a:spcBef>
                <a:spcPts val="0"/>
              </a:spcBef>
              <a:spcAft>
                <a:spcPts val="0"/>
              </a:spcAft>
              <a:buClr>
                <a:schemeClr val="accent6"/>
              </a:buClr>
              <a:buSzPts val="3000"/>
              <a:buNone/>
              <a:defRPr sz="2400">
                <a:solidFill>
                  <a:schemeClr val="accent6"/>
                </a:solidFill>
                <a:latin typeface="Quantico"/>
                <a:ea typeface="Quantico"/>
                <a:cs typeface="Quantico"/>
                <a:sym typeface="Quantico"/>
              </a:defRPr>
            </a:lvl7pPr>
            <a:lvl8pPr lvl="7">
              <a:spcBef>
                <a:spcPts val="0"/>
              </a:spcBef>
              <a:spcAft>
                <a:spcPts val="0"/>
              </a:spcAft>
              <a:buClr>
                <a:schemeClr val="accent6"/>
              </a:buClr>
              <a:buSzPts val="3000"/>
              <a:buNone/>
              <a:defRPr sz="2400">
                <a:solidFill>
                  <a:schemeClr val="accent6"/>
                </a:solidFill>
                <a:latin typeface="Quantico"/>
                <a:ea typeface="Quantico"/>
                <a:cs typeface="Quantico"/>
                <a:sym typeface="Quantico"/>
              </a:defRPr>
            </a:lvl8pPr>
            <a:lvl9pPr lvl="8">
              <a:spcBef>
                <a:spcPts val="0"/>
              </a:spcBef>
              <a:spcAft>
                <a:spcPts val="0"/>
              </a:spcAft>
              <a:buClr>
                <a:schemeClr val="accent6"/>
              </a:buClr>
              <a:buSzPts val="3000"/>
              <a:buNone/>
              <a:defRPr sz="2400">
                <a:solidFill>
                  <a:schemeClr val="accent6"/>
                </a:solidFill>
                <a:latin typeface="Quantico"/>
                <a:ea typeface="Quantico"/>
                <a:cs typeface="Quantico"/>
                <a:sym typeface="Quantico"/>
              </a:defRPr>
            </a:lvl9pPr>
          </a:lstStyle>
          <a:p/>
        </p:txBody>
      </p:sp>
      <p:sp>
        <p:nvSpPr>
          <p:cNvPr id="308" name="Google Shape;308;p25"/>
          <p:cNvSpPr txBox="1"/>
          <p:nvPr>
            <p:ph idx="1" type="body"/>
          </p:nvPr>
        </p:nvSpPr>
        <p:spPr>
          <a:xfrm>
            <a:off x="3869875" y="1390269"/>
            <a:ext cx="3173400" cy="34215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accent6"/>
              </a:buClr>
              <a:buSzPts val="1000"/>
              <a:buChar char="●"/>
              <a:defRPr>
                <a:solidFill>
                  <a:schemeClr val="accent6"/>
                </a:solidFill>
              </a:defRPr>
            </a:lvl1pPr>
            <a:lvl2pPr indent="-292100" lvl="1" marL="914400">
              <a:spcBef>
                <a:spcPts val="1000"/>
              </a:spcBef>
              <a:spcAft>
                <a:spcPts val="0"/>
              </a:spcAft>
              <a:buClr>
                <a:schemeClr val="accent6"/>
              </a:buClr>
              <a:buSzPts val="1000"/>
              <a:buChar char="○"/>
              <a:defRPr>
                <a:solidFill>
                  <a:schemeClr val="accent6"/>
                </a:solidFill>
              </a:defRPr>
            </a:lvl2pPr>
            <a:lvl3pPr indent="-292100" lvl="2" marL="1371600">
              <a:spcBef>
                <a:spcPts val="1000"/>
              </a:spcBef>
              <a:spcAft>
                <a:spcPts val="0"/>
              </a:spcAft>
              <a:buClr>
                <a:schemeClr val="accent6"/>
              </a:buClr>
              <a:buSzPts val="1000"/>
              <a:buChar char="■"/>
              <a:defRPr>
                <a:solidFill>
                  <a:schemeClr val="accent6"/>
                </a:solidFill>
              </a:defRPr>
            </a:lvl3pPr>
            <a:lvl4pPr indent="-292100" lvl="3" marL="1828800">
              <a:spcBef>
                <a:spcPts val="1000"/>
              </a:spcBef>
              <a:spcAft>
                <a:spcPts val="0"/>
              </a:spcAft>
              <a:buClr>
                <a:schemeClr val="accent6"/>
              </a:buClr>
              <a:buSzPts val="1000"/>
              <a:buChar char="●"/>
              <a:defRPr>
                <a:solidFill>
                  <a:schemeClr val="accent6"/>
                </a:solidFill>
              </a:defRPr>
            </a:lvl4pPr>
            <a:lvl5pPr indent="-292100" lvl="4" marL="2286000">
              <a:spcBef>
                <a:spcPts val="1000"/>
              </a:spcBef>
              <a:spcAft>
                <a:spcPts val="0"/>
              </a:spcAft>
              <a:buClr>
                <a:schemeClr val="accent6"/>
              </a:buClr>
              <a:buSzPts val="1000"/>
              <a:buChar char="○"/>
              <a:defRPr>
                <a:solidFill>
                  <a:schemeClr val="accent6"/>
                </a:solidFill>
              </a:defRPr>
            </a:lvl5pPr>
            <a:lvl6pPr indent="-292100" lvl="5" marL="2743200">
              <a:spcBef>
                <a:spcPts val="1000"/>
              </a:spcBef>
              <a:spcAft>
                <a:spcPts val="0"/>
              </a:spcAft>
              <a:buClr>
                <a:schemeClr val="accent6"/>
              </a:buClr>
              <a:buSzPts val="1000"/>
              <a:buChar char="■"/>
              <a:defRPr>
                <a:solidFill>
                  <a:schemeClr val="accent6"/>
                </a:solidFill>
              </a:defRPr>
            </a:lvl6pPr>
            <a:lvl7pPr indent="-292100" lvl="6" marL="3200400">
              <a:spcBef>
                <a:spcPts val="1000"/>
              </a:spcBef>
              <a:spcAft>
                <a:spcPts val="0"/>
              </a:spcAft>
              <a:buClr>
                <a:schemeClr val="accent6"/>
              </a:buClr>
              <a:buSzPts val="1000"/>
              <a:buChar char="●"/>
              <a:defRPr>
                <a:solidFill>
                  <a:schemeClr val="accent6"/>
                </a:solidFill>
              </a:defRPr>
            </a:lvl7pPr>
            <a:lvl8pPr indent="-292100" lvl="7" marL="3657600">
              <a:spcBef>
                <a:spcPts val="1000"/>
              </a:spcBef>
              <a:spcAft>
                <a:spcPts val="0"/>
              </a:spcAft>
              <a:buClr>
                <a:schemeClr val="accent6"/>
              </a:buClr>
              <a:buSzPts val="1000"/>
              <a:buChar char="○"/>
              <a:defRPr>
                <a:solidFill>
                  <a:schemeClr val="accent6"/>
                </a:solidFill>
              </a:defRPr>
            </a:lvl8pPr>
            <a:lvl9pPr indent="-292100" lvl="8" marL="4114800">
              <a:spcBef>
                <a:spcPts val="1000"/>
              </a:spcBef>
              <a:spcAft>
                <a:spcPts val="1000"/>
              </a:spcAft>
              <a:buClr>
                <a:schemeClr val="accent6"/>
              </a:buClr>
              <a:buSzPts val="1000"/>
              <a:buChar char="■"/>
              <a:defRPr>
                <a:solidFill>
                  <a:schemeClr val="accent6"/>
                </a:solidFill>
              </a:defRPr>
            </a:lvl9pPr>
          </a:lstStyle>
          <a:p/>
        </p:txBody>
      </p:sp>
      <p:sp>
        <p:nvSpPr>
          <p:cNvPr id="309" name="Google Shape;309;p25"/>
          <p:cNvSpPr txBox="1"/>
          <p:nvPr>
            <p:ph idx="2" type="body"/>
          </p:nvPr>
        </p:nvSpPr>
        <p:spPr>
          <a:xfrm>
            <a:off x="474675" y="1390150"/>
            <a:ext cx="2571300" cy="34215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accent6"/>
              </a:buClr>
              <a:buSzPts val="1000"/>
              <a:buChar char="●"/>
              <a:defRPr>
                <a:solidFill>
                  <a:schemeClr val="accent6"/>
                </a:solidFill>
              </a:defRPr>
            </a:lvl1pPr>
            <a:lvl2pPr indent="-292100" lvl="1" marL="914400">
              <a:spcBef>
                <a:spcPts val="1000"/>
              </a:spcBef>
              <a:spcAft>
                <a:spcPts val="0"/>
              </a:spcAft>
              <a:buClr>
                <a:schemeClr val="accent6"/>
              </a:buClr>
              <a:buSzPts val="1000"/>
              <a:buChar char="○"/>
              <a:defRPr>
                <a:solidFill>
                  <a:schemeClr val="accent6"/>
                </a:solidFill>
              </a:defRPr>
            </a:lvl2pPr>
            <a:lvl3pPr indent="-292100" lvl="2" marL="1371600">
              <a:spcBef>
                <a:spcPts val="1000"/>
              </a:spcBef>
              <a:spcAft>
                <a:spcPts val="0"/>
              </a:spcAft>
              <a:buClr>
                <a:schemeClr val="accent6"/>
              </a:buClr>
              <a:buSzPts val="1000"/>
              <a:buChar char="■"/>
              <a:defRPr>
                <a:solidFill>
                  <a:schemeClr val="accent6"/>
                </a:solidFill>
              </a:defRPr>
            </a:lvl3pPr>
            <a:lvl4pPr indent="-292100" lvl="3" marL="1828800">
              <a:spcBef>
                <a:spcPts val="1000"/>
              </a:spcBef>
              <a:spcAft>
                <a:spcPts val="0"/>
              </a:spcAft>
              <a:buClr>
                <a:schemeClr val="accent6"/>
              </a:buClr>
              <a:buSzPts val="1000"/>
              <a:buChar char="●"/>
              <a:defRPr>
                <a:solidFill>
                  <a:schemeClr val="accent6"/>
                </a:solidFill>
              </a:defRPr>
            </a:lvl4pPr>
            <a:lvl5pPr indent="-292100" lvl="4" marL="2286000">
              <a:spcBef>
                <a:spcPts val="1000"/>
              </a:spcBef>
              <a:spcAft>
                <a:spcPts val="0"/>
              </a:spcAft>
              <a:buClr>
                <a:schemeClr val="accent6"/>
              </a:buClr>
              <a:buSzPts val="1000"/>
              <a:buChar char="○"/>
              <a:defRPr>
                <a:solidFill>
                  <a:schemeClr val="accent6"/>
                </a:solidFill>
              </a:defRPr>
            </a:lvl5pPr>
            <a:lvl6pPr indent="-292100" lvl="5" marL="2743200">
              <a:spcBef>
                <a:spcPts val="1000"/>
              </a:spcBef>
              <a:spcAft>
                <a:spcPts val="0"/>
              </a:spcAft>
              <a:buClr>
                <a:schemeClr val="accent6"/>
              </a:buClr>
              <a:buSzPts val="1000"/>
              <a:buChar char="■"/>
              <a:defRPr>
                <a:solidFill>
                  <a:schemeClr val="accent6"/>
                </a:solidFill>
              </a:defRPr>
            </a:lvl6pPr>
            <a:lvl7pPr indent="-292100" lvl="6" marL="3200400">
              <a:spcBef>
                <a:spcPts val="1000"/>
              </a:spcBef>
              <a:spcAft>
                <a:spcPts val="0"/>
              </a:spcAft>
              <a:buClr>
                <a:schemeClr val="accent6"/>
              </a:buClr>
              <a:buSzPts val="1000"/>
              <a:buChar char="●"/>
              <a:defRPr>
                <a:solidFill>
                  <a:schemeClr val="accent6"/>
                </a:solidFill>
              </a:defRPr>
            </a:lvl7pPr>
            <a:lvl8pPr indent="-292100" lvl="7" marL="3657600">
              <a:spcBef>
                <a:spcPts val="1000"/>
              </a:spcBef>
              <a:spcAft>
                <a:spcPts val="0"/>
              </a:spcAft>
              <a:buClr>
                <a:schemeClr val="accent6"/>
              </a:buClr>
              <a:buSzPts val="1000"/>
              <a:buChar char="○"/>
              <a:defRPr>
                <a:solidFill>
                  <a:schemeClr val="accent6"/>
                </a:solidFill>
              </a:defRPr>
            </a:lvl8pPr>
            <a:lvl9pPr indent="-292100" lvl="8" marL="4114800">
              <a:spcBef>
                <a:spcPts val="1000"/>
              </a:spcBef>
              <a:spcAft>
                <a:spcPts val="1000"/>
              </a:spcAft>
              <a:buClr>
                <a:schemeClr val="accent6"/>
              </a:buClr>
              <a:buSzPts val="1000"/>
              <a:buChar char="■"/>
              <a:defRPr>
                <a:solidFill>
                  <a:schemeClr val="accent6"/>
                </a:solidFill>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9">
  <p:cSld name="CUSTOM_1">
    <p:bg>
      <p:bgPr>
        <a:solidFill>
          <a:schemeClr val="accent1"/>
        </a:solidFill>
      </p:bgPr>
    </p:bg>
    <p:spTree>
      <p:nvGrpSpPr>
        <p:cNvPr id="310" name="Shape 310"/>
        <p:cNvGrpSpPr/>
        <p:nvPr/>
      </p:nvGrpSpPr>
      <p:grpSpPr>
        <a:xfrm>
          <a:off x="0" y="0"/>
          <a:ext cx="0" cy="0"/>
          <a:chOff x="0" y="0"/>
          <a:chExt cx="0" cy="0"/>
        </a:xfrm>
      </p:grpSpPr>
      <p:sp>
        <p:nvSpPr>
          <p:cNvPr id="311" name="Google Shape;311;p26"/>
          <p:cNvSpPr/>
          <p:nvPr/>
        </p:nvSpPr>
        <p:spPr>
          <a:xfrm flipH="1">
            <a:off x="433300" y="-6150"/>
            <a:ext cx="8560200" cy="51516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312" name="Google Shape;312;p26"/>
          <p:cNvSpPr/>
          <p:nvPr/>
        </p:nvSpPr>
        <p:spPr>
          <a:xfrm flipH="1">
            <a:off x="433300" y="-2175"/>
            <a:ext cx="8415900" cy="5151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313" name="Google Shape;313;p26"/>
          <p:cNvSpPr/>
          <p:nvPr/>
        </p:nvSpPr>
        <p:spPr>
          <a:xfrm flipH="1">
            <a:off x="-10550" y="-6150"/>
            <a:ext cx="8710800" cy="51558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314" name="Google Shape;314;p26"/>
          <p:cNvSpPr txBox="1"/>
          <p:nvPr>
            <p:ph type="title"/>
          </p:nvPr>
        </p:nvSpPr>
        <p:spPr>
          <a:xfrm>
            <a:off x="409625" y="401500"/>
            <a:ext cx="4011600" cy="4371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3000"/>
              <a:buNone/>
              <a:defRPr sz="2400"/>
            </a:lvl1pPr>
            <a:lvl2pPr lvl="1">
              <a:spcBef>
                <a:spcPts val="0"/>
              </a:spcBef>
              <a:spcAft>
                <a:spcPts val="0"/>
              </a:spcAft>
              <a:buClr>
                <a:schemeClr val="dk1"/>
              </a:buClr>
              <a:buSzPts val="3000"/>
              <a:buNone/>
              <a:defRPr sz="2400">
                <a:latin typeface="Quantico"/>
                <a:ea typeface="Quantico"/>
                <a:cs typeface="Quantico"/>
                <a:sym typeface="Quantico"/>
              </a:defRPr>
            </a:lvl2pPr>
            <a:lvl3pPr lvl="2">
              <a:spcBef>
                <a:spcPts val="0"/>
              </a:spcBef>
              <a:spcAft>
                <a:spcPts val="0"/>
              </a:spcAft>
              <a:buClr>
                <a:schemeClr val="dk1"/>
              </a:buClr>
              <a:buSzPts val="3000"/>
              <a:buNone/>
              <a:defRPr sz="2400">
                <a:latin typeface="Quantico"/>
                <a:ea typeface="Quantico"/>
                <a:cs typeface="Quantico"/>
                <a:sym typeface="Quantico"/>
              </a:defRPr>
            </a:lvl3pPr>
            <a:lvl4pPr lvl="3">
              <a:spcBef>
                <a:spcPts val="0"/>
              </a:spcBef>
              <a:spcAft>
                <a:spcPts val="0"/>
              </a:spcAft>
              <a:buClr>
                <a:schemeClr val="dk1"/>
              </a:buClr>
              <a:buSzPts val="3000"/>
              <a:buNone/>
              <a:defRPr sz="2400">
                <a:latin typeface="Quantico"/>
                <a:ea typeface="Quantico"/>
                <a:cs typeface="Quantico"/>
                <a:sym typeface="Quantico"/>
              </a:defRPr>
            </a:lvl4pPr>
            <a:lvl5pPr lvl="4">
              <a:spcBef>
                <a:spcPts val="0"/>
              </a:spcBef>
              <a:spcAft>
                <a:spcPts val="0"/>
              </a:spcAft>
              <a:buClr>
                <a:schemeClr val="dk1"/>
              </a:buClr>
              <a:buSzPts val="3000"/>
              <a:buNone/>
              <a:defRPr sz="2400">
                <a:latin typeface="Quantico"/>
                <a:ea typeface="Quantico"/>
                <a:cs typeface="Quantico"/>
                <a:sym typeface="Quantico"/>
              </a:defRPr>
            </a:lvl5pPr>
            <a:lvl6pPr lvl="5">
              <a:spcBef>
                <a:spcPts val="0"/>
              </a:spcBef>
              <a:spcAft>
                <a:spcPts val="0"/>
              </a:spcAft>
              <a:buClr>
                <a:schemeClr val="dk1"/>
              </a:buClr>
              <a:buSzPts val="3000"/>
              <a:buNone/>
              <a:defRPr sz="2400">
                <a:latin typeface="Quantico"/>
                <a:ea typeface="Quantico"/>
                <a:cs typeface="Quantico"/>
                <a:sym typeface="Quantico"/>
              </a:defRPr>
            </a:lvl6pPr>
            <a:lvl7pPr lvl="6">
              <a:spcBef>
                <a:spcPts val="0"/>
              </a:spcBef>
              <a:spcAft>
                <a:spcPts val="0"/>
              </a:spcAft>
              <a:buClr>
                <a:schemeClr val="dk1"/>
              </a:buClr>
              <a:buSzPts val="3000"/>
              <a:buNone/>
              <a:defRPr sz="2400">
                <a:latin typeface="Quantico"/>
                <a:ea typeface="Quantico"/>
                <a:cs typeface="Quantico"/>
                <a:sym typeface="Quantico"/>
              </a:defRPr>
            </a:lvl7pPr>
            <a:lvl8pPr lvl="7">
              <a:spcBef>
                <a:spcPts val="0"/>
              </a:spcBef>
              <a:spcAft>
                <a:spcPts val="0"/>
              </a:spcAft>
              <a:buClr>
                <a:schemeClr val="dk1"/>
              </a:buClr>
              <a:buSzPts val="3000"/>
              <a:buNone/>
              <a:defRPr sz="2400">
                <a:latin typeface="Quantico"/>
                <a:ea typeface="Quantico"/>
                <a:cs typeface="Quantico"/>
                <a:sym typeface="Quantico"/>
              </a:defRPr>
            </a:lvl8pPr>
            <a:lvl9pPr lvl="8">
              <a:spcBef>
                <a:spcPts val="0"/>
              </a:spcBef>
              <a:spcAft>
                <a:spcPts val="0"/>
              </a:spcAft>
              <a:buClr>
                <a:schemeClr val="dk1"/>
              </a:buClr>
              <a:buSzPts val="3000"/>
              <a:buNone/>
              <a:defRPr sz="2400">
                <a:latin typeface="Quantico"/>
                <a:ea typeface="Quantico"/>
                <a:cs typeface="Quantico"/>
                <a:sym typeface="Quantico"/>
              </a:defRPr>
            </a:lvl9pPr>
          </a:lstStyle>
          <a:p/>
        </p:txBody>
      </p:sp>
      <p:sp>
        <p:nvSpPr>
          <p:cNvPr id="315" name="Google Shape;315;p26"/>
          <p:cNvSpPr txBox="1"/>
          <p:nvPr>
            <p:ph idx="2" type="title"/>
          </p:nvPr>
        </p:nvSpPr>
        <p:spPr>
          <a:xfrm>
            <a:off x="420000" y="860450"/>
            <a:ext cx="3511200" cy="10911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3400"/>
              <a:buNone/>
              <a:defRPr sz="1600">
                <a:latin typeface="Lato"/>
                <a:ea typeface="Lato"/>
                <a:cs typeface="Lato"/>
                <a:sym typeface="Lato"/>
              </a:defRPr>
            </a:lvl1pPr>
            <a:lvl2pPr lvl="1">
              <a:lnSpc>
                <a:spcPct val="100000"/>
              </a:lnSpc>
              <a:spcBef>
                <a:spcPts val="0"/>
              </a:spcBef>
              <a:spcAft>
                <a:spcPts val="0"/>
              </a:spcAft>
              <a:buClr>
                <a:schemeClr val="dk1"/>
              </a:buClr>
              <a:buSzPts val="3400"/>
              <a:buNone/>
              <a:defRPr sz="1600">
                <a:latin typeface="Lato"/>
                <a:ea typeface="Lato"/>
                <a:cs typeface="Lato"/>
                <a:sym typeface="Lato"/>
              </a:defRPr>
            </a:lvl2pPr>
            <a:lvl3pPr lvl="2">
              <a:lnSpc>
                <a:spcPct val="100000"/>
              </a:lnSpc>
              <a:spcBef>
                <a:spcPts val="0"/>
              </a:spcBef>
              <a:spcAft>
                <a:spcPts val="0"/>
              </a:spcAft>
              <a:buClr>
                <a:schemeClr val="dk1"/>
              </a:buClr>
              <a:buSzPts val="3400"/>
              <a:buNone/>
              <a:defRPr sz="1600">
                <a:latin typeface="Lato"/>
                <a:ea typeface="Lato"/>
                <a:cs typeface="Lato"/>
                <a:sym typeface="Lato"/>
              </a:defRPr>
            </a:lvl3pPr>
            <a:lvl4pPr lvl="3">
              <a:lnSpc>
                <a:spcPct val="100000"/>
              </a:lnSpc>
              <a:spcBef>
                <a:spcPts val="0"/>
              </a:spcBef>
              <a:spcAft>
                <a:spcPts val="0"/>
              </a:spcAft>
              <a:buClr>
                <a:schemeClr val="dk1"/>
              </a:buClr>
              <a:buSzPts val="3400"/>
              <a:buNone/>
              <a:defRPr sz="1600">
                <a:latin typeface="Lato"/>
                <a:ea typeface="Lato"/>
                <a:cs typeface="Lato"/>
                <a:sym typeface="Lato"/>
              </a:defRPr>
            </a:lvl4pPr>
            <a:lvl5pPr lvl="4">
              <a:lnSpc>
                <a:spcPct val="100000"/>
              </a:lnSpc>
              <a:spcBef>
                <a:spcPts val="0"/>
              </a:spcBef>
              <a:spcAft>
                <a:spcPts val="0"/>
              </a:spcAft>
              <a:buClr>
                <a:schemeClr val="dk1"/>
              </a:buClr>
              <a:buSzPts val="3400"/>
              <a:buNone/>
              <a:defRPr sz="1600">
                <a:latin typeface="Lato"/>
                <a:ea typeface="Lato"/>
                <a:cs typeface="Lato"/>
                <a:sym typeface="Lato"/>
              </a:defRPr>
            </a:lvl5pPr>
            <a:lvl6pPr lvl="5">
              <a:lnSpc>
                <a:spcPct val="100000"/>
              </a:lnSpc>
              <a:spcBef>
                <a:spcPts val="0"/>
              </a:spcBef>
              <a:spcAft>
                <a:spcPts val="0"/>
              </a:spcAft>
              <a:buClr>
                <a:schemeClr val="dk1"/>
              </a:buClr>
              <a:buSzPts val="3400"/>
              <a:buNone/>
              <a:defRPr sz="1600">
                <a:latin typeface="Lato"/>
                <a:ea typeface="Lato"/>
                <a:cs typeface="Lato"/>
                <a:sym typeface="Lato"/>
              </a:defRPr>
            </a:lvl6pPr>
            <a:lvl7pPr lvl="6">
              <a:lnSpc>
                <a:spcPct val="100000"/>
              </a:lnSpc>
              <a:spcBef>
                <a:spcPts val="0"/>
              </a:spcBef>
              <a:spcAft>
                <a:spcPts val="0"/>
              </a:spcAft>
              <a:buClr>
                <a:schemeClr val="dk1"/>
              </a:buClr>
              <a:buSzPts val="3400"/>
              <a:buNone/>
              <a:defRPr sz="1600">
                <a:latin typeface="Lato"/>
                <a:ea typeface="Lato"/>
                <a:cs typeface="Lato"/>
                <a:sym typeface="Lato"/>
              </a:defRPr>
            </a:lvl7pPr>
            <a:lvl8pPr lvl="7">
              <a:lnSpc>
                <a:spcPct val="100000"/>
              </a:lnSpc>
              <a:spcBef>
                <a:spcPts val="0"/>
              </a:spcBef>
              <a:spcAft>
                <a:spcPts val="0"/>
              </a:spcAft>
              <a:buClr>
                <a:schemeClr val="dk1"/>
              </a:buClr>
              <a:buSzPts val="3400"/>
              <a:buNone/>
              <a:defRPr sz="1600">
                <a:latin typeface="Lato"/>
                <a:ea typeface="Lato"/>
                <a:cs typeface="Lato"/>
                <a:sym typeface="Lato"/>
              </a:defRPr>
            </a:lvl8pPr>
            <a:lvl9pPr lvl="8">
              <a:lnSpc>
                <a:spcPct val="100000"/>
              </a:lnSpc>
              <a:spcBef>
                <a:spcPts val="0"/>
              </a:spcBef>
              <a:spcAft>
                <a:spcPts val="0"/>
              </a:spcAft>
              <a:buClr>
                <a:schemeClr val="dk1"/>
              </a:buClr>
              <a:buSzPts val="3400"/>
              <a:buNone/>
              <a:defRPr sz="1600">
                <a:latin typeface="Lato"/>
                <a:ea typeface="Lato"/>
                <a:cs typeface="Lato"/>
                <a:sym typeface="Lato"/>
              </a:defRPr>
            </a:lvl9pPr>
          </a:lstStyle>
          <a:p/>
        </p:txBody>
      </p:sp>
      <p:sp>
        <p:nvSpPr>
          <p:cNvPr id="316" name="Google Shape;316;p26"/>
          <p:cNvSpPr txBox="1"/>
          <p:nvPr>
            <p:ph idx="3" type="title"/>
          </p:nvPr>
        </p:nvSpPr>
        <p:spPr>
          <a:xfrm>
            <a:off x="5128700" y="3896025"/>
            <a:ext cx="2026500" cy="3858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sz="1200">
                <a:latin typeface="Lato"/>
                <a:ea typeface="Lato"/>
                <a:cs typeface="Lato"/>
                <a:sym typeface="Lato"/>
              </a:defRPr>
            </a:lvl1pPr>
            <a:lvl2pPr lvl="1">
              <a:lnSpc>
                <a:spcPct val="100000"/>
              </a:lnSpc>
              <a:spcBef>
                <a:spcPts val="0"/>
              </a:spcBef>
              <a:spcAft>
                <a:spcPts val="0"/>
              </a:spcAft>
              <a:buClr>
                <a:schemeClr val="dk1"/>
              </a:buClr>
              <a:buSzPts val="1200"/>
              <a:buFont typeface="Lato"/>
              <a:buNone/>
              <a:defRPr sz="1200">
                <a:latin typeface="Lato"/>
                <a:ea typeface="Lato"/>
                <a:cs typeface="Lato"/>
                <a:sym typeface="Lato"/>
              </a:defRPr>
            </a:lvl2pPr>
            <a:lvl3pPr lvl="2">
              <a:lnSpc>
                <a:spcPct val="100000"/>
              </a:lnSpc>
              <a:spcBef>
                <a:spcPts val="0"/>
              </a:spcBef>
              <a:spcAft>
                <a:spcPts val="0"/>
              </a:spcAft>
              <a:buClr>
                <a:schemeClr val="dk1"/>
              </a:buClr>
              <a:buSzPts val="1200"/>
              <a:buFont typeface="Lato"/>
              <a:buNone/>
              <a:defRPr sz="1200">
                <a:latin typeface="Lato"/>
                <a:ea typeface="Lato"/>
                <a:cs typeface="Lato"/>
                <a:sym typeface="Lato"/>
              </a:defRPr>
            </a:lvl3pPr>
            <a:lvl4pPr lvl="3">
              <a:lnSpc>
                <a:spcPct val="100000"/>
              </a:lnSpc>
              <a:spcBef>
                <a:spcPts val="0"/>
              </a:spcBef>
              <a:spcAft>
                <a:spcPts val="0"/>
              </a:spcAft>
              <a:buClr>
                <a:schemeClr val="dk1"/>
              </a:buClr>
              <a:buSzPts val="1200"/>
              <a:buFont typeface="Lato"/>
              <a:buNone/>
              <a:defRPr sz="1200">
                <a:latin typeface="Lato"/>
                <a:ea typeface="Lato"/>
                <a:cs typeface="Lato"/>
                <a:sym typeface="Lato"/>
              </a:defRPr>
            </a:lvl4pPr>
            <a:lvl5pPr lvl="4">
              <a:lnSpc>
                <a:spcPct val="100000"/>
              </a:lnSpc>
              <a:spcBef>
                <a:spcPts val="0"/>
              </a:spcBef>
              <a:spcAft>
                <a:spcPts val="0"/>
              </a:spcAft>
              <a:buClr>
                <a:schemeClr val="dk1"/>
              </a:buClr>
              <a:buSzPts val="1200"/>
              <a:buFont typeface="Lato"/>
              <a:buNone/>
              <a:defRPr sz="1200">
                <a:latin typeface="Lato"/>
                <a:ea typeface="Lato"/>
                <a:cs typeface="Lato"/>
                <a:sym typeface="Lato"/>
              </a:defRPr>
            </a:lvl5pPr>
            <a:lvl6pPr lvl="5">
              <a:lnSpc>
                <a:spcPct val="100000"/>
              </a:lnSpc>
              <a:spcBef>
                <a:spcPts val="0"/>
              </a:spcBef>
              <a:spcAft>
                <a:spcPts val="0"/>
              </a:spcAft>
              <a:buClr>
                <a:schemeClr val="dk1"/>
              </a:buClr>
              <a:buSzPts val="1200"/>
              <a:buFont typeface="Lato"/>
              <a:buNone/>
              <a:defRPr sz="1200">
                <a:latin typeface="Lato"/>
                <a:ea typeface="Lato"/>
                <a:cs typeface="Lato"/>
                <a:sym typeface="Lato"/>
              </a:defRPr>
            </a:lvl6pPr>
            <a:lvl7pPr lvl="6">
              <a:lnSpc>
                <a:spcPct val="100000"/>
              </a:lnSpc>
              <a:spcBef>
                <a:spcPts val="0"/>
              </a:spcBef>
              <a:spcAft>
                <a:spcPts val="0"/>
              </a:spcAft>
              <a:buClr>
                <a:schemeClr val="dk1"/>
              </a:buClr>
              <a:buSzPts val="1200"/>
              <a:buFont typeface="Lato"/>
              <a:buNone/>
              <a:defRPr sz="1200">
                <a:latin typeface="Lato"/>
                <a:ea typeface="Lato"/>
                <a:cs typeface="Lato"/>
                <a:sym typeface="Lato"/>
              </a:defRPr>
            </a:lvl7pPr>
            <a:lvl8pPr lvl="7">
              <a:lnSpc>
                <a:spcPct val="100000"/>
              </a:lnSpc>
              <a:spcBef>
                <a:spcPts val="0"/>
              </a:spcBef>
              <a:spcAft>
                <a:spcPts val="0"/>
              </a:spcAft>
              <a:buClr>
                <a:schemeClr val="dk1"/>
              </a:buClr>
              <a:buSzPts val="1200"/>
              <a:buFont typeface="Lato"/>
              <a:buNone/>
              <a:defRPr sz="1200">
                <a:latin typeface="Lato"/>
                <a:ea typeface="Lato"/>
                <a:cs typeface="Lato"/>
                <a:sym typeface="Lato"/>
              </a:defRPr>
            </a:lvl8pPr>
            <a:lvl9pPr lvl="8">
              <a:lnSpc>
                <a:spcPct val="100000"/>
              </a:lnSpc>
              <a:spcBef>
                <a:spcPts val="0"/>
              </a:spcBef>
              <a:spcAft>
                <a:spcPts val="0"/>
              </a:spcAft>
              <a:buClr>
                <a:schemeClr val="dk1"/>
              </a:buClr>
              <a:buSzPts val="1200"/>
              <a:buFont typeface="Lato"/>
              <a:buNone/>
              <a:defRPr sz="1200">
                <a:latin typeface="Lato"/>
                <a:ea typeface="Lato"/>
                <a:cs typeface="Lato"/>
                <a:sym typeface="Lato"/>
              </a:defRPr>
            </a:lvl9pPr>
          </a:lstStyle>
          <a:p/>
        </p:txBody>
      </p:sp>
      <p:sp>
        <p:nvSpPr>
          <p:cNvPr id="317" name="Google Shape;317;p26"/>
          <p:cNvSpPr txBox="1"/>
          <p:nvPr>
            <p:ph idx="1" type="subTitle"/>
          </p:nvPr>
        </p:nvSpPr>
        <p:spPr>
          <a:xfrm>
            <a:off x="7258100" y="3896025"/>
            <a:ext cx="811500" cy="3858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accent1"/>
              </a:buClr>
              <a:buSzPts val="1000"/>
              <a:buNone/>
              <a:defRPr>
                <a:solidFill>
                  <a:schemeClr val="accent1"/>
                </a:solidFill>
                <a:latin typeface="Quantico"/>
                <a:ea typeface="Quantico"/>
                <a:cs typeface="Quantico"/>
                <a:sym typeface="Quantico"/>
              </a:defRPr>
            </a:lvl1pPr>
            <a:lvl2pPr lvl="1">
              <a:spcBef>
                <a:spcPts val="1000"/>
              </a:spcBef>
              <a:spcAft>
                <a:spcPts val="0"/>
              </a:spcAft>
              <a:buClr>
                <a:schemeClr val="accent1"/>
              </a:buClr>
              <a:buSzPts val="1000"/>
              <a:buNone/>
              <a:defRPr>
                <a:solidFill>
                  <a:schemeClr val="accent1"/>
                </a:solidFill>
              </a:defRPr>
            </a:lvl2pPr>
            <a:lvl3pPr lvl="2">
              <a:spcBef>
                <a:spcPts val="1000"/>
              </a:spcBef>
              <a:spcAft>
                <a:spcPts val="0"/>
              </a:spcAft>
              <a:buClr>
                <a:schemeClr val="accent1"/>
              </a:buClr>
              <a:buSzPts val="1000"/>
              <a:buNone/>
              <a:defRPr>
                <a:solidFill>
                  <a:schemeClr val="accent1"/>
                </a:solidFill>
              </a:defRPr>
            </a:lvl3pPr>
            <a:lvl4pPr lvl="3">
              <a:spcBef>
                <a:spcPts val="1000"/>
              </a:spcBef>
              <a:spcAft>
                <a:spcPts val="0"/>
              </a:spcAft>
              <a:buClr>
                <a:schemeClr val="accent1"/>
              </a:buClr>
              <a:buSzPts val="1000"/>
              <a:buNone/>
              <a:defRPr>
                <a:solidFill>
                  <a:schemeClr val="accent1"/>
                </a:solidFill>
              </a:defRPr>
            </a:lvl4pPr>
            <a:lvl5pPr lvl="4">
              <a:spcBef>
                <a:spcPts val="1000"/>
              </a:spcBef>
              <a:spcAft>
                <a:spcPts val="0"/>
              </a:spcAft>
              <a:buClr>
                <a:schemeClr val="accent1"/>
              </a:buClr>
              <a:buSzPts val="1000"/>
              <a:buNone/>
              <a:defRPr>
                <a:solidFill>
                  <a:schemeClr val="accent1"/>
                </a:solidFill>
              </a:defRPr>
            </a:lvl5pPr>
            <a:lvl6pPr lvl="5">
              <a:spcBef>
                <a:spcPts val="1000"/>
              </a:spcBef>
              <a:spcAft>
                <a:spcPts val="0"/>
              </a:spcAft>
              <a:buClr>
                <a:schemeClr val="accent1"/>
              </a:buClr>
              <a:buSzPts val="1000"/>
              <a:buNone/>
              <a:defRPr>
                <a:solidFill>
                  <a:schemeClr val="accent1"/>
                </a:solidFill>
              </a:defRPr>
            </a:lvl6pPr>
            <a:lvl7pPr lvl="6">
              <a:spcBef>
                <a:spcPts val="1000"/>
              </a:spcBef>
              <a:spcAft>
                <a:spcPts val="0"/>
              </a:spcAft>
              <a:buClr>
                <a:schemeClr val="accent1"/>
              </a:buClr>
              <a:buSzPts val="1000"/>
              <a:buNone/>
              <a:defRPr>
                <a:solidFill>
                  <a:schemeClr val="accent1"/>
                </a:solidFill>
              </a:defRPr>
            </a:lvl7pPr>
            <a:lvl8pPr lvl="7">
              <a:spcBef>
                <a:spcPts val="1000"/>
              </a:spcBef>
              <a:spcAft>
                <a:spcPts val="0"/>
              </a:spcAft>
              <a:buClr>
                <a:schemeClr val="accent1"/>
              </a:buClr>
              <a:buSzPts val="1000"/>
              <a:buNone/>
              <a:defRPr>
                <a:solidFill>
                  <a:schemeClr val="accent1"/>
                </a:solidFill>
              </a:defRPr>
            </a:lvl8pPr>
            <a:lvl9pPr lvl="8">
              <a:spcBef>
                <a:spcPts val="1000"/>
              </a:spcBef>
              <a:spcAft>
                <a:spcPts val="1000"/>
              </a:spcAft>
              <a:buClr>
                <a:schemeClr val="accent1"/>
              </a:buClr>
              <a:buSzPts val="1000"/>
              <a:buNone/>
              <a:defRPr>
                <a:solidFill>
                  <a:schemeClr val="accent1"/>
                </a:solidFill>
              </a:defRPr>
            </a:lvl9pPr>
          </a:lstStyle>
          <a:p/>
        </p:txBody>
      </p:sp>
      <p:sp>
        <p:nvSpPr>
          <p:cNvPr id="318" name="Google Shape;318;p26"/>
          <p:cNvSpPr txBox="1"/>
          <p:nvPr>
            <p:ph idx="4" type="title"/>
          </p:nvPr>
        </p:nvSpPr>
        <p:spPr>
          <a:xfrm>
            <a:off x="5128700" y="2838325"/>
            <a:ext cx="2026500" cy="3858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sz="1200">
                <a:latin typeface="Lato"/>
                <a:ea typeface="Lato"/>
                <a:cs typeface="Lato"/>
                <a:sym typeface="Lato"/>
              </a:defRPr>
            </a:lvl1pPr>
            <a:lvl2pPr lvl="1">
              <a:lnSpc>
                <a:spcPct val="100000"/>
              </a:lnSpc>
              <a:spcBef>
                <a:spcPts val="0"/>
              </a:spcBef>
              <a:spcAft>
                <a:spcPts val="0"/>
              </a:spcAft>
              <a:buClr>
                <a:schemeClr val="dk1"/>
              </a:buClr>
              <a:buSzPts val="1200"/>
              <a:buFont typeface="Lato"/>
              <a:buNone/>
              <a:defRPr sz="1200">
                <a:latin typeface="Lato"/>
                <a:ea typeface="Lato"/>
                <a:cs typeface="Lato"/>
                <a:sym typeface="Lato"/>
              </a:defRPr>
            </a:lvl2pPr>
            <a:lvl3pPr lvl="2">
              <a:lnSpc>
                <a:spcPct val="100000"/>
              </a:lnSpc>
              <a:spcBef>
                <a:spcPts val="0"/>
              </a:spcBef>
              <a:spcAft>
                <a:spcPts val="0"/>
              </a:spcAft>
              <a:buClr>
                <a:schemeClr val="dk1"/>
              </a:buClr>
              <a:buSzPts val="1200"/>
              <a:buFont typeface="Lato"/>
              <a:buNone/>
              <a:defRPr sz="1200">
                <a:latin typeface="Lato"/>
                <a:ea typeface="Lato"/>
                <a:cs typeface="Lato"/>
                <a:sym typeface="Lato"/>
              </a:defRPr>
            </a:lvl3pPr>
            <a:lvl4pPr lvl="3">
              <a:lnSpc>
                <a:spcPct val="100000"/>
              </a:lnSpc>
              <a:spcBef>
                <a:spcPts val="0"/>
              </a:spcBef>
              <a:spcAft>
                <a:spcPts val="0"/>
              </a:spcAft>
              <a:buClr>
                <a:schemeClr val="dk1"/>
              </a:buClr>
              <a:buSzPts val="1200"/>
              <a:buFont typeface="Lato"/>
              <a:buNone/>
              <a:defRPr sz="1200">
                <a:latin typeface="Lato"/>
                <a:ea typeface="Lato"/>
                <a:cs typeface="Lato"/>
                <a:sym typeface="Lato"/>
              </a:defRPr>
            </a:lvl4pPr>
            <a:lvl5pPr lvl="4">
              <a:lnSpc>
                <a:spcPct val="100000"/>
              </a:lnSpc>
              <a:spcBef>
                <a:spcPts val="0"/>
              </a:spcBef>
              <a:spcAft>
                <a:spcPts val="0"/>
              </a:spcAft>
              <a:buClr>
                <a:schemeClr val="dk1"/>
              </a:buClr>
              <a:buSzPts val="1200"/>
              <a:buFont typeface="Lato"/>
              <a:buNone/>
              <a:defRPr sz="1200">
                <a:latin typeface="Lato"/>
                <a:ea typeface="Lato"/>
                <a:cs typeface="Lato"/>
                <a:sym typeface="Lato"/>
              </a:defRPr>
            </a:lvl5pPr>
            <a:lvl6pPr lvl="5">
              <a:lnSpc>
                <a:spcPct val="100000"/>
              </a:lnSpc>
              <a:spcBef>
                <a:spcPts val="0"/>
              </a:spcBef>
              <a:spcAft>
                <a:spcPts val="0"/>
              </a:spcAft>
              <a:buClr>
                <a:schemeClr val="dk1"/>
              </a:buClr>
              <a:buSzPts val="1200"/>
              <a:buFont typeface="Lato"/>
              <a:buNone/>
              <a:defRPr sz="1200">
                <a:latin typeface="Lato"/>
                <a:ea typeface="Lato"/>
                <a:cs typeface="Lato"/>
                <a:sym typeface="Lato"/>
              </a:defRPr>
            </a:lvl6pPr>
            <a:lvl7pPr lvl="6">
              <a:lnSpc>
                <a:spcPct val="100000"/>
              </a:lnSpc>
              <a:spcBef>
                <a:spcPts val="0"/>
              </a:spcBef>
              <a:spcAft>
                <a:spcPts val="0"/>
              </a:spcAft>
              <a:buClr>
                <a:schemeClr val="dk1"/>
              </a:buClr>
              <a:buSzPts val="1200"/>
              <a:buFont typeface="Lato"/>
              <a:buNone/>
              <a:defRPr sz="1200">
                <a:latin typeface="Lato"/>
                <a:ea typeface="Lato"/>
                <a:cs typeface="Lato"/>
                <a:sym typeface="Lato"/>
              </a:defRPr>
            </a:lvl7pPr>
            <a:lvl8pPr lvl="7">
              <a:lnSpc>
                <a:spcPct val="100000"/>
              </a:lnSpc>
              <a:spcBef>
                <a:spcPts val="0"/>
              </a:spcBef>
              <a:spcAft>
                <a:spcPts val="0"/>
              </a:spcAft>
              <a:buClr>
                <a:schemeClr val="dk1"/>
              </a:buClr>
              <a:buSzPts val="1200"/>
              <a:buFont typeface="Lato"/>
              <a:buNone/>
              <a:defRPr sz="1200">
                <a:latin typeface="Lato"/>
                <a:ea typeface="Lato"/>
                <a:cs typeface="Lato"/>
                <a:sym typeface="Lato"/>
              </a:defRPr>
            </a:lvl8pPr>
            <a:lvl9pPr lvl="8">
              <a:lnSpc>
                <a:spcPct val="100000"/>
              </a:lnSpc>
              <a:spcBef>
                <a:spcPts val="0"/>
              </a:spcBef>
              <a:spcAft>
                <a:spcPts val="0"/>
              </a:spcAft>
              <a:buClr>
                <a:schemeClr val="dk1"/>
              </a:buClr>
              <a:buSzPts val="1200"/>
              <a:buFont typeface="Lato"/>
              <a:buNone/>
              <a:defRPr sz="1200">
                <a:latin typeface="Lato"/>
                <a:ea typeface="Lato"/>
                <a:cs typeface="Lato"/>
                <a:sym typeface="Lato"/>
              </a:defRPr>
            </a:lvl9pPr>
          </a:lstStyle>
          <a:p/>
        </p:txBody>
      </p:sp>
      <p:sp>
        <p:nvSpPr>
          <p:cNvPr id="319" name="Google Shape;319;p26"/>
          <p:cNvSpPr txBox="1"/>
          <p:nvPr>
            <p:ph idx="5" type="subTitle"/>
          </p:nvPr>
        </p:nvSpPr>
        <p:spPr>
          <a:xfrm>
            <a:off x="7258100" y="2838325"/>
            <a:ext cx="811500" cy="3858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accent1"/>
              </a:buClr>
              <a:buSzPts val="1000"/>
              <a:buNone/>
              <a:defRPr>
                <a:solidFill>
                  <a:schemeClr val="accent1"/>
                </a:solidFill>
                <a:latin typeface="Quantico"/>
                <a:ea typeface="Quantico"/>
                <a:cs typeface="Quantico"/>
                <a:sym typeface="Quantico"/>
              </a:defRPr>
            </a:lvl1pPr>
            <a:lvl2pPr lvl="1">
              <a:spcBef>
                <a:spcPts val="1000"/>
              </a:spcBef>
              <a:spcAft>
                <a:spcPts val="0"/>
              </a:spcAft>
              <a:buClr>
                <a:schemeClr val="accent1"/>
              </a:buClr>
              <a:buSzPts val="1000"/>
              <a:buNone/>
              <a:defRPr>
                <a:solidFill>
                  <a:schemeClr val="accent1"/>
                </a:solidFill>
              </a:defRPr>
            </a:lvl2pPr>
            <a:lvl3pPr lvl="2">
              <a:spcBef>
                <a:spcPts val="1000"/>
              </a:spcBef>
              <a:spcAft>
                <a:spcPts val="0"/>
              </a:spcAft>
              <a:buClr>
                <a:schemeClr val="accent1"/>
              </a:buClr>
              <a:buSzPts val="1000"/>
              <a:buNone/>
              <a:defRPr>
                <a:solidFill>
                  <a:schemeClr val="accent1"/>
                </a:solidFill>
              </a:defRPr>
            </a:lvl3pPr>
            <a:lvl4pPr lvl="3">
              <a:spcBef>
                <a:spcPts val="1000"/>
              </a:spcBef>
              <a:spcAft>
                <a:spcPts val="0"/>
              </a:spcAft>
              <a:buClr>
                <a:schemeClr val="accent1"/>
              </a:buClr>
              <a:buSzPts val="1000"/>
              <a:buNone/>
              <a:defRPr>
                <a:solidFill>
                  <a:schemeClr val="accent1"/>
                </a:solidFill>
              </a:defRPr>
            </a:lvl4pPr>
            <a:lvl5pPr lvl="4">
              <a:spcBef>
                <a:spcPts val="1000"/>
              </a:spcBef>
              <a:spcAft>
                <a:spcPts val="0"/>
              </a:spcAft>
              <a:buClr>
                <a:schemeClr val="accent1"/>
              </a:buClr>
              <a:buSzPts val="1000"/>
              <a:buNone/>
              <a:defRPr>
                <a:solidFill>
                  <a:schemeClr val="accent1"/>
                </a:solidFill>
              </a:defRPr>
            </a:lvl5pPr>
            <a:lvl6pPr lvl="5">
              <a:spcBef>
                <a:spcPts val="1000"/>
              </a:spcBef>
              <a:spcAft>
                <a:spcPts val="0"/>
              </a:spcAft>
              <a:buClr>
                <a:schemeClr val="accent1"/>
              </a:buClr>
              <a:buSzPts val="1000"/>
              <a:buNone/>
              <a:defRPr>
                <a:solidFill>
                  <a:schemeClr val="accent1"/>
                </a:solidFill>
              </a:defRPr>
            </a:lvl6pPr>
            <a:lvl7pPr lvl="6">
              <a:spcBef>
                <a:spcPts val="1000"/>
              </a:spcBef>
              <a:spcAft>
                <a:spcPts val="0"/>
              </a:spcAft>
              <a:buClr>
                <a:schemeClr val="accent1"/>
              </a:buClr>
              <a:buSzPts val="1000"/>
              <a:buNone/>
              <a:defRPr>
                <a:solidFill>
                  <a:schemeClr val="accent1"/>
                </a:solidFill>
              </a:defRPr>
            </a:lvl7pPr>
            <a:lvl8pPr lvl="7">
              <a:spcBef>
                <a:spcPts val="1000"/>
              </a:spcBef>
              <a:spcAft>
                <a:spcPts val="0"/>
              </a:spcAft>
              <a:buClr>
                <a:schemeClr val="accent1"/>
              </a:buClr>
              <a:buSzPts val="1000"/>
              <a:buNone/>
              <a:defRPr>
                <a:solidFill>
                  <a:schemeClr val="accent1"/>
                </a:solidFill>
              </a:defRPr>
            </a:lvl8pPr>
            <a:lvl9pPr lvl="8">
              <a:spcBef>
                <a:spcPts val="1000"/>
              </a:spcBef>
              <a:spcAft>
                <a:spcPts val="1000"/>
              </a:spcAft>
              <a:buClr>
                <a:schemeClr val="accent1"/>
              </a:buClr>
              <a:buSzPts val="1000"/>
              <a:buNone/>
              <a:defRPr>
                <a:solidFill>
                  <a:schemeClr val="accent1"/>
                </a:solidFill>
              </a:defRPr>
            </a:lvl9pPr>
          </a:lstStyle>
          <a:p/>
        </p:txBody>
      </p:sp>
      <p:sp>
        <p:nvSpPr>
          <p:cNvPr id="320" name="Google Shape;320;p26"/>
          <p:cNvSpPr txBox="1"/>
          <p:nvPr>
            <p:ph idx="6" type="title"/>
          </p:nvPr>
        </p:nvSpPr>
        <p:spPr>
          <a:xfrm>
            <a:off x="5128700" y="1812925"/>
            <a:ext cx="2026500" cy="3858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sz="1200">
                <a:latin typeface="Lato"/>
                <a:ea typeface="Lato"/>
                <a:cs typeface="Lato"/>
                <a:sym typeface="Lato"/>
              </a:defRPr>
            </a:lvl1pPr>
            <a:lvl2pPr lvl="1">
              <a:lnSpc>
                <a:spcPct val="100000"/>
              </a:lnSpc>
              <a:spcBef>
                <a:spcPts val="0"/>
              </a:spcBef>
              <a:spcAft>
                <a:spcPts val="0"/>
              </a:spcAft>
              <a:buClr>
                <a:schemeClr val="dk1"/>
              </a:buClr>
              <a:buSzPts val="1200"/>
              <a:buFont typeface="Lato"/>
              <a:buNone/>
              <a:defRPr sz="1200">
                <a:latin typeface="Lato"/>
                <a:ea typeface="Lato"/>
                <a:cs typeface="Lato"/>
                <a:sym typeface="Lato"/>
              </a:defRPr>
            </a:lvl2pPr>
            <a:lvl3pPr lvl="2">
              <a:lnSpc>
                <a:spcPct val="100000"/>
              </a:lnSpc>
              <a:spcBef>
                <a:spcPts val="0"/>
              </a:spcBef>
              <a:spcAft>
                <a:spcPts val="0"/>
              </a:spcAft>
              <a:buClr>
                <a:schemeClr val="dk1"/>
              </a:buClr>
              <a:buSzPts val="1200"/>
              <a:buFont typeface="Lato"/>
              <a:buNone/>
              <a:defRPr sz="1200">
                <a:latin typeface="Lato"/>
                <a:ea typeface="Lato"/>
                <a:cs typeface="Lato"/>
                <a:sym typeface="Lato"/>
              </a:defRPr>
            </a:lvl3pPr>
            <a:lvl4pPr lvl="3">
              <a:lnSpc>
                <a:spcPct val="100000"/>
              </a:lnSpc>
              <a:spcBef>
                <a:spcPts val="0"/>
              </a:spcBef>
              <a:spcAft>
                <a:spcPts val="0"/>
              </a:spcAft>
              <a:buClr>
                <a:schemeClr val="dk1"/>
              </a:buClr>
              <a:buSzPts val="1200"/>
              <a:buFont typeface="Lato"/>
              <a:buNone/>
              <a:defRPr sz="1200">
                <a:latin typeface="Lato"/>
                <a:ea typeface="Lato"/>
                <a:cs typeface="Lato"/>
                <a:sym typeface="Lato"/>
              </a:defRPr>
            </a:lvl4pPr>
            <a:lvl5pPr lvl="4">
              <a:lnSpc>
                <a:spcPct val="100000"/>
              </a:lnSpc>
              <a:spcBef>
                <a:spcPts val="0"/>
              </a:spcBef>
              <a:spcAft>
                <a:spcPts val="0"/>
              </a:spcAft>
              <a:buClr>
                <a:schemeClr val="dk1"/>
              </a:buClr>
              <a:buSzPts val="1200"/>
              <a:buFont typeface="Lato"/>
              <a:buNone/>
              <a:defRPr sz="1200">
                <a:latin typeface="Lato"/>
                <a:ea typeface="Lato"/>
                <a:cs typeface="Lato"/>
                <a:sym typeface="Lato"/>
              </a:defRPr>
            </a:lvl5pPr>
            <a:lvl6pPr lvl="5">
              <a:lnSpc>
                <a:spcPct val="100000"/>
              </a:lnSpc>
              <a:spcBef>
                <a:spcPts val="0"/>
              </a:spcBef>
              <a:spcAft>
                <a:spcPts val="0"/>
              </a:spcAft>
              <a:buClr>
                <a:schemeClr val="dk1"/>
              </a:buClr>
              <a:buSzPts val="1200"/>
              <a:buFont typeface="Lato"/>
              <a:buNone/>
              <a:defRPr sz="1200">
                <a:latin typeface="Lato"/>
                <a:ea typeface="Lato"/>
                <a:cs typeface="Lato"/>
                <a:sym typeface="Lato"/>
              </a:defRPr>
            </a:lvl6pPr>
            <a:lvl7pPr lvl="6">
              <a:lnSpc>
                <a:spcPct val="100000"/>
              </a:lnSpc>
              <a:spcBef>
                <a:spcPts val="0"/>
              </a:spcBef>
              <a:spcAft>
                <a:spcPts val="0"/>
              </a:spcAft>
              <a:buClr>
                <a:schemeClr val="dk1"/>
              </a:buClr>
              <a:buSzPts val="1200"/>
              <a:buFont typeface="Lato"/>
              <a:buNone/>
              <a:defRPr sz="1200">
                <a:latin typeface="Lato"/>
                <a:ea typeface="Lato"/>
                <a:cs typeface="Lato"/>
                <a:sym typeface="Lato"/>
              </a:defRPr>
            </a:lvl7pPr>
            <a:lvl8pPr lvl="7">
              <a:lnSpc>
                <a:spcPct val="100000"/>
              </a:lnSpc>
              <a:spcBef>
                <a:spcPts val="0"/>
              </a:spcBef>
              <a:spcAft>
                <a:spcPts val="0"/>
              </a:spcAft>
              <a:buClr>
                <a:schemeClr val="dk1"/>
              </a:buClr>
              <a:buSzPts val="1200"/>
              <a:buFont typeface="Lato"/>
              <a:buNone/>
              <a:defRPr sz="1200">
                <a:latin typeface="Lato"/>
                <a:ea typeface="Lato"/>
                <a:cs typeface="Lato"/>
                <a:sym typeface="Lato"/>
              </a:defRPr>
            </a:lvl8pPr>
            <a:lvl9pPr lvl="8">
              <a:lnSpc>
                <a:spcPct val="100000"/>
              </a:lnSpc>
              <a:spcBef>
                <a:spcPts val="0"/>
              </a:spcBef>
              <a:spcAft>
                <a:spcPts val="0"/>
              </a:spcAft>
              <a:buClr>
                <a:schemeClr val="dk1"/>
              </a:buClr>
              <a:buSzPts val="1200"/>
              <a:buFont typeface="Lato"/>
              <a:buNone/>
              <a:defRPr sz="1200">
                <a:latin typeface="Lato"/>
                <a:ea typeface="Lato"/>
                <a:cs typeface="Lato"/>
                <a:sym typeface="Lato"/>
              </a:defRPr>
            </a:lvl9pPr>
          </a:lstStyle>
          <a:p/>
        </p:txBody>
      </p:sp>
      <p:sp>
        <p:nvSpPr>
          <p:cNvPr id="321" name="Google Shape;321;p26"/>
          <p:cNvSpPr txBox="1"/>
          <p:nvPr>
            <p:ph idx="7" type="subTitle"/>
          </p:nvPr>
        </p:nvSpPr>
        <p:spPr>
          <a:xfrm>
            <a:off x="7258100" y="1812925"/>
            <a:ext cx="811500" cy="3858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accent1"/>
              </a:buClr>
              <a:buSzPts val="1000"/>
              <a:buNone/>
              <a:defRPr>
                <a:solidFill>
                  <a:schemeClr val="accent1"/>
                </a:solidFill>
                <a:latin typeface="Quantico"/>
                <a:ea typeface="Quantico"/>
                <a:cs typeface="Quantico"/>
                <a:sym typeface="Quantico"/>
              </a:defRPr>
            </a:lvl1pPr>
            <a:lvl2pPr lvl="1">
              <a:spcBef>
                <a:spcPts val="1000"/>
              </a:spcBef>
              <a:spcAft>
                <a:spcPts val="0"/>
              </a:spcAft>
              <a:buClr>
                <a:schemeClr val="accent1"/>
              </a:buClr>
              <a:buSzPts val="1000"/>
              <a:buNone/>
              <a:defRPr>
                <a:solidFill>
                  <a:schemeClr val="accent1"/>
                </a:solidFill>
              </a:defRPr>
            </a:lvl2pPr>
            <a:lvl3pPr lvl="2">
              <a:spcBef>
                <a:spcPts val="1000"/>
              </a:spcBef>
              <a:spcAft>
                <a:spcPts val="0"/>
              </a:spcAft>
              <a:buClr>
                <a:schemeClr val="accent1"/>
              </a:buClr>
              <a:buSzPts val="1000"/>
              <a:buNone/>
              <a:defRPr>
                <a:solidFill>
                  <a:schemeClr val="accent1"/>
                </a:solidFill>
              </a:defRPr>
            </a:lvl3pPr>
            <a:lvl4pPr lvl="3">
              <a:spcBef>
                <a:spcPts val="1000"/>
              </a:spcBef>
              <a:spcAft>
                <a:spcPts val="0"/>
              </a:spcAft>
              <a:buClr>
                <a:schemeClr val="accent1"/>
              </a:buClr>
              <a:buSzPts val="1000"/>
              <a:buNone/>
              <a:defRPr>
                <a:solidFill>
                  <a:schemeClr val="accent1"/>
                </a:solidFill>
              </a:defRPr>
            </a:lvl4pPr>
            <a:lvl5pPr lvl="4">
              <a:spcBef>
                <a:spcPts val="1000"/>
              </a:spcBef>
              <a:spcAft>
                <a:spcPts val="0"/>
              </a:spcAft>
              <a:buClr>
                <a:schemeClr val="accent1"/>
              </a:buClr>
              <a:buSzPts val="1000"/>
              <a:buNone/>
              <a:defRPr>
                <a:solidFill>
                  <a:schemeClr val="accent1"/>
                </a:solidFill>
              </a:defRPr>
            </a:lvl5pPr>
            <a:lvl6pPr lvl="5">
              <a:spcBef>
                <a:spcPts val="1000"/>
              </a:spcBef>
              <a:spcAft>
                <a:spcPts val="0"/>
              </a:spcAft>
              <a:buClr>
                <a:schemeClr val="accent1"/>
              </a:buClr>
              <a:buSzPts val="1000"/>
              <a:buNone/>
              <a:defRPr>
                <a:solidFill>
                  <a:schemeClr val="accent1"/>
                </a:solidFill>
              </a:defRPr>
            </a:lvl6pPr>
            <a:lvl7pPr lvl="6">
              <a:spcBef>
                <a:spcPts val="1000"/>
              </a:spcBef>
              <a:spcAft>
                <a:spcPts val="0"/>
              </a:spcAft>
              <a:buClr>
                <a:schemeClr val="accent1"/>
              </a:buClr>
              <a:buSzPts val="1000"/>
              <a:buNone/>
              <a:defRPr>
                <a:solidFill>
                  <a:schemeClr val="accent1"/>
                </a:solidFill>
              </a:defRPr>
            </a:lvl7pPr>
            <a:lvl8pPr lvl="7">
              <a:spcBef>
                <a:spcPts val="1000"/>
              </a:spcBef>
              <a:spcAft>
                <a:spcPts val="0"/>
              </a:spcAft>
              <a:buClr>
                <a:schemeClr val="accent1"/>
              </a:buClr>
              <a:buSzPts val="1000"/>
              <a:buNone/>
              <a:defRPr>
                <a:solidFill>
                  <a:schemeClr val="accent1"/>
                </a:solidFill>
              </a:defRPr>
            </a:lvl8pPr>
            <a:lvl9pPr lvl="8">
              <a:spcBef>
                <a:spcPts val="1000"/>
              </a:spcBef>
              <a:spcAft>
                <a:spcPts val="1000"/>
              </a:spcAft>
              <a:buClr>
                <a:schemeClr val="accent1"/>
              </a:buClr>
              <a:buSzPts val="1000"/>
              <a:buNone/>
              <a:defRPr>
                <a:solidFill>
                  <a:schemeClr val="accent1"/>
                </a:solidFill>
              </a:defRPr>
            </a:lvl9pPr>
          </a:lstStyle>
          <a:p/>
        </p:txBody>
      </p:sp>
      <p:sp>
        <p:nvSpPr>
          <p:cNvPr id="322" name="Google Shape;322;p26"/>
          <p:cNvSpPr txBox="1"/>
          <p:nvPr>
            <p:ph idx="8" type="title"/>
          </p:nvPr>
        </p:nvSpPr>
        <p:spPr>
          <a:xfrm>
            <a:off x="5128700" y="838600"/>
            <a:ext cx="2026500" cy="3858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sz="1200">
                <a:latin typeface="Lato"/>
                <a:ea typeface="Lato"/>
                <a:cs typeface="Lato"/>
                <a:sym typeface="Lato"/>
              </a:defRPr>
            </a:lvl1pPr>
            <a:lvl2pPr lvl="1">
              <a:lnSpc>
                <a:spcPct val="100000"/>
              </a:lnSpc>
              <a:spcBef>
                <a:spcPts val="0"/>
              </a:spcBef>
              <a:spcAft>
                <a:spcPts val="0"/>
              </a:spcAft>
              <a:buClr>
                <a:schemeClr val="dk1"/>
              </a:buClr>
              <a:buSzPts val="1200"/>
              <a:buFont typeface="Lato"/>
              <a:buNone/>
              <a:defRPr sz="1200">
                <a:latin typeface="Lato"/>
                <a:ea typeface="Lato"/>
                <a:cs typeface="Lato"/>
                <a:sym typeface="Lato"/>
              </a:defRPr>
            </a:lvl2pPr>
            <a:lvl3pPr lvl="2">
              <a:lnSpc>
                <a:spcPct val="100000"/>
              </a:lnSpc>
              <a:spcBef>
                <a:spcPts val="0"/>
              </a:spcBef>
              <a:spcAft>
                <a:spcPts val="0"/>
              </a:spcAft>
              <a:buClr>
                <a:schemeClr val="dk1"/>
              </a:buClr>
              <a:buSzPts val="1200"/>
              <a:buFont typeface="Lato"/>
              <a:buNone/>
              <a:defRPr sz="1200">
                <a:latin typeface="Lato"/>
                <a:ea typeface="Lato"/>
                <a:cs typeface="Lato"/>
                <a:sym typeface="Lato"/>
              </a:defRPr>
            </a:lvl3pPr>
            <a:lvl4pPr lvl="3">
              <a:lnSpc>
                <a:spcPct val="100000"/>
              </a:lnSpc>
              <a:spcBef>
                <a:spcPts val="0"/>
              </a:spcBef>
              <a:spcAft>
                <a:spcPts val="0"/>
              </a:spcAft>
              <a:buClr>
                <a:schemeClr val="dk1"/>
              </a:buClr>
              <a:buSzPts val="1200"/>
              <a:buFont typeface="Lato"/>
              <a:buNone/>
              <a:defRPr sz="1200">
                <a:latin typeface="Lato"/>
                <a:ea typeface="Lato"/>
                <a:cs typeface="Lato"/>
                <a:sym typeface="Lato"/>
              </a:defRPr>
            </a:lvl4pPr>
            <a:lvl5pPr lvl="4">
              <a:lnSpc>
                <a:spcPct val="100000"/>
              </a:lnSpc>
              <a:spcBef>
                <a:spcPts val="0"/>
              </a:spcBef>
              <a:spcAft>
                <a:spcPts val="0"/>
              </a:spcAft>
              <a:buClr>
                <a:schemeClr val="dk1"/>
              </a:buClr>
              <a:buSzPts val="1200"/>
              <a:buFont typeface="Lato"/>
              <a:buNone/>
              <a:defRPr sz="1200">
                <a:latin typeface="Lato"/>
                <a:ea typeface="Lato"/>
                <a:cs typeface="Lato"/>
                <a:sym typeface="Lato"/>
              </a:defRPr>
            </a:lvl5pPr>
            <a:lvl6pPr lvl="5">
              <a:lnSpc>
                <a:spcPct val="100000"/>
              </a:lnSpc>
              <a:spcBef>
                <a:spcPts val="0"/>
              </a:spcBef>
              <a:spcAft>
                <a:spcPts val="0"/>
              </a:spcAft>
              <a:buClr>
                <a:schemeClr val="dk1"/>
              </a:buClr>
              <a:buSzPts val="1200"/>
              <a:buFont typeface="Lato"/>
              <a:buNone/>
              <a:defRPr sz="1200">
                <a:latin typeface="Lato"/>
                <a:ea typeface="Lato"/>
                <a:cs typeface="Lato"/>
                <a:sym typeface="Lato"/>
              </a:defRPr>
            </a:lvl6pPr>
            <a:lvl7pPr lvl="6">
              <a:lnSpc>
                <a:spcPct val="100000"/>
              </a:lnSpc>
              <a:spcBef>
                <a:spcPts val="0"/>
              </a:spcBef>
              <a:spcAft>
                <a:spcPts val="0"/>
              </a:spcAft>
              <a:buClr>
                <a:schemeClr val="dk1"/>
              </a:buClr>
              <a:buSzPts val="1200"/>
              <a:buFont typeface="Lato"/>
              <a:buNone/>
              <a:defRPr sz="1200">
                <a:latin typeface="Lato"/>
                <a:ea typeface="Lato"/>
                <a:cs typeface="Lato"/>
                <a:sym typeface="Lato"/>
              </a:defRPr>
            </a:lvl7pPr>
            <a:lvl8pPr lvl="7">
              <a:lnSpc>
                <a:spcPct val="100000"/>
              </a:lnSpc>
              <a:spcBef>
                <a:spcPts val="0"/>
              </a:spcBef>
              <a:spcAft>
                <a:spcPts val="0"/>
              </a:spcAft>
              <a:buClr>
                <a:schemeClr val="dk1"/>
              </a:buClr>
              <a:buSzPts val="1200"/>
              <a:buFont typeface="Lato"/>
              <a:buNone/>
              <a:defRPr sz="1200">
                <a:latin typeface="Lato"/>
                <a:ea typeface="Lato"/>
                <a:cs typeface="Lato"/>
                <a:sym typeface="Lato"/>
              </a:defRPr>
            </a:lvl8pPr>
            <a:lvl9pPr lvl="8">
              <a:lnSpc>
                <a:spcPct val="100000"/>
              </a:lnSpc>
              <a:spcBef>
                <a:spcPts val="0"/>
              </a:spcBef>
              <a:spcAft>
                <a:spcPts val="0"/>
              </a:spcAft>
              <a:buClr>
                <a:schemeClr val="dk1"/>
              </a:buClr>
              <a:buSzPts val="1200"/>
              <a:buFont typeface="Lato"/>
              <a:buNone/>
              <a:defRPr sz="1200">
                <a:latin typeface="Lato"/>
                <a:ea typeface="Lato"/>
                <a:cs typeface="Lato"/>
                <a:sym typeface="Lato"/>
              </a:defRPr>
            </a:lvl9pPr>
          </a:lstStyle>
          <a:p/>
        </p:txBody>
      </p:sp>
      <p:sp>
        <p:nvSpPr>
          <p:cNvPr id="323" name="Google Shape;323;p26"/>
          <p:cNvSpPr txBox="1"/>
          <p:nvPr>
            <p:ph idx="9" type="subTitle"/>
          </p:nvPr>
        </p:nvSpPr>
        <p:spPr>
          <a:xfrm>
            <a:off x="7258100" y="838600"/>
            <a:ext cx="811500" cy="3858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accent1"/>
              </a:buClr>
              <a:buSzPts val="1000"/>
              <a:buNone/>
              <a:defRPr>
                <a:solidFill>
                  <a:schemeClr val="accent1"/>
                </a:solidFill>
                <a:latin typeface="Quantico"/>
                <a:ea typeface="Quantico"/>
                <a:cs typeface="Quantico"/>
                <a:sym typeface="Quantico"/>
              </a:defRPr>
            </a:lvl1pPr>
            <a:lvl2pPr lvl="1">
              <a:spcBef>
                <a:spcPts val="1000"/>
              </a:spcBef>
              <a:spcAft>
                <a:spcPts val="0"/>
              </a:spcAft>
              <a:buClr>
                <a:schemeClr val="accent1"/>
              </a:buClr>
              <a:buSzPts val="1000"/>
              <a:buNone/>
              <a:defRPr>
                <a:solidFill>
                  <a:schemeClr val="accent1"/>
                </a:solidFill>
              </a:defRPr>
            </a:lvl2pPr>
            <a:lvl3pPr lvl="2">
              <a:spcBef>
                <a:spcPts val="1000"/>
              </a:spcBef>
              <a:spcAft>
                <a:spcPts val="0"/>
              </a:spcAft>
              <a:buClr>
                <a:schemeClr val="accent1"/>
              </a:buClr>
              <a:buSzPts val="1000"/>
              <a:buNone/>
              <a:defRPr>
                <a:solidFill>
                  <a:schemeClr val="accent1"/>
                </a:solidFill>
              </a:defRPr>
            </a:lvl3pPr>
            <a:lvl4pPr lvl="3">
              <a:spcBef>
                <a:spcPts val="1000"/>
              </a:spcBef>
              <a:spcAft>
                <a:spcPts val="0"/>
              </a:spcAft>
              <a:buClr>
                <a:schemeClr val="accent1"/>
              </a:buClr>
              <a:buSzPts val="1000"/>
              <a:buNone/>
              <a:defRPr>
                <a:solidFill>
                  <a:schemeClr val="accent1"/>
                </a:solidFill>
              </a:defRPr>
            </a:lvl4pPr>
            <a:lvl5pPr lvl="4">
              <a:spcBef>
                <a:spcPts val="1000"/>
              </a:spcBef>
              <a:spcAft>
                <a:spcPts val="0"/>
              </a:spcAft>
              <a:buClr>
                <a:schemeClr val="accent1"/>
              </a:buClr>
              <a:buSzPts val="1000"/>
              <a:buNone/>
              <a:defRPr>
                <a:solidFill>
                  <a:schemeClr val="accent1"/>
                </a:solidFill>
              </a:defRPr>
            </a:lvl5pPr>
            <a:lvl6pPr lvl="5">
              <a:spcBef>
                <a:spcPts val="1000"/>
              </a:spcBef>
              <a:spcAft>
                <a:spcPts val="0"/>
              </a:spcAft>
              <a:buClr>
                <a:schemeClr val="accent1"/>
              </a:buClr>
              <a:buSzPts val="1000"/>
              <a:buNone/>
              <a:defRPr>
                <a:solidFill>
                  <a:schemeClr val="accent1"/>
                </a:solidFill>
              </a:defRPr>
            </a:lvl6pPr>
            <a:lvl7pPr lvl="6">
              <a:spcBef>
                <a:spcPts val="1000"/>
              </a:spcBef>
              <a:spcAft>
                <a:spcPts val="0"/>
              </a:spcAft>
              <a:buClr>
                <a:schemeClr val="accent1"/>
              </a:buClr>
              <a:buSzPts val="1000"/>
              <a:buNone/>
              <a:defRPr>
                <a:solidFill>
                  <a:schemeClr val="accent1"/>
                </a:solidFill>
              </a:defRPr>
            </a:lvl7pPr>
            <a:lvl8pPr lvl="7">
              <a:spcBef>
                <a:spcPts val="1000"/>
              </a:spcBef>
              <a:spcAft>
                <a:spcPts val="0"/>
              </a:spcAft>
              <a:buClr>
                <a:schemeClr val="accent1"/>
              </a:buClr>
              <a:buSzPts val="1000"/>
              <a:buNone/>
              <a:defRPr>
                <a:solidFill>
                  <a:schemeClr val="accent1"/>
                </a:solidFill>
              </a:defRPr>
            </a:lvl8pPr>
            <a:lvl9pPr lvl="8">
              <a:spcBef>
                <a:spcPts val="1000"/>
              </a:spcBef>
              <a:spcAft>
                <a:spcPts val="1000"/>
              </a:spcAft>
              <a:buClr>
                <a:schemeClr val="accent1"/>
              </a:buClr>
              <a:buSzPts val="1000"/>
              <a:buNone/>
              <a:defRPr>
                <a:solidFill>
                  <a:schemeClr val="accent1"/>
                </a:solidFill>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CUSTOM_1_1">
    <p:bg>
      <p:bgPr>
        <a:solidFill>
          <a:schemeClr val="accent1"/>
        </a:solidFill>
      </p:bgPr>
    </p:bg>
    <p:spTree>
      <p:nvGrpSpPr>
        <p:cNvPr id="324" name="Shape 324"/>
        <p:cNvGrpSpPr/>
        <p:nvPr/>
      </p:nvGrpSpPr>
      <p:grpSpPr>
        <a:xfrm>
          <a:off x="0" y="0"/>
          <a:ext cx="0" cy="0"/>
          <a:chOff x="0" y="0"/>
          <a:chExt cx="0" cy="0"/>
        </a:xfrm>
      </p:grpSpPr>
      <p:sp>
        <p:nvSpPr>
          <p:cNvPr id="325" name="Google Shape;325;p27"/>
          <p:cNvSpPr/>
          <p:nvPr/>
        </p:nvSpPr>
        <p:spPr>
          <a:xfrm flipH="1">
            <a:off x="433300" y="0"/>
            <a:ext cx="8560200" cy="514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326" name="Google Shape;326;p27"/>
          <p:cNvSpPr/>
          <p:nvPr/>
        </p:nvSpPr>
        <p:spPr>
          <a:xfrm flipH="1">
            <a:off x="433300" y="0"/>
            <a:ext cx="84159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327" name="Google Shape;327;p27"/>
          <p:cNvSpPr/>
          <p:nvPr/>
        </p:nvSpPr>
        <p:spPr>
          <a:xfrm flipH="1">
            <a:off x="-10550" y="0"/>
            <a:ext cx="8710800" cy="51435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328" name="Google Shape;328;p27"/>
          <p:cNvSpPr/>
          <p:nvPr/>
        </p:nvSpPr>
        <p:spPr>
          <a:xfrm>
            <a:off x="1504259" y="3582046"/>
            <a:ext cx="3354000" cy="1037700"/>
          </a:xfrm>
          <a:prstGeom prst="snip1Rect">
            <a:avLst>
              <a:gd fmla="val 24462" name="adj"/>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329" name="Google Shape;329;p27"/>
          <p:cNvSpPr txBox="1"/>
          <p:nvPr>
            <p:ph type="title"/>
          </p:nvPr>
        </p:nvSpPr>
        <p:spPr>
          <a:xfrm>
            <a:off x="2131600" y="3667325"/>
            <a:ext cx="2026500" cy="367200"/>
          </a:xfrm>
          <a:prstGeom prst="rect">
            <a:avLst/>
          </a:prstGeom>
        </p:spPr>
        <p:txBody>
          <a:bodyPr anchorCtr="0" anchor="ctr" bIns="0" lIns="0" spcFirstLastPara="1" rIns="91425" wrap="square" tIns="0">
            <a:noAutofit/>
          </a:bodyPr>
          <a:lstStyle>
            <a:lvl1pPr lvl="0" algn="ctr">
              <a:lnSpc>
                <a:spcPct val="100000"/>
              </a:lnSpc>
              <a:spcBef>
                <a:spcPts val="0"/>
              </a:spcBef>
              <a:spcAft>
                <a:spcPts val="0"/>
              </a:spcAft>
              <a:buClr>
                <a:schemeClr val="dk1"/>
              </a:buClr>
              <a:buSzPts val="3000"/>
              <a:buNone/>
              <a:defRPr sz="1000"/>
            </a:lvl1pPr>
            <a:lvl2pPr lvl="1">
              <a:spcBef>
                <a:spcPts val="0"/>
              </a:spcBef>
              <a:spcAft>
                <a:spcPts val="0"/>
              </a:spcAft>
              <a:buClr>
                <a:schemeClr val="dk1"/>
              </a:buClr>
              <a:buSzPts val="3000"/>
              <a:buNone/>
              <a:defRPr/>
            </a:lvl2pPr>
            <a:lvl3pPr lvl="2">
              <a:spcBef>
                <a:spcPts val="0"/>
              </a:spcBef>
              <a:spcAft>
                <a:spcPts val="0"/>
              </a:spcAft>
              <a:buClr>
                <a:schemeClr val="dk1"/>
              </a:buClr>
              <a:buSzPts val="3000"/>
              <a:buNone/>
              <a:defRPr/>
            </a:lvl3pPr>
            <a:lvl4pPr lvl="3">
              <a:spcBef>
                <a:spcPts val="0"/>
              </a:spcBef>
              <a:spcAft>
                <a:spcPts val="0"/>
              </a:spcAft>
              <a:buClr>
                <a:schemeClr val="dk1"/>
              </a:buClr>
              <a:buSzPts val="3000"/>
              <a:buNone/>
              <a:defRPr/>
            </a:lvl4pPr>
            <a:lvl5pPr lvl="4">
              <a:spcBef>
                <a:spcPts val="0"/>
              </a:spcBef>
              <a:spcAft>
                <a:spcPts val="0"/>
              </a:spcAft>
              <a:buClr>
                <a:schemeClr val="dk1"/>
              </a:buClr>
              <a:buSzPts val="3000"/>
              <a:buNone/>
              <a:defRPr/>
            </a:lvl5pPr>
            <a:lvl6pPr lvl="5">
              <a:spcBef>
                <a:spcPts val="0"/>
              </a:spcBef>
              <a:spcAft>
                <a:spcPts val="0"/>
              </a:spcAft>
              <a:buClr>
                <a:schemeClr val="dk1"/>
              </a:buClr>
              <a:buSzPts val="3000"/>
              <a:buNone/>
              <a:defRPr/>
            </a:lvl6pPr>
            <a:lvl7pPr lvl="6">
              <a:spcBef>
                <a:spcPts val="0"/>
              </a:spcBef>
              <a:spcAft>
                <a:spcPts val="0"/>
              </a:spcAft>
              <a:buClr>
                <a:schemeClr val="dk1"/>
              </a:buClr>
              <a:buSzPts val="3000"/>
              <a:buNone/>
              <a:defRPr/>
            </a:lvl7pPr>
            <a:lvl8pPr lvl="7">
              <a:spcBef>
                <a:spcPts val="0"/>
              </a:spcBef>
              <a:spcAft>
                <a:spcPts val="0"/>
              </a:spcAft>
              <a:buClr>
                <a:schemeClr val="dk1"/>
              </a:buClr>
              <a:buSzPts val="3000"/>
              <a:buNone/>
              <a:defRPr/>
            </a:lvl8pPr>
            <a:lvl9pPr lvl="8">
              <a:spcBef>
                <a:spcPts val="0"/>
              </a:spcBef>
              <a:spcAft>
                <a:spcPts val="0"/>
              </a:spcAft>
              <a:buClr>
                <a:schemeClr val="dk1"/>
              </a:buClr>
              <a:buSzPts val="3000"/>
              <a:buNone/>
              <a:defRPr/>
            </a:lvl9pPr>
          </a:lstStyle>
          <a:p/>
        </p:txBody>
      </p:sp>
      <p:sp>
        <p:nvSpPr>
          <p:cNvPr id="330" name="Google Shape;330;p27"/>
          <p:cNvSpPr txBox="1"/>
          <p:nvPr>
            <p:ph idx="1" type="subTitle"/>
          </p:nvPr>
        </p:nvSpPr>
        <p:spPr>
          <a:xfrm>
            <a:off x="1917225" y="4072850"/>
            <a:ext cx="2536500" cy="5469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None/>
              <a:defRPr>
                <a:solidFill>
                  <a:schemeClr val="dk1"/>
                </a:solidFill>
              </a:defRPr>
            </a:lvl1pPr>
            <a:lvl2pPr lvl="1">
              <a:spcBef>
                <a:spcPts val="1000"/>
              </a:spcBef>
              <a:spcAft>
                <a:spcPts val="0"/>
              </a:spcAft>
              <a:buClr>
                <a:schemeClr val="dk1"/>
              </a:buClr>
              <a:buSzPts val="1000"/>
              <a:buNone/>
              <a:defRPr>
                <a:solidFill>
                  <a:schemeClr val="dk1"/>
                </a:solidFill>
              </a:defRPr>
            </a:lvl2pPr>
            <a:lvl3pPr lvl="2">
              <a:spcBef>
                <a:spcPts val="1000"/>
              </a:spcBef>
              <a:spcAft>
                <a:spcPts val="0"/>
              </a:spcAft>
              <a:buClr>
                <a:schemeClr val="dk1"/>
              </a:buClr>
              <a:buSzPts val="1000"/>
              <a:buNone/>
              <a:defRPr>
                <a:solidFill>
                  <a:schemeClr val="dk1"/>
                </a:solidFill>
              </a:defRPr>
            </a:lvl3pPr>
            <a:lvl4pPr lvl="3">
              <a:spcBef>
                <a:spcPts val="1000"/>
              </a:spcBef>
              <a:spcAft>
                <a:spcPts val="0"/>
              </a:spcAft>
              <a:buClr>
                <a:schemeClr val="dk1"/>
              </a:buClr>
              <a:buSzPts val="1000"/>
              <a:buNone/>
              <a:defRPr>
                <a:solidFill>
                  <a:schemeClr val="dk1"/>
                </a:solidFill>
              </a:defRPr>
            </a:lvl4pPr>
            <a:lvl5pPr lvl="4">
              <a:spcBef>
                <a:spcPts val="1000"/>
              </a:spcBef>
              <a:spcAft>
                <a:spcPts val="0"/>
              </a:spcAft>
              <a:buClr>
                <a:schemeClr val="dk1"/>
              </a:buClr>
              <a:buSzPts val="1000"/>
              <a:buNone/>
              <a:defRPr>
                <a:solidFill>
                  <a:schemeClr val="dk1"/>
                </a:solidFill>
              </a:defRPr>
            </a:lvl5pPr>
            <a:lvl6pPr lvl="5">
              <a:spcBef>
                <a:spcPts val="1000"/>
              </a:spcBef>
              <a:spcAft>
                <a:spcPts val="0"/>
              </a:spcAft>
              <a:buClr>
                <a:schemeClr val="dk1"/>
              </a:buClr>
              <a:buSzPts val="1000"/>
              <a:buNone/>
              <a:defRPr>
                <a:solidFill>
                  <a:schemeClr val="dk1"/>
                </a:solidFill>
              </a:defRPr>
            </a:lvl6pPr>
            <a:lvl7pPr lvl="6">
              <a:spcBef>
                <a:spcPts val="1000"/>
              </a:spcBef>
              <a:spcAft>
                <a:spcPts val="0"/>
              </a:spcAft>
              <a:buClr>
                <a:schemeClr val="dk1"/>
              </a:buClr>
              <a:buSzPts val="1000"/>
              <a:buNone/>
              <a:defRPr>
                <a:solidFill>
                  <a:schemeClr val="dk1"/>
                </a:solidFill>
              </a:defRPr>
            </a:lvl7pPr>
            <a:lvl8pPr lvl="7">
              <a:spcBef>
                <a:spcPts val="1000"/>
              </a:spcBef>
              <a:spcAft>
                <a:spcPts val="0"/>
              </a:spcAft>
              <a:buClr>
                <a:schemeClr val="dk1"/>
              </a:buClr>
              <a:buSzPts val="1000"/>
              <a:buNone/>
              <a:defRPr>
                <a:solidFill>
                  <a:schemeClr val="dk1"/>
                </a:solidFill>
              </a:defRPr>
            </a:lvl8pPr>
            <a:lvl9pPr lvl="8">
              <a:spcBef>
                <a:spcPts val="1000"/>
              </a:spcBef>
              <a:spcAft>
                <a:spcPts val="1000"/>
              </a:spcAft>
              <a:buClr>
                <a:schemeClr val="dk1"/>
              </a:buClr>
              <a:buSzPts val="1000"/>
              <a:buNone/>
              <a:defRPr>
                <a:solidFill>
                  <a:schemeClr val="dk1"/>
                </a:solidFill>
              </a:defRPr>
            </a:lvl9pPr>
          </a:lstStyle>
          <a:p/>
        </p:txBody>
      </p:sp>
      <p:sp>
        <p:nvSpPr>
          <p:cNvPr id="331" name="Google Shape;331;p27"/>
          <p:cNvSpPr/>
          <p:nvPr>
            <p:ph idx="2" type="pic"/>
          </p:nvPr>
        </p:nvSpPr>
        <p:spPr>
          <a:xfrm>
            <a:off x="387475" y="3575855"/>
            <a:ext cx="1309500" cy="1050000"/>
          </a:xfrm>
          <a:prstGeom prst="snip1Rect">
            <a:avLst>
              <a:gd fmla="val 16667" name="adj"/>
            </a:avLst>
          </a:prstGeom>
          <a:noFill/>
          <a:ln>
            <a:noFill/>
          </a:ln>
        </p:spPr>
      </p:sp>
      <p:sp>
        <p:nvSpPr>
          <p:cNvPr id="332" name="Google Shape;332;p27"/>
          <p:cNvSpPr txBox="1"/>
          <p:nvPr>
            <p:ph idx="3" type="title"/>
          </p:nvPr>
        </p:nvSpPr>
        <p:spPr>
          <a:xfrm>
            <a:off x="409500" y="1578275"/>
            <a:ext cx="3354000" cy="10911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3400"/>
              <a:buNone/>
              <a:defRPr sz="1600">
                <a:latin typeface="Lato"/>
                <a:ea typeface="Lato"/>
                <a:cs typeface="Lato"/>
                <a:sym typeface="Lato"/>
              </a:defRPr>
            </a:lvl1pPr>
            <a:lvl2pPr lvl="1">
              <a:lnSpc>
                <a:spcPct val="100000"/>
              </a:lnSpc>
              <a:spcBef>
                <a:spcPts val="0"/>
              </a:spcBef>
              <a:spcAft>
                <a:spcPts val="0"/>
              </a:spcAft>
              <a:buClr>
                <a:schemeClr val="dk1"/>
              </a:buClr>
              <a:buSzPts val="3400"/>
              <a:buNone/>
              <a:defRPr sz="1600">
                <a:latin typeface="Lato"/>
                <a:ea typeface="Lato"/>
                <a:cs typeface="Lato"/>
                <a:sym typeface="Lato"/>
              </a:defRPr>
            </a:lvl2pPr>
            <a:lvl3pPr lvl="2">
              <a:lnSpc>
                <a:spcPct val="100000"/>
              </a:lnSpc>
              <a:spcBef>
                <a:spcPts val="0"/>
              </a:spcBef>
              <a:spcAft>
                <a:spcPts val="0"/>
              </a:spcAft>
              <a:buClr>
                <a:schemeClr val="dk1"/>
              </a:buClr>
              <a:buSzPts val="3400"/>
              <a:buNone/>
              <a:defRPr sz="1600">
                <a:latin typeface="Lato"/>
                <a:ea typeface="Lato"/>
                <a:cs typeface="Lato"/>
                <a:sym typeface="Lato"/>
              </a:defRPr>
            </a:lvl3pPr>
            <a:lvl4pPr lvl="3">
              <a:lnSpc>
                <a:spcPct val="100000"/>
              </a:lnSpc>
              <a:spcBef>
                <a:spcPts val="0"/>
              </a:spcBef>
              <a:spcAft>
                <a:spcPts val="0"/>
              </a:spcAft>
              <a:buClr>
                <a:schemeClr val="dk1"/>
              </a:buClr>
              <a:buSzPts val="3400"/>
              <a:buNone/>
              <a:defRPr sz="1600">
                <a:latin typeface="Lato"/>
                <a:ea typeface="Lato"/>
                <a:cs typeface="Lato"/>
                <a:sym typeface="Lato"/>
              </a:defRPr>
            </a:lvl4pPr>
            <a:lvl5pPr lvl="4">
              <a:lnSpc>
                <a:spcPct val="100000"/>
              </a:lnSpc>
              <a:spcBef>
                <a:spcPts val="0"/>
              </a:spcBef>
              <a:spcAft>
                <a:spcPts val="0"/>
              </a:spcAft>
              <a:buClr>
                <a:schemeClr val="dk1"/>
              </a:buClr>
              <a:buSzPts val="3400"/>
              <a:buNone/>
              <a:defRPr sz="1600">
                <a:latin typeface="Lato"/>
                <a:ea typeface="Lato"/>
                <a:cs typeface="Lato"/>
                <a:sym typeface="Lato"/>
              </a:defRPr>
            </a:lvl5pPr>
            <a:lvl6pPr lvl="5">
              <a:lnSpc>
                <a:spcPct val="100000"/>
              </a:lnSpc>
              <a:spcBef>
                <a:spcPts val="0"/>
              </a:spcBef>
              <a:spcAft>
                <a:spcPts val="0"/>
              </a:spcAft>
              <a:buClr>
                <a:schemeClr val="dk1"/>
              </a:buClr>
              <a:buSzPts val="3400"/>
              <a:buNone/>
              <a:defRPr sz="1600">
                <a:latin typeface="Lato"/>
                <a:ea typeface="Lato"/>
                <a:cs typeface="Lato"/>
                <a:sym typeface="Lato"/>
              </a:defRPr>
            </a:lvl6pPr>
            <a:lvl7pPr lvl="6">
              <a:lnSpc>
                <a:spcPct val="100000"/>
              </a:lnSpc>
              <a:spcBef>
                <a:spcPts val="0"/>
              </a:spcBef>
              <a:spcAft>
                <a:spcPts val="0"/>
              </a:spcAft>
              <a:buClr>
                <a:schemeClr val="dk1"/>
              </a:buClr>
              <a:buSzPts val="3400"/>
              <a:buNone/>
              <a:defRPr sz="1600">
                <a:latin typeface="Lato"/>
                <a:ea typeface="Lato"/>
                <a:cs typeface="Lato"/>
                <a:sym typeface="Lato"/>
              </a:defRPr>
            </a:lvl7pPr>
            <a:lvl8pPr lvl="7">
              <a:lnSpc>
                <a:spcPct val="100000"/>
              </a:lnSpc>
              <a:spcBef>
                <a:spcPts val="0"/>
              </a:spcBef>
              <a:spcAft>
                <a:spcPts val="0"/>
              </a:spcAft>
              <a:buClr>
                <a:schemeClr val="dk1"/>
              </a:buClr>
              <a:buSzPts val="3400"/>
              <a:buNone/>
              <a:defRPr sz="1600">
                <a:latin typeface="Lato"/>
                <a:ea typeface="Lato"/>
                <a:cs typeface="Lato"/>
                <a:sym typeface="Lato"/>
              </a:defRPr>
            </a:lvl8pPr>
            <a:lvl9pPr lvl="8">
              <a:lnSpc>
                <a:spcPct val="100000"/>
              </a:lnSpc>
              <a:spcBef>
                <a:spcPts val="0"/>
              </a:spcBef>
              <a:spcAft>
                <a:spcPts val="0"/>
              </a:spcAft>
              <a:buClr>
                <a:schemeClr val="dk1"/>
              </a:buClr>
              <a:buSzPts val="3400"/>
              <a:buNone/>
              <a:defRPr sz="1600">
                <a:latin typeface="Lato"/>
                <a:ea typeface="Lato"/>
                <a:cs typeface="Lato"/>
                <a:sym typeface="Lato"/>
              </a:defRPr>
            </a:lvl9pPr>
          </a:lstStyle>
          <a:p/>
        </p:txBody>
      </p:sp>
      <p:sp>
        <p:nvSpPr>
          <p:cNvPr id="333" name="Google Shape;333;p27"/>
          <p:cNvSpPr txBox="1"/>
          <p:nvPr>
            <p:ph idx="4" type="title"/>
          </p:nvPr>
        </p:nvSpPr>
        <p:spPr>
          <a:xfrm>
            <a:off x="409500" y="401500"/>
            <a:ext cx="3748500" cy="1091100"/>
          </a:xfrm>
          <a:prstGeom prst="rect">
            <a:avLst/>
          </a:prstGeom>
        </p:spPr>
        <p:txBody>
          <a:bodyPr anchorCtr="0" anchor="ctr" bIns="0" lIns="0" spcFirstLastPara="1" rIns="91425" wrap="square" tIns="0">
            <a:noAutofit/>
          </a:bodyPr>
          <a:lstStyle>
            <a:lvl1pPr lvl="0">
              <a:lnSpc>
                <a:spcPct val="90000"/>
              </a:lnSpc>
              <a:spcBef>
                <a:spcPts val="0"/>
              </a:spcBef>
              <a:spcAft>
                <a:spcPts val="0"/>
              </a:spcAft>
              <a:buClr>
                <a:schemeClr val="dk1"/>
              </a:buClr>
              <a:buSzPts val="4800"/>
              <a:buNone/>
              <a:defRPr sz="4800"/>
            </a:lvl1pPr>
            <a:lvl2pPr lvl="1">
              <a:spcBef>
                <a:spcPts val="0"/>
              </a:spcBef>
              <a:spcAft>
                <a:spcPts val="0"/>
              </a:spcAft>
              <a:buClr>
                <a:schemeClr val="dk1"/>
              </a:buClr>
              <a:buSzPts val="4800"/>
              <a:buNone/>
              <a:defRPr sz="4800">
                <a:latin typeface="Quantico"/>
                <a:ea typeface="Quantico"/>
                <a:cs typeface="Quantico"/>
                <a:sym typeface="Quantico"/>
              </a:defRPr>
            </a:lvl2pPr>
            <a:lvl3pPr lvl="2">
              <a:spcBef>
                <a:spcPts val="0"/>
              </a:spcBef>
              <a:spcAft>
                <a:spcPts val="0"/>
              </a:spcAft>
              <a:buClr>
                <a:schemeClr val="dk1"/>
              </a:buClr>
              <a:buSzPts val="4800"/>
              <a:buNone/>
              <a:defRPr sz="4800">
                <a:latin typeface="Quantico"/>
                <a:ea typeface="Quantico"/>
                <a:cs typeface="Quantico"/>
                <a:sym typeface="Quantico"/>
              </a:defRPr>
            </a:lvl3pPr>
            <a:lvl4pPr lvl="3">
              <a:spcBef>
                <a:spcPts val="0"/>
              </a:spcBef>
              <a:spcAft>
                <a:spcPts val="0"/>
              </a:spcAft>
              <a:buClr>
                <a:schemeClr val="dk1"/>
              </a:buClr>
              <a:buSzPts val="4800"/>
              <a:buNone/>
              <a:defRPr sz="4800">
                <a:latin typeface="Quantico"/>
                <a:ea typeface="Quantico"/>
                <a:cs typeface="Quantico"/>
                <a:sym typeface="Quantico"/>
              </a:defRPr>
            </a:lvl4pPr>
            <a:lvl5pPr lvl="4">
              <a:spcBef>
                <a:spcPts val="0"/>
              </a:spcBef>
              <a:spcAft>
                <a:spcPts val="0"/>
              </a:spcAft>
              <a:buClr>
                <a:schemeClr val="dk1"/>
              </a:buClr>
              <a:buSzPts val="4800"/>
              <a:buNone/>
              <a:defRPr sz="4800">
                <a:latin typeface="Quantico"/>
                <a:ea typeface="Quantico"/>
                <a:cs typeface="Quantico"/>
                <a:sym typeface="Quantico"/>
              </a:defRPr>
            </a:lvl5pPr>
            <a:lvl6pPr lvl="5">
              <a:spcBef>
                <a:spcPts val="0"/>
              </a:spcBef>
              <a:spcAft>
                <a:spcPts val="0"/>
              </a:spcAft>
              <a:buClr>
                <a:schemeClr val="dk1"/>
              </a:buClr>
              <a:buSzPts val="4800"/>
              <a:buNone/>
              <a:defRPr sz="4800">
                <a:latin typeface="Quantico"/>
                <a:ea typeface="Quantico"/>
                <a:cs typeface="Quantico"/>
                <a:sym typeface="Quantico"/>
              </a:defRPr>
            </a:lvl6pPr>
            <a:lvl7pPr lvl="6">
              <a:spcBef>
                <a:spcPts val="0"/>
              </a:spcBef>
              <a:spcAft>
                <a:spcPts val="0"/>
              </a:spcAft>
              <a:buClr>
                <a:schemeClr val="dk1"/>
              </a:buClr>
              <a:buSzPts val="4800"/>
              <a:buNone/>
              <a:defRPr sz="4800">
                <a:latin typeface="Quantico"/>
                <a:ea typeface="Quantico"/>
                <a:cs typeface="Quantico"/>
                <a:sym typeface="Quantico"/>
              </a:defRPr>
            </a:lvl7pPr>
            <a:lvl8pPr lvl="7">
              <a:spcBef>
                <a:spcPts val="0"/>
              </a:spcBef>
              <a:spcAft>
                <a:spcPts val="0"/>
              </a:spcAft>
              <a:buClr>
                <a:schemeClr val="dk1"/>
              </a:buClr>
              <a:buSzPts val="4800"/>
              <a:buNone/>
              <a:defRPr sz="4800">
                <a:latin typeface="Quantico"/>
                <a:ea typeface="Quantico"/>
                <a:cs typeface="Quantico"/>
                <a:sym typeface="Quantico"/>
              </a:defRPr>
            </a:lvl8pPr>
            <a:lvl9pPr lvl="8">
              <a:spcBef>
                <a:spcPts val="0"/>
              </a:spcBef>
              <a:spcAft>
                <a:spcPts val="0"/>
              </a:spcAft>
              <a:buClr>
                <a:schemeClr val="dk1"/>
              </a:buClr>
              <a:buSzPts val="4800"/>
              <a:buNone/>
              <a:defRPr sz="4800">
                <a:latin typeface="Quantico"/>
                <a:ea typeface="Quantico"/>
                <a:cs typeface="Quantico"/>
                <a:sym typeface="Quantico"/>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34" name="Shape 334"/>
        <p:cNvGrpSpPr/>
        <p:nvPr/>
      </p:nvGrpSpPr>
      <p:grpSpPr>
        <a:xfrm>
          <a:off x="0" y="0"/>
          <a:ext cx="0" cy="0"/>
          <a:chOff x="0" y="0"/>
          <a:chExt cx="0" cy="0"/>
        </a:xfrm>
      </p:grpSpPr>
      <p:sp>
        <p:nvSpPr>
          <p:cNvPr id="335" name="Google Shape;335;p28"/>
          <p:cNvSpPr txBox="1"/>
          <p:nvPr>
            <p:ph type="title"/>
          </p:nvPr>
        </p:nvSpPr>
        <p:spPr>
          <a:xfrm>
            <a:off x="311700" y="2150850"/>
            <a:ext cx="8520600" cy="841800"/>
          </a:xfrm>
          <a:prstGeom prst="rect">
            <a:avLst/>
          </a:prstGeom>
        </p:spPr>
        <p:txBody>
          <a:bodyPr anchorCtr="0" anchor="ctr" bIns="0" lIns="0" spcFirstLastPara="1" rIns="91425" wrap="square" tIns="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36" name="Shape 336"/>
        <p:cNvGrpSpPr/>
        <p:nvPr/>
      </p:nvGrpSpPr>
      <p:grpSpPr>
        <a:xfrm>
          <a:off x="0" y="0"/>
          <a:ext cx="0" cy="0"/>
          <a:chOff x="0" y="0"/>
          <a:chExt cx="0" cy="0"/>
        </a:xfrm>
      </p:grpSpPr>
      <p:sp>
        <p:nvSpPr>
          <p:cNvPr id="337" name="Google Shape;337;p29"/>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38" name="Google Shape;338;p29"/>
          <p:cNvSpPr txBox="1"/>
          <p:nvPr>
            <p:ph idx="1" type="body"/>
          </p:nvPr>
        </p:nvSpPr>
        <p:spPr>
          <a:xfrm>
            <a:off x="311700" y="1152475"/>
            <a:ext cx="8520600" cy="3416400"/>
          </a:xfrm>
          <a:prstGeom prst="rect">
            <a:avLst/>
          </a:prstGeom>
        </p:spPr>
        <p:txBody>
          <a:bodyPr anchorCtr="0" anchor="t" bIns="0" lIns="0" spcFirstLastPara="1" rIns="91425" wrap="square" tIns="0">
            <a:noAutofit/>
          </a:bodyPr>
          <a:lstStyle>
            <a:lvl1pPr indent="-292100" lvl="0" marL="457200">
              <a:spcBef>
                <a:spcPts val="0"/>
              </a:spcBef>
              <a:spcAft>
                <a:spcPts val="0"/>
              </a:spcAft>
              <a:buSzPts val="1000"/>
              <a:buChar char="●"/>
              <a:defRPr/>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39" name="Shape 339"/>
        <p:cNvGrpSpPr/>
        <p:nvPr/>
      </p:nvGrpSpPr>
      <p:grpSpPr>
        <a:xfrm>
          <a:off x="0" y="0"/>
          <a:ext cx="0" cy="0"/>
          <a:chOff x="0" y="0"/>
          <a:chExt cx="0" cy="0"/>
        </a:xfrm>
      </p:grpSpPr>
      <p:sp>
        <p:nvSpPr>
          <p:cNvPr id="340" name="Google Shape;340;p30"/>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41" name="Shape 341"/>
        <p:cNvGrpSpPr/>
        <p:nvPr/>
      </p:nvGrpSpPr>
      <p:grpSpPr>
        <a:xfrm>
          <a:off x="0" y="0"/>
          <a:ext cx="0" cy="0"/>
          <a:chOff x="0" y="0"/>
          <a:chExt cx="0" cy="0"/>
        </a:xfrm>
      </p:grpSpPr>
      <p:sp>
        <p:nvSpPr>
          <p:cNvPr id="342" name="Google Shape;342;p31"/>
          <p:cNvSpPr txBox="1"/>
          <p:nvPr>
            <p:ph type="title"/>
          </p:nvPr>
        </p:nvSpPr>
        <p:spPr>
          <a:xfrm>
            <a:off x="311700" y="555600"/>
            <a:ext cx="2808000" cy="755700"/>
          </a:xfrm>
          <a:prstGeom prst="rect">
            <a:avLst/>
          </a:prstGeom>
        </p:spPr>
        <p:txBody>
          <a:bodyPr anchorCtr="0" anchor="b" bIns="0" lIns="0" spcFirstLastPara="1" rIns="91425" wrap="square" tIns="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3" name="Google Shape;343;p31"/>
          <p:cNvSpPr txBox="1"/>
          <p:nvPr>
            <p:ph idx="1" type="body"/>
          </p:nvPr>
        </p:nvSpPr>
        <p:spPr>
          <a:xfrm>
            <a:off x="311700" y="1389600"/>
            <a:ext cx="2808000" cy="31794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44" name="Shape 344"/>
        <p:cNvGrpSpPr/>
        <p:nvPr/>
      </p:nvGrpSpPr>
      <p:grpSpPr>
        <a:xfrm>
          <a:off x="0" y="0"/>
          <a:ext cx="0" cy="0"/>
          <a:chOff x="0" y="0"/>
          <a:chExt cx="0" cy="0"/>
        </a:xfrm>
      </p:grpSpPr>
      <p:sp>
        <p:nvSpPr>
          <p:cNvPr id="345" name="Google Shape;345;p32"/>
          <p:cNvSpPr txBox="1"/>
          <p:nvPr>
            <p:ph type="title"/>
          </p:nvPr>
        </p:nvSpPr>
        <p:spPr>
          <a:xfrm>
            <a:off x="490250" y="450150"/>
            <a:ext cx="6367800" cy="4090800"/>
          </a:xfrm>
          <a:prstGeom prst="rect">
            <a:avLst/>
          </a:prstGeom>
        </p:spPr>
        <p:txBody>
          <a:bodyPr anchorCtr="0" anchor="ctr" bIns="0" lIns="0" spcFirstLastPara="1" rIns="91425" wrap="square" tIns="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46" name="Shape 346"/>
        <p:cNvGrpSpPr/>
        <p:nvPr/>
      </p:nvGrpSpPr>
      <p:grpSpPr>
        <a:xfrm>
          <a:off x="0" y="0"/>
          <a:ext cx="0" cy="0"/>
          <a:chOff x="0" y="0"/>
          <a:chExt cx="0" cy="0"/>
        </a:xfrm>
      </p:grpSpPr>
      <p:sp>
        <p:nvSpPr>
          <p:cNvPr id="347" name="Google Shape;347;p33"/>
          <p:cNvSpPr txBox="1"/>
          <p:nvPr>
            <p:ph type="title"/>
          </p:nvPr>
        </p:nvSpPr>
        <p:spPr>
          <a:xfrm>
            <a:off x="265500" y="1233175"/>
            <a:ext cx="4045200" cy="1482300"/>
          </a:xfrm>
          <a:prstGeom prst="rect">
            <a:avLst/>
          </a:prstGeom>
        </p:spPr>
        <p:txBody>
          <a:bodyPr anchorCtr="0" anchor="b" bIns="0" lIns="0" spcFirstLastPara="1" rIns="91425" wrap="square" tIns="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48" name="Google Shape;348;p33"/>
          <p:cNvSpPr txBox="1"/>
          <p:nvPr>
            <p:ph idx="1" type="subTitle"/>
          </p:nvPr>
        </p:nvSpPr>
        <p:spPr>
          <a:xfrm>
            <a:off x="265500" y="2803075"/>
            <a:ext cx="4045200" cy="1235100"/>
          </a:xfrm>
          <a:prstGeom prst="rect">
            <a:avLst/>
          </a:prstGeom>
        </p:spPr>
        <p:txBody>
          <a:bodyPr anchorCtr="0" anchor="t" bIns="0" lIns="0" spcFirstLastPara="1" rIns="91425" wrap="square" tIns="0">
            <a:noAutofit/>
          </a:bodyPr>
          <a:lstStyle>
            <a:lvl1pPr lvl="0" algn="ctr">
              <a:lnSpc>
                <a:spcPct val="100000"/>
              </a:lnSpc>
              <a:spcBef>
                <a:spcPts val="0"/>
              </a:spcBef>
              <a:spcAft>
                <a:spcPts val="0"/>
              </a:spcAft>
              <a:buSzPts val="2100"/>
              <a:buNone/>
              <a:defRPr sz="2100"/>
            </a:lvl1pPr>
            <a:lvl2pPr lvl="1" algn="ctr">
              <a:lnSpc>
                <a:spcPct val="100000"/>
              </a:lnSpc>
              <a:spcBef>
                <a:spcPts val="1000"/>
              </a:spcBef>
              <a:spcAft>
                <a:spcPts val="0"/>
              </a:spcAft>
              <a:buSzPts val="2100"/>
              <a:buNone/>
              <a:defRPr sz="2100"/>
            </a:lvl2pPr>
            <a:lvl3pPr lvl="2" algn="ctr">
              <a:lnSpc>
                <a:spcPct val="100000"/>
              </a:lnSpc>
              <a:spcBef>
                <a:spcPts val="1000"/>
              </a:spcBef>
              <a:spcAft>
                <a:spcPts val="0"/>
              </a:spcAft>
              <a:buSzPts val="2100"/>
              <a:buNone/>
              <a:defRPr sz="2100"/>
            </a:lvl3pPr>
            <a:lvl4pPr lvl="3" algn="ctr">
              <a:lnSpc>
                <a:spcPct val="100000"/>
              </a:lnSpc>
              <a:spcBef>
                <a:spcPts val="1000"/>
              </a:spcBef>
              <a:spcAft>
                <a:spcPts val="0"/>
              </a:spcAft>
              <a:buSzPts val="2100"/>
              <a:buNone/>
              <a:defRPr sz="2100"/>
            </a:lvl4pPr>
            <a:lvl5pPr lvl="4" algn="ctr">
              <a:lnSpc>
                <a:spcPct val="100000"/>
              </a:lnSpc>
              <a:spcBef>
                <a:spcPts val="1000"/>
              </a:spcBef>
              <a:spcAft>
                <a:spcPts val="0"/>
              </a:spcAft>
              <a:buSzPts val="2100"/>
              <a:buNone/>
              <a:defRPr sz="2100"/>
            </a:lvl5pPr>
            <a:lvl6pPr lvl="5" algn="ctr">
              <a:lnSpc>
                <a:spcPct val="100000"/>
              </a:lnSpc>
              <a:spcBef>
                <a:spcPts val="1000"/>
              </a:spcBef>
              <a:spcAft>
                <a:spcPts val="0"/>
              </a:spcAft>
              <a:buSzPts val="2100"/>
              <a:buNone/>
              <a:defRPr sz="2100"/>
            </a:lvl6pPr>
            <a:lvl7pPr lvl="6" algn="ctr">
              <a:lnSpc>
                <a:spcPct val="100000"/>
              </a:lnSpc>
              <a:spcBef>
                <a:spcPts val="1000"/>
              </a:spcBef>
              <a:spcAft>
                <a:spcPts val="0"/>
              </a:spcAft>
              <a:buSzPts val="2100"/>
              <a:buNone/>
              <a:defRPr sz="2100"/>
            </a:lvl7pPr>
            <a:lvl8pPr lvl="7" algn="ctr">
              <a:lnSpc>
                <a:spcPct val="100000"/>
              </a:lnSpc>
              <a:spcBef>
                <a:spcPts val="1000"/>
              </a:spcBef>
              <a:spcAft>
                <a:spcPts val="0"/>
              </a:spcAft>
              <a:buSzPts val="2100"/>
              <a:buNone/>
              <a:defRPr sz="2100"/>
            </a:lvl8pPr>
            <a:lvl9pPr lvl="8" algn="ctr">
              <a:lnSpc>
                <a:spcPct val="100000"/>
              </a:lnSpc>
              <a:spcBef>
                <a:spcPts val="1000"/>
              </a:spcBef>
              <a:spcAft>
                <a:spcPts val="0"/>
              </a:spcAft>
              <a:buSzPts val="2100"/>
              <a:buNone/>
              <a:defRPr sz="2100"/>
            </a:lvl9pPr>
          </a:lstStyle>
          <a:p/>
        </p:txBody>
      </p:sp>
      <p:sp>
        <p:nvSpPr>
          <p:cNvPr id="349" name="Google Shape;349;p33"/>
          <p:cNvSpPr txBox="1"/>
          <p:nvPr>
            <p:ph idx="2" type="body"/>
          </p:nvPr>
        </p:nvSpPr>
        <p:spPr>
          <a:xfrm>
            <a:off x="4939500" y="724075"/>
            <a:ext cx="3837000" cy="3695100"/>
          </a:xfrm>
          <a:prstGeom prst="rect">
            <a:avLst/>
          </a:prstGeom>
        </p:spPr>
        <p:txBody>
          <a:bodyPr anchorCtr="0" anchor="ctr" bIns="0" lIns="0" spcFirstLastPara="1" rIns="91425" wrap="square" tIns="0">
            <a:noAutofit/>
          </a:bodyPr>
          <a:lstStyle>
            <a:lvl1pPr indent="-292100" lvl="0" marL="457200">
              <a:spcBef>
                <a:spcPts val="0"/>
              </a:spcBef>
              <a:spcAft>
                <a:spcPts val="0"/>
              </a:spcAft>
              <a:buSzPts val="1000"/>
              <a:buChar char="●"/>
              <a:defRPr/>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50" name="Shape 350"/>
        <p:cNvGrpSpPr/>
        <p:nvPr/>
      </p:nvGrpSpPr>
      <p:grpSpPr>
        <a:xfrm>
          <a:off x="0" y="0"/>
          <a:ext cx="0" cy="0"/>
          <a:chOff x="0" y="0"/>
          <a:chExt cx="0" cy="0"/>
        </a:xfrm>
      </p:grpSpPr>
      <p:sp>
        <p:nvSpPr>
          <p:cNvPr id="351" name="Google Shape;351;p34"/>
          <p:cNvSpPr txBox="1"/>
          <p:nvPr>
            <p:ph idx="1" type="body"/>
          </p:nvPr>
        </p:nvSpPr>
        <p:spPr>
          <a:xfrm>
            <a:off x="311700" y="4230575"/>
            <a:ext cx="5998800" cy="605100"/>
          </a:xfrm>
          <a:prstGeom prst="rect">
            <a:avLst/>
          </a:prstGeom>
        </p:spPr>
        <p:txBody>
          <a:bodyPr anchorCtr="0" anchor="ctr" bIns="0" lIns="0" spcFirstLastPara="1" rIns="91425" wrap="square" tIns="0">
            <a:noAutofit/>
          </a:bodyPr>
          <a:lstStyle>
            <a:lvl1pPr indent="-228600" lvl="0" marL="457200">
              <a:lnSpc>
                <a:spcPct val="100000"/>
              </a:lnSpc>
              <a:spcBef>
                <a:spcPts val="0"/>
              </a:spcBef>
              <a:spcAft>
                <a:spcPts val="0"/>
              </a:spcAft>
              <a:buSzPts val="1000"/>
              <a:buNone/>
              <a:defRPr/>
            </a:lvl1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52" name="Shape 352"/>
        <p:cNvGrpSpPr/>
        <p:nvPr/>
      </p:nvGrpSpPr>
      <p:grpSpPr>
        <a:xfrm>
          <a:off x="0" y="0"/>
          <a:ext cx="0" cy="0"/>
          <a:chOff x="0" y="0"/>
          <a:chExt cx="0" cy="0"/>
        </a:xfrm>
      </p:grpSpPr>
      <p:sp>
        <p:nvSpPr>
          <p:cNvPr id="353" name="Google Shape;353;p35"/>
          <p:cNvSpPr txBox="1"/>
          <p:nvPr>
            <p:ph hasCustomPrompt="1" type="title"/>
          </p:nvPr>
        </p:nvSpPr>
        <p:spPr>
          <a:xfrm>
            <a:off x="311700" y="1106125"/>
            <a:ext cx="8520600" cy="1963500"/>
          </a:xfrm>
          <a:prstGeom prst="rect">
            <a:avLst/>
          </a:prstGeom>
        </p:spPr>
        <p:txBody>
          <a:bodyPr anchorCtr="0" anchor="b" bIns="0" lIns="0" spcFirstLastPara="1" rIns="91425" wrap="square" tIns="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54" name="Google Shape;354;p35"/>
          <p:cNvSpPr txBox="1"/>
          <p:nvPr>
            <p:ph idx="1" type="body"/>
          </p:nvPr>
        </p:nvSpPr>
        <p:spPr>
          <a:xfrm>
            <a:off x="311700" y="3152225"/>
            <a:ext cx="8520600" cy="1300800"/>
          </a:xfrm>
          <a:prstGeom prst="rect">
            <a:avLst/>
          </a:prstGeom>
        </p:spPr>
        <p:txBody>
          <a:bodyPr anchorCtr="0" anchor="t" bIns="0" lIns="0" spcFirstLastPara="1" rIns="91425" wrap="square" tIns="0">
            <a:noAutofit/>
          </a:bodyPr>
          <a:lstStyle>
            <a:lvl1pPr indent="-292100" lvl="0" marL="457200" algn="ctr">
              <a:spcBef>
                <a:spcPts val="0"/>
              </a:spcBef>
              <a:spcAft>
                <a:spcPts val="0"/>
              </a:spcAft>
              <a:buSzPts val="1000"/>
              <a:buChar char="●"/>
              <a:defRPr/>
            </a:lvl1pPr>
            <a:lvl2pPr indent="-292100" lvl="1" marL="914400" algn="ctr">
              <a:spcBef>
                <a:spcPts val="1000"/>
              </a:spcBef>
              <a:spcAft>
                <a:spcPts val="0"/>
              </a:spcAft>
              <a:buSzPts val="1000"/>
              <a:buChar char="○"/>
              <a:defRPr/>
            </a:lvl2pPr>
            <a:lvl3pPr indent="-292100" lvl="2" marL="1371600" algn="ctr">
              <a:spcBef>
                <a:spcPts val="1000"/>
              </a:spcBef>
              <a:spcAft>
                <a:spcPts val="0"/>
              </a:spcAft>
              <a:buSzPts val="1000"/>
              <a:buChar char="■"/>
              <a:defRPr/>
            </a:lvl3pPr>
            <a:lvl4pPr indent="-292100" lvl="3" marL="1828800" algn="ctr">
              <a:spcBef>
                <a:spcPts val="1000"/>
              </a:spcBef>
              <a:spcAft>
                <a:spcPts val="0"/>
              </a:spcAft>
              <a:buSzPts val="1000"/>
              <a:buChar char="●"/>
              <a:defRPr/>
            </a:lvl4pPr>
            <a:lvl5pPr indent="-292100" lvl="4" marL="2286000" algn="ctr">
              <a:spcBef>
                <a:spcPts val="1000"/>
              </a:spcBef>
              <a:spcAft>
                <a:spcPts val="0"/>
              </a:spcAft>
              <a:buSzPts val="1000"/>
              <a:buChar char="○"/>
              <a:defRPr/>
            </a:lvl5pPr>
            <a:lvl6pPr indent="-292100" lvl="5" marL="2743200" algn="ctr">
              <a:spcBef>
                <a:spcPts val="1000"/>
              </a:spcBef>
              <a:spcAft>
                <a:spcPts val="0"/>
              </a:spcAft>
              <a:buSzPts val="1000"/>
              <a:buChar char="■"/>
              <a:defRPr/>
            </a:lvl6pPr>
            <a:lvl7pPr indent="-292100" lvl="6" marL="3200400" algn="ctr">
              <a:spcBef>
                <a:spcPts val="1000"/>
              </a:spcBef>
              <a:spcAft>
                <a:spcPts val="0"/>
              </a:spcAft>
              <a:buSzPts val="1000"/>
              <a:buChar char="●"/>
              <a:defRPr/>
            </a:lvl7pPr>
            <a:lvl8pPr indent="-292100" lvl="7" marL="3657600" algn="ctr">
              <a:spcBef>
                <a:spcPts val="1000"/>
              </a:spcBef>
              <a:spcAft>
                <a:spcPts val="0"/>
              </a:spcAft>
              <a:buSzPts val="1000"/>
              <a:buChar char="○"/>
              <a:defRPr/>
            </a:lvl8pPr>
            <a:lvl9pPr indent="-292100" lvl="8" marL="4114800" algn="ctr">
              <a:spcBef>
                <a:spcPts val="1000"/>
              </a:spcBef>
              <a:spcAft>
                <a:spcPts val="1000"/>
              </a:spcAft>
              <a:buSzPts val="1000"/>
              <a:buChar char="■"/>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55" name="Shape 355"/>
        <p:cNvGrpSpPr/>
        <p:nvPr/>
      </p:nvGrpSpPr>
      <p:grpSpPr>
        <a:xfrm>
          <a:off x="0" y="0"/>
          <a:ext cx="0" cy="0"/>
          <a:chOff x="0" y="0"/>
          <a:chExt cx="0" cy="0"/>
        </a:xfrm>
      </p:grpSpPr>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56" name="Shape 356"/>
        <p:cNvGrpSpPr/>
        <p:nvPr/>
      </p:nvGrpSpPr>
      <p:grpSpPr>
        <a:xfrm>
          <a:off x="0" y="0"/>
          <a:ext cx="0" cy="0"/>
          <a:chOff x="0" y="0"/>
          <a:chExt cx="0" cy="0"/>
        </a:xfrm>
      </p:grpSpPr>
      <p:sp>
        <p:nvSpPr>
          <p:cNvPr id="357" name="Google Shape;357;p37"/>
          <p:cNvSpPr txBox="1"/>
          <p:nvPr>
            <p:ph type="title"/>
          </p:nvPr>
        </p:nvSpPr>
        <p:spPr>
          <a:xfrm>
            <a:off x="677325" y="1832775"/>
            <a:ext cx="3217200" cy="1484100"/>
          </a:xfrm>
          <a:prstGeom prst="rect">
            <a:avLst/>
          </a:prstGeom>
        </p:spPr>
        <p:txBody>
          <a:bodyPr anchorCtr="0" anchor="ctr" bIns="0" lIns="0" spcFirstLastPara="1" rIns="91425" wrap="square" tIns="0">
            <a:no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58" name="Google Shape;358;p37"/>
          <p:cNvSpPr txBox="1"/>
          <p:nvPr>
            <p:ph idx="1" type="subTitle"/>
          </p:nvPr>
        </p:nvSpPr>
        <p:spPr>
          <a:xfrm>
            <a:off x="4406650" y="393750"/>
            <a:ext cx="4409700" cy="5427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359" name="Google Shape;359;p37"/>
          <p:cNvSpPr txBox="1"/>
          <p:nvPr>
            <p:ph idx="2" type="subTitle"/>
          </p:nvPr>
        </p:nvSpPr>
        <p:spPr>
          <a:xfrm>
            <a:off x="4406650" y="1151705"/>
            <a:ext cx="4409700" cy="5427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360" name="Google Shape;360;p37"/>
          <p:cNvSpPr txBox="1"/>
          <p:nvPr>
            <p:ph idx="3" type="subTitle"/>
          </p:nvPr>
        </p:nvSpPr>
        <p:spPr>
          <a:xfrm>
            <a:off x="4406650" y="3425570"/>
            <a:ext cx="4409700" cy="5427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361" name="Google Shape;361;p37"/>
          <p:cNvSpPr txBox="1"/>
          <p:nvPr>
            <p:ph idx="4" type="subTitle"/>
          </p:nvPr>
        </p:nvSpPr>
        <p:spPr>
          <a:xfrm>
            <a:off x="4406650" y="1909660"/>
            <a:ext cx="4409700" cy="5427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362" name="Google Shape;362;p37"/>
          <p:cNvSpPr txBox="1"/>
          <p:nvPr>
            <p:ph idx="5" type="subTitle"/>
          </p:nvPr>
        </p:nvSpPr>
        <p:spPr>
          <a:xfrm>
            <a:off x="4406650" y="4183525"/>
            <a:ext cx="4409700" cy="5427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363" name="Google Shape;363;p37"/>
          <p:cNvSpPr txBox="1"/>
          <p:nvPr>
            <p:ph idx="6" type="subTitle"/>
          </p:nvPr>
        </p:nvSpPr>
        <p:spPr>
          <a:xfrm>
            <a:off x="4406650" y="2667615"/>
            <a:ext cx="4409700" cy="5427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364" name="Shape 364"/>
        <p:cNvGrpSpPr/>
        <p:nvPr/>
      </p:nvGrpSpPr>
      <p:grpSpPr>
        <a:xfrm>
          <a:off x="0" y="0"/>
          <a:ext cx="0" cy="0"/>
          <a:chOff x="0" y="0"/>
          <a:chExt cx="0" cy="0"/>
        </a:xfrm>
      </p:grpSpPr>
      <p:sp>
        <p:nvSpPr>
          <p:cNvPr id="365" name="Google Shape;365;p38"/>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6" name="Google Shape;366;p38"/>
          <p:cNvSpPr txBox="1"/>
          <p:nvPr>
            <p:ph idx="1" type="body"/>
          </p:nvPr>
        </p:nvSpPr>
        <p:spPr>
          <a:xfrm>
            <a:off x="311700" y="1152475"/>
            <a:ext cx="4473900" cy="3416400"/>
          </a:xfrm>
          <a:prstGeom prst="rect">
            <a:avLst/>
          </a:prstGeom>
        </p:spPr>
        <p:txBody>
          <a:bodyPr anchorCtr="0" anchor="t" bIns="0" lIns="0" spcFirstLastPara="1" rIns="91425" wrap="square" tIns="0">
            <a:noAutofit/>
          </a:bodyPr>
          <a:lstStyle>
            <a:lvl1pPr indent="-292100" lvl="0" marL="457200">
              <a:spcBef>
                <a:spcPts val="0"/>
              </a:spcBef>
              <a:spcAft>
                <a:spcPts val="0"/>
              </a:spcAft>
              <a:buSzPts val="1000"/>
              <a:buChar char="●"/>
              <a:defRPr/>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367" name="Google Shape;367;p38"/>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368" name="Shape 368"/>
        <p:cNvGrpSpPr/>
        <p:nvPr/>
      </p:nvGrpSpPr>
      <p:grpSpPr>
        <a:xfrm>
          <a:off x="0" y="0"/>
          <a:ext cx="0" cy="0"/>
          <a:chOff x="0" y="0"/>
          <a:chExt cx="0" cy="0"/>
        </a:xfrm>
      </p:grpSpPr>
      <p:sp>
        <p:nvSpPr>
          <p:cNvPr id="369" name="Google Shape;369;p39"/>
          <p:cNvSpPr txBox="1"/>
          <p:nvPr>
            <p:ph type="title"/>
          </p:nvPr>
        </p:nvSpPr>
        <p:spPr>
          <a:xfrm>
            <a:off x="483175" y="450025"/>
            <a:ext cx="8184600" cy="758100"/>
          </a:xfrm>
          <a:prstGeom prst="rect">
            <a:avLst/>
          </a:prstGeom>
        </p:spPr>
        <p:txBody>
          <a:bodyPr anchorCtr="0" anchor="ctr" bIns="0" lIns="0" spcFirstLastPara="1" rIns="91425" wrap="square" tIns="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70" name="Google Shape;370;p39"/>
          <p:cNvSpPr txBox="1"/>
          <p:nvPr>
            <p:ph idx="1" type="body"/>
          </p:nvPr>
        </p:nvSpPr>
        <p:spPr>
          <a:xfrm>
            <a:off x="483150" y="2237788"/>
            <a:ext cx="3619800" cy="2373600"/>
          </a:xfrm>
          <a:prstGeom prst="rect">
            <a:avLst/>
          </a:prstGeom>
        </p:spPr>
        <p:txBody>
          <a:bodyPr anchorCtr="0" anchor="t" bIns="0" lIns="0" spcFirstLastPara="1" rIns="91425" wrap="square" tIns="0">
            <a:noAutofit/>
          </a:bodyPr>
          <a:lstStyle>
            <a:lvl1pPr indent="-292100" lvl="0" marL="457200">
              <a:spcBef>
                <a:spcPts val="0"/>
              </a:spcBef>
              <a:spcAft>
                <a:spcPts val="0"/>
              </a:spcAft>
              <a:buSzPts val="1000"/>
              <a:buChar char="●"/>
              <a:defRPr/>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371" name="Google Shape;371;p39"/>
          <p:cNvSpPr txBox="1"/>
          <p:nvPr>
            <p:ph idx="2" type="body"/>
          </p:nvPr>
        </p:nvSpPr>
        <p:spPr>
          <a:xfrm>
            <a:off x="5048000" y="2237788"/>
            <a:ext cx="3619800" cy="2373600"/>
          </a:xfrm>
          <a:prstGeom prst="rect">
            <a:avLst/>
          </a:prstGeom>
        </p:spPr>
        <p:txBody>
          <a:bodyPr anchorCtr="0" anchor="t" bIns="0" lIns="0" spcFirstLastPara="1" rIns="91425" wrap="square" tIns="0">
            <a:noAutofit/>
          </a:bodyPr>
          <a:lstStyle>
            <a:lvl1pPr indent="-292100" lvl="0" marL="457200">
              <a:spcBef>
                <a:spcPts val="0"/>
              </a:spcBef>
              <a:spcAft>
                <a:spcPts val="0"/>
              </a:spcAft>
              <a:buSzPts val="1000"/>
              <a:buChar char="●"/>
              <a:defRPr/>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372" name="Google Shape;372;p39"/>
          <p:cNvSpPr txBox="1"/>
          <p:nvPr>
            <p:ph idx="3" type="subTitle"/>
          </p:nvPr>
        </p:nvSpPr>
        <p:spPr>
          <a:xfrm>
            <a:off x="483150" y="1336161"/>
            <a:ext cx="3619800" cy="5427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373" name="Google Shape;373;p39"/>
          <p:cNvSpPr txBox="1"/>
          <p:nvPr>
            <p:ph idx="4" type="subTitle"/>
          </p:nvPr>
        </p:nvSpPr>
        <p:spPr>
          <a:xfrm>
            <a:off x="5048000" y="1336161"/>
            <a:ext cx="3619800" cy="5427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74" name="Shape 374"/>
        <p:cNvGrpSpPr/>
        <p:nvPr/>
      </p:nvGrpSpPr>
      <p:grpSpPr>
        <a:xfrm>
          <a:off x="0" y="0"/>
          <a:ext cx="0" cy="0"/>
          <a:chOff x="0" y="0"/>
          <a:chExt cx="0" cy="0"/>
        </a:xfrm>
      </p:grpSpPr>
      <p:sp>
        <p:nvSpPr>
          <p:cNvPr id="375" name="Google Shape;375;p40"/>
          <p:cNvSpPr txBox="1"/>
          <p:nvPr>
            <p:ph idx="1" type="body"/>
          </p:nvPr>
        </p:nvSpPr>
        <p:spPr>
          <a:xfrm>
            <a:off x="483175" y="2417500"/>
            <a:ext cx="2455500" cy="2373600"/>
          </a:xfrm>
          <a:prstGeom prst="rect">
            <a:avLst/>
          </a:prstGeom>
        </p:spPr>
        <p:txBody>
          <a:bodyPr anchorCtr="0" anchor="t" bIns="0" lIns="0" spcFirstLastPara="1" rIns="91425" wrap="square" tIns="0">
            <a:noAutofit/>
          </a:bodyPr>
          <a:lstStyle>
            <a:lvl1pPr indent="-292100" lvl="0" marL="457200">
              <a:spcBef>
                <a:spcPts val="0"/>
              </a:spcBef>
              <a:spcAft>
                <a:spcPts val="0"/>
              </a:spcAft>
              <a:buSzPts val="1000"/>
              <a:buChar char="●"/>
              <a:defRPr/>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376" name="Google Shape;376;p40"/>
          <p:cNvSpPr txBox="1"/>
          <p:nvPr>
            <p:ph idx="2" type="body"/>
          </p:nvPr>
        </p:nvSpPr>
        <p:spPr>
          <a:xfrm>
            <a:off x="3347725" y="2417500"/>
            <a:ext cx="2455500" cy="2373600"/>
          </a:xfrm>
          <a:prstGeom prst="rect">
            <a:avLst/>
          </a:prstGeom>
        </p:spPr>
        <p:txBody>
          <a:bodyPr anchorCtr="0" anchor="t" bIns="0" lIns="0" spcFirstLastPara="1" rIns="91425" wrap="square" tIns="0">
            <a:noAutofit/>
          </a:bodyPr>
          <a:lstStyle>
            <a:lvl1pPr indent="-292100" lvl="0" marL="457200">
              <a:spcBef>
                <a:spcPts val="0"/>
              </a:spcBef>
              <a:spcAft>
                <a:spcPts val="0"/>
              </a:spcAft>
              <a:buSzPts val="1000"/>
              <a:buChar char="●"/>
              <a:defRPr/>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377" name="Google Shape;377;p40"/>
          <p:cNvSpPr txBox="1"/>
          <p:nvPr>
            <p:ph type="title"/>
          </p:nvPr>
        </p:nvSpPr>
        <p:spPr>
          <a:xfrm>
            <a:off x="483175" y="450025"/>
            <a:ext cx="8184600" cy="758100"/>
          </a:xfrm>
          <a:prstGeom prst="rect">
            <a:avLst/>
          </a:prstGeom>
        </p:spPr>
        <p:txBody>
          <a:bodyPr anchorCtr="0" anchor="ctr" bIns="0" lIns="0" spcFirstLastPara="1" rIns="91425" wrap="square" tIns="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78" name="Google Shape;378;p40"/>
          <p:cNvSpPr txBox="1"/>
          <p:nvPr>
            <p:ph idx="3" type="subTitle"/>
          </p:nvPr>
        </p:nvSpPr>
        <p:spPr>
          <a:xfrm>
            <a:off x="483175" y="1336150"/>
            <a:ext cx="2455500" cy="778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379" name="Google Shape;379;p40"/>
          <p:cNvSpPr txBox="1"/>
          <p:nvPr>
            <p:ph idx="4" type="subTitle"/>
          </p:nvPr>
        </p:nvSpPr>
        <p:spPr>
          <a:xfrm>
            <a:off x="3347725" y="1336150"/>
            <a:ext cx="2455500" cy="778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380" name="Google Shape;380;p40"/>
          <p:cNvSpPr txBox="1"/>
          <p:nvPr>
            <p:ph idx="5" type="subTitle"/>
          </p:nvPr>
        </p:nvSpPr>
        <p:spPr>
          <a:xfrm>
            <a:off x="6212275" y="1336150"/>
            <a:ext cx="2455500" cy="778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381" name="Google Shape;381;p40"/>
          <p:cNvSpPr txBox="1"/>
          <p:nvPr>
            <p:ph idx="6" type="body"/>
          </p:nvPr>
        </p:nvSpPr>
        <p:spPr>
          <a:xfrm>
            <a:off x="6212275" y="2417500"/>
            <a:ext cx="2455500" cy="2373600"/>
          </a:xfrm>
          <a:prstGeom prst="rect">
            <a:avLst/>
          </a:prstGeom>
        </p:spPr>
        <p:txBody>
          <a:bodyPr anchorCtr="0" anchor="t" bIns="0" lIns="0" spcFirstLastPara="1" rIns="91425" wrap="square" tIns="0">
            <a:noAutofit/>
          </a:bodyPr>
          <a:lstStyle>
            <a:lvl1pPr indent="-292100" lvl="0" marL="457200">
              <a:spcBef>
                <a:spcPts val="0"/>
              </a:spcBef>
              <a:spcAft>
                <a:spcPts val="0"/>
              </a:spcAft>
              <a:buSzPts val="1000"/>
              <a:buChar char="●"/>
              <a:defRPr/>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82" name="Shape 382"/>
        <p:cNvGrpSpPr/>
        <p:nvPr/>
      </p:nvGrpSpPr>
      <p:grpSpPr>
        <a:xfrm>
          <a:off x="0" y="0"/>
          <a:ext cx="0" cy="0"/>
          <a:chOff x="0" y="0"/>
          <a:chExt cx="0" cy="0"/>
        </a:xfrm>
      </p:grpSpPr>
      <p:sp>
        <p:nvSpPr>
          <p:cNvPr id="383" name="Google Shape;383;p41"/>
          <p:cNvSpPr txBox="1"/>
          <p:nvPr>
            <p:ph idx="1" type="body"/>
          </p:nvPr>
        </p:nvSpPr>
        <p:spPr>
          <a:xfrm>
            <a:off x="366725" y="1759093"/>
            <a:ext cx="3838500" cy="1138500"/>
          </a:xfrm>
          <a:prstGeom prst="rect">
            <a:avLst/>
          </a:prstGeom>
        </p:spPr>
        <p:txBody>
          <a:bodyPr anchorCtr="0" anchor="t" bIns="0" lIns="0" spcFirstLastPara="1" rIns="91425" wrap="square" tIns="0">
            <a:noAutofit/>
          </a:bodyPr>
          <a:lstStyle>
            <a:lvl1pPr indent="-317500" lvl="0" marL="457200">
              <a:spcBef>
                <a:spcPts val="0"/>
              </a:spcBef>
              <a:spcAft>
                <a:spcPts val="0"/>
              </a:spcAft>
              <a:buSzPts val="1400"/>
              <a:buChar char="●"/>
              <a:defRPr sz="1400"/>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384" name="Google Shape;384;p41"/>
          <p:cNvSpPr txBox="1"/>
          <p:nvPr>
            <p:ph idx="2" type="body"/>
          </p:nvPr>
        </p:nvSpPr>
        <p:spPr>
          <a:xfrm>
            <a:off x="4938725" y="1759093"/>
            <a:ext cx="3838500" cy="1138500"/>
          </a:xfrm>
          <a:prstGeom prst="rect">
            <a:avLst/>
          </a:prstGeom>
        </p:spPr>
        <p:txBody>
          <a:bodyPr anchorCtr="0" anchor="t" bIns="0" lIns="0" spcFirstLastPara="1" rIns="91425" wrap="square" tIns="0">
            <a:noAutofit/>
          </a:bodyPr>
          <a:lstStyle>
            <a:lvl1pPr indent="-317500" lvl="0" marL="457200">
              <a:spcBef>
                <a:spcPts val="0"/>
              </a:spcBef>
              <a:spcAft>
                <a:spcPts val="0"/>
              </a:spcAft>
              <a:buSzPts val="1400"/>
              <a:buChar char="●"/>
              <a:defRPr sz="1400"/>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385" name="Google Shape;385;p41"/>
          <p:cNvSpPr txBox="1"/>
          <p:nvPr>
            <p:ph idx="3" type="body"/>
          </p:nvPr>
        </p:nvSpPr>
        <p:spPr>
          <a:xfrm>
            <a:off x="366750" y="3648575"/>
            <a:ext cx="3838500" cy="1138500"/>
          </a:xfrm>
          <a:prstGeom prst="rect">
            <a:avLst/>
          </a:prstGeom>
        </p:spPr>
        <p:txBody>
          <a:bodyPr anchorCtr="0" anchor="t" bIns="0" lIns="0" spcFirstLastPara="1" rIns="91425" wrap="square" tIns="0">
            <a:noAutofit/>
          </a:bodyPr>
          <a:lstStyle>
            <a:lvl1pPr indent="-317500" lvl="0" marL="457200">
              <a:spcBef>
                <a:spcPts val="0"/>
              </a:spcBef>
              <a:spcAft>
                <a:spcPts val="0"/>
              </a:spcAft>
              <a:buSzPts val="1400"/>
              <a:buChar char="●"/>
              <a:defRPr sz="1400"/>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386" name="Google Shape;386;p41"/>
          <p:cNvSpPr txBox="1"/>
          <p:nvPr>
            <p:ph idx="4" type="body"/>
          </p:nvPr>
        </p:nvSpPr>
        <p:spPr>
          <a:xfrm>
            <a:off x="4938750" y="3648575"/>
            <a:ext cx="3838500" cy="1138500"/>
          </a:xfrm>
          <a:prstGeom prst="rect">
            <a:avLst/>
          </a:prstGeom>
        </p:spPr>
        <p:txBody>
          <a:bodyPr anchorCtr="0" anchor="t" bIns="0" lIns="0" spcFirstLastPara="1" rIns="91425" wrap="square" tIns="0">
            <a:noAutofit/>
          </a:bodyPr>
          <a:lstStyle>
            <a:lvl1pPr indent="-317500" lvl="0" marL="457200">
              <a:spcBef>
                <a:spcPts val="0"/>
              </a:spcBef>
              <a:spcAft>
                <a:spcPts val="0"/>
              </a:spcAft>
              <a:buSzPts val="1400"/>
              <a:buChar char="●"/>
              <a:defRPr sz="1400"/>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387" name="Google Shape;387;p41"/>
          <p:cNvSpPr txBox="1"/>
          <p:nvPr>
            <p:ph type="title"/>
          </p:nvPr>
        </p:nvSpPr>
        <p:spPr>
          <a:xfrm>
            <a:off x="366750" y="450025"/>
            <a:ext cx="8184600" cy="758100"/>
          </a:xfrm>
          <a:prstGeom prst="rect">
            <a:avLst/>
          </a:prstGeom>
        </p:spPr>
        <p:txBody>
          <a:bodyPr anchorCtr="0" anchor="ctr" bIns="0" lIns="0" spcFirstLastPara="1" rIns="91425" wrap="square" tIns="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88" name="Google Shape;388;p41"/>
          <p:cNvSpPr txBox="1"/>
          <p:nvPr>
            <p:ph idx="5" type="subTitle"/>
          </p:nvPr>
        </p:nvSpPr>
        <p:spPr>
          <a:xfrm>
            <a:off x="366763" y="1277907"/>
            <a:ext cx="3838500" cy="481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389" name="Google Shape;389;p41"/>
          <p:cNvSpPr txBox="1"/>
          <p:nvPr>
            <p:ph idx="6" type="subTitle"/>
          </p:nvPr>
        </p:nvSpPr>
        <p:spPr>
          <a:xfrm>
            <a:off x="4938738" y="1277907"/>
            <a:ext cx="3838500" cy="481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390" name="Google Shape;390;p41"/>
          <p:cNvSpPr txBox="1"/>
          <p:nvPr>
            <p:ph idx="7" type="subTitle"/>
          </p:nvPr>
        </p:nvSpPr>
        <p:spPr>
          <a:xfrm>
            <a:off x="4938761" y="3167363"/>
            <a:ext cx="3838500" cy="481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391" name="Google Shape;391;p41"/>
          <p:cNvSpPr txBox="1"/>
          <p:nvPr>
            <p:ph idx="8" type="subTitle"/>
          </p:nvPr>
        </p:nvSpPr>
        <p:spPr>
          <a:xfrm>
            <a:off x="366750" y="3167363"/>
            <a:ext cx="3838500" cy="481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92" name="Shape 392"/>
        <p:cNvGrpSpPr/>
        <p:nvPr/>
      </p:nvGrpSpPr>
      <p:grpSpPr>
        <a:xfrm>
          <a:off x="0" y="0"/>
          <a:ext cx="0" cy="0"/>
          <a:chOff x="0" y="0"/>
          <a:chExt cx="0" cy="0"/>
        </a:xfrm>
      </p:grpSpPr>
      <p:sp>
        <p:nvSpPr>
          <p:cNvPr id="393" name="Google Shape;393;p42"/>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94" name="Google Shape;394;p42"/>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395" name="Shape 395"/>
        <p:cNvGrpSpPr/>
        <p:nvPr/>
      </p:nvGrpSpPr>
      <p:grpSpPr>
        <a:xfrm>
          <a:off x="0" y="0"/>
          <a:ext cx="0" cy="0"/>
          <a:chOff x="0" y="0"/>
          <a:chExt cx="0" cy="0"/>
        </a:xfrm>
      </p:grpSpPr>
      <p:sp>
        <p:nvSpPr>
          <p:cNvPr id="396" name="Google Shape;396;p43"/>
          <p:cNvSpPr txBox="1"/>
          <p:nvPr>
            <p:ph idx="1" type="body"/>
          </p:nvPr>
        </p:nvSpPr>
        <p:spPr>
          <a:xfrm>
            <a:off x="311700" y="4080225"/>
            <a:ext cx="4027500" cy="9261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397" name="Google Shape;397;p43"/>
          <p:cNvSpPr/>
          <p:nvPr>
            <p:ph idx="2" type="pic"/>
          </p:nvPr>
        </p:nvSpPr>
        <p:spPr>
          <a:xfrm>
            <a:off x="4804825" y="1133300"/>
            <a:ext cx="4027500" cy="2392800"/>
          </a:xfrm>
          <a:prstGeom prst="rect">
            <a:avLst/>
          </a:prstGeom>
          <a:noFill/>
          <a:ln>
            <a:noFill/>
          </a:ln>
        </p:spPr>
      </p:sp>
      <p:sp>
        <p:nvSpPr>
          <p:cNvPr id="398" name="Google Shape;398;p43"/>
          <p:cNvSpPr/>
          <p:nvPr>
            <p:ph idx="3" type="pic"/>
          </p:nvPr>
        </p:nvSpPr>
        <p:spPr>
          <a:xfrm>
            <a:off x="311725" y="1133300"/>
            <a:ext cx="4027500" cy="2392800"/>
          </a:xfrm>
          <a:prstGeom prst="rect">
            <a:avLst/>
          </a:prstGeom>
          <a:noFill/>
          <a:ln>
            <a:noFill/>
          </a:ln>
        </p:spPr>
      </p:sp>
      <p:sp>
        <p:nvSpPr>
          <p:cNvPr id="399" name="Google Shape;399;p43"/>
          <p:cNvSpPr txBox="1"/>
          <p:nvPr>
            <p:ph idx="4" type="body"/>
          </p:nvPr>
        </p:nvSpPr>
        <p:spPr>
          <a:xfrm>
            <a:off x="4804825" y="4080225"/>
            <a:ext cx="4027500" cy="9261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400" name="Google Shape;400;p43"/>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1" name="Google Shape;401;p43"/>
          <p:cNvSpPr txBox="1"/>
          <p:nvPr>
            <p:ph idx="5" type="subTitle"/>
          </p:nvPr>
        </p:nvSpPr>
        <p:spPr>
          <a:xfrm>
            <a:off x="311725" y="3582900"/>
            <a:ext cx="4027500" cy="481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1000"/>
              <a:buNone/>
              <a:defRPr/>
            </a:lvl1pPr>
            <a:lvl2pPr lvl="1">
              <a:lnSpc>
                <a:spcPct val="100000"/>
              </a:lnSpc>
              <a:spcBef>
                <a:spcPts val="1000"/>
              </a:spcBef>
              <a:spcAft>
                <a:spcPts val="0"/>
              </a:spcAft>
              <a:buSzPts val="1800"/>
              <a:buNone/>
              <a:defRPr sz="1800"/>
            </a:lvl2pPr>
            <a:lvl3pPr lvl="2">
              <a:lnSpc>
                <a:spcPct val="100000"/>
              </a:lnSpc>
              <a:spcBef>
                <a:spcPts val="1000"/>
              </a:spcBef>
              <a:spcAft>
                <a:spcPts val="0"/>
              </a:spcAft>
              <a:buSzPts val="1800"/>
              <a:buNone/>
              <a:defRPr sz="1800"/>
            </a:lvl3pPr>
            <a:lvl4pPr lvl="3">
              <a:lnSpc>
                <a:spcPct val="100000"/>
              </a:lnSpc>
              <a:spcBef>
                <a:spcPts val="1000"/>
              </a:spcBef>
              <a:spcAft>
                <a:spcPts val="0"/>
              </a:spcAft>
              <a:buSzPts val="1800"/>
              <a:buNone/>
              <a:defRPr sz="1800"/>
            </a:lvl4pPr>
            <a:lvl5pPr lvl="4">
              <a:lnSpc>
                <a:spcPct val="100000"/>
              </a:lnSpc>
              <a:spcBef>
                <a:spcPts val="1000"/>
              </a:spcBef>
              <a:spcAft>
                <a:spcPts val="0"/>
              </a:spcAft>
              <a:buSzPts val="1800"/>
              <a:buNone/>
              <a:defRPr sz="1800"/>
            </a:lvl5pPr>
            <a:lvl6pPr lvl="5">
              <a:lnSpc>
                <a:spcPct val="100000"/>
              </a:lnSpc>
              <a:spcBef>
                <a:spcPts val="1000"/>
              </a:spcBef>
              <a:spcAft>
                <a:spcPts val="0"/>
              </a:spcAft>
              <a:buSzPts val="1800"/>
              <a:buNone/>
              <a:defRPr sz="1800"/>
            </a:lvl6pPr>
            <a:lvl7pPr lvl="6">
              <a:lnSpc>
                <a:spcPct val="100000"/>
              </a:lnSpc>
              <a:spcBef>
                <a:spcPts val="1000"/>
              </a:spcBef>
              <a:spcAft>
                <a:spcPts val="0"/>
              </a:spcAft>
              <a:buSzPts val="1800"/>
              <a:buNone/>
              <a:defRPr sz="1800"/>
            </a:lvl7pPr>
            <a:lvl8pPr lvl="7">
              <a:lnSpc>
                <a:spcPct val="100000"/>
              </a:lnSpc>
              <a:spcBef>
                <a:spcPts val="1000"/>
              </a:spcBef>
              <a:spcAft>
                <a:spcPts val="0"/>
              </a:spcAft>
              <a:buSzPts val="1800"/>
              <a:buNone/>
              <a:defRPr sz="1800"/>
            </a:lvl8pPr>
            <a:lvl9pPr lvl="8">
              <a:lnSpc>
                <a:spcPct val="100000"/>
              </a:lnSpc>
              <a:spcBef>
                <a:spcPts val="1000"/>
              </a:spcBef>
              <a:spcAft>
                <a:spcPts val="0"/>
              </a:spcAft>
              <a:buSzPts val="1800"/>
              <a:buNone/>
              <a:defRPr sz="1800"/>
            </a:lvl9pPr>
          </a:lstStyle>
          <a:p/>
        </p:txBody>
      </p:sp>
      <p:sp>
        <p:nvSpPr>
          <p:cNvPr id="402" name="Google Shape;402;p43"/>
          <p:cNvSpPr txBox="1"/>
          <p:nvPr>
            <p:ph idx="6" type="subTitle"/>
          </p:nvPr>
        </p:nvSpPr>
        <p:spPr>
          <a:xfrm>
            <a:off x="4804825" y="3582900"/>
            <a:ext cx="4027500" cy="481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1000"/>
              <a:buNone/>
              <a:defRPr/>
            </a:lvl1pPr>
            <a:lvl2pPr lvl="1">
              <a:lnSpc>
                <a:spcPct val="100000"/>
              </a:lnSpc>
              <a:spcBef>
                <a:spcPts val="1000"/>
              </a:spcBef>
              <a:spcAft>
                <a:spcPts val="0"/>
              </a:spcAft>
              <a:buSzPts val="1800"/>
              <a:buNone/>
              <a:defRPr sz="1800"/>
            </a:lvl2pPr>
            <a:lvl3pPr lvl="2">
              <a:lnSpc>
                <a:spcPct val="100000"/>
              </a:lnSpc>
              <a:spcBef>
                <a:spcPts val="1000"/>
              </a:spcBef>
              <a:spcAft>
                <a:spcPts val="0"/>
              </a:spcAft>
              <a:buSzPts val="1800"/>
              <a:buNone/>
              <a:defRPr sz="1800"/>
            </a:lvl3pPr>
            <a:lvl4pPr lvl="3">
              <a:lnSpc>
                <a:spcPct val="100000"/>
              </a:lnSpc>
              <a:spcBef>
                <a:spcPts val="1000"/>
              </a:spcBef>
              <a:spcAft>
                <a:spcPts val="0"/>
              </a:spcAft>
              <a:buSzPts val="1800"/>
              <a:buNone/>
              <a:defRPr sz="1800"/>
            </a:lvl4pPr>
            <a:lvl5pPr lvl="4">
              <a:lnSpc>
                <a:spcPct val="100000"/>
              </a:lnSpc>
              <a:spcBef>
                <a:spcPts val="1000"/>
              </a:spcBef>
              <a:spcAft>
                <a:spcPts val="0"/>
              </a:spcAft>
              <a:buSzPts val="1800"/>
              <a:buNone/>
              <a:defRPr sz="1800"/>
            </a:lvl5pPr>
            <a:lvl6pPr lvl="5">
              <a:lnSpc>
                <a:spcPct val="100000"/>
              </a:lnSpc>
              <a:spcBef>
                <a:spcPts val="1000"/>
              </a:spcBef>
              <a:spcAft>
                <a:spcPts val="0"/>
              </a:spcAft>
              <a:buSzPts val="1800"/>
              <a:buNone/>
              <a:defRPr sz="1800"/>
            </a:lvl6pPr>
            <a:lvl7pPr lvl="6">
              <a:lnSpc>
                <a:spcPct val="100000"/>
              </a:lnSpc>
              <a:spcBef>
                <a:spcPts val="1000"/>
              </a:spcBef>
              <a:spcAft>
                <a:spcPts val="0"/>
              </a:spcAft>
              <a:buSzPts val="1800"/>
              <a:buNone/>
              <a:defRPr sz="1800"/>
            </a:lvl7pPr>
            <a:lvl8pPr lvl="7">
              <a:lnSpc>
                <a:spcPct val="100000"/>
              </a:lnSpc>
              <a:spcBef>
                <a:spcPts val="1000"/>
              </a:spcBef>
              <a:spcAft>
                <a:spcPts val="0"/>
              </a:spcAft>
              <a:buSzPts val="1800"/>
              <a:buNone/>
              <a:defRPr sz="1800"/>
            </a:lvl8pPr>
            <a:lvl9pPr lvl="8">
              <a:lnSpc>
                <a:spcPct val="100000"/>
              </a:lnSpc>
              <a:spcBef>
                <a:spcPts val="1000"/>
              </a:spcBef>
              <a:spcAft>
                <a:spcPts val="0"/>
              </a:spcAft>
              <a:buSzPts val="1800"/>
              <a:buNone/>
              <a:defRPr sz="18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03" name="Shape 403"/>
        <p:cNvGrpSpPr/>
        <p:nvPr/>
      </p:nvGrpSpPr>
      <p:grpSpPr>
        <a:xfrm>
          <a:off x="0" y="0"/>
          <a:ext cx="0" cy="0"/>
          <a:chOff x="0" y="0"/>
          <a:chExt cx="0" cy="0"/>
        </a:xfrm>
      </p:grpSpPr>
      <p:sp>
        <p:nvSpPr>
          <p:cNvPr id="404" name="Google Shape;404;p44"/>
          <p:cNvSpPr txBox="1"/>
          <p:nvPr>
            <p:ph idx="1" type="body"/>
          </p:nvPr>
        </p:nvSpPr>
        <p:spPr>
          <a:xfrm>
            <a:off x="311700" y="3911700"/>
            <a:ext cx="2627100" cy="10185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405" name="Google Shape;405;p44"/>
          <p:cNvSpPr/>
          <p:nvPr>
            <p:ph idx="2" type="pic"/>
          </p:nvPr>
        </p:nvSpPr>
        <p:spPr>
          <a:xfrm>
            <a:off x="6205225" y="1128325"/>
            <a:ext cx="2627100" cy="2273100"/>
          </a:xfrm>
          <a:prstGeom prst="rect">
            <a:avLst/>
          </a:prstGeom>
          <a:noFill/>
          <a:ln>
            <a:noFill/>
          </a:ln>
        </p:spPr>
      </p:sp>
      <p:sp>
        <p:nvSpPr>
          <p:cNvPr id="406" name="Google Shape;406;p44"/>
          <p:cNvSpPr/>
          <p:nvPr>
            <p:ph idx="3" type="pic"/>
          </p:nvPr>
        </p:nvSpPr>
        <p:spPr>
          <a:xfrm>
            <a:off x="311725" y="1128325"/>
            <a:ext cx="2627100" cy="2273100"/>
          </a:xfrm>
          <a:prstGeom prst="rect">
            <a:avLst/>
          </a:prstGeom>
          <a:noFill/>
          <a:ln>
            <a:noFill/>
          </a:ln>
        </p:spPr>
      </p:sp>
      <p:sp>
        <p:nvSpPr>
          <p:cNvPr id="407" name="Google Shape;407;p44"/>
          <p:cNvSpPr txBox="1"/>
          <p:nvPr>
            <p:ph idx="4" type="body"/>
          </p:nvPr>
        </p:nvSpPr>
        <p:spPr>
          <a:xfrm>
            <a:off x="6205225" y="3911700"/>
            <a:ext cx="2627100" cy="10185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408" name="Google Shape;408;p44"/>
          <p:cNvSpPr/>
          <p:nvPr>
            <p:ph idx="5" type="pic"/>
          </p:nvPr>
        </p:nvSpPr>
        <p:spPr>
          <a:xfrm>
            <a:off x="3255250" y="1128325"/>
            <a:ext cx="2627100" cy="2273100"/>
          </a:xfrm>
          <a:prstGeom prst="rect">
            <a:avLst/>
          </a:prstGeom>
          <a:noFill/>
          <a:ln>
            <a:noFill/>
          </a:ln>
        </p:spPr>
      </p:sp>
      <p:sp>
        <p:nvSpPr>
          <p:cNvPr id="409" name="Google Shape;409;p44"/>
          <p:cNvSpPr txBox="1"/>
          <p:nvPr>
            <p:ph idx="6" type="body"/>
          </p:nvPr>
        </p:nvSpPr>
        <p:spPr>
          <a:xfrm>
            <a:off x="3255250" y="3911700"/>
            <a:ext cx="2627100" cy="10185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410" name="Google Shape;410;p44"/>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11" name="Google Shape;411;p44"/>
          <p:cNvSpPr txBox="1"/>
          <p:nvPr>
            <p:ph idx="7" type="subTitle"/>
          </p:nvPr>
        </p:nvSpPr>
        <p:spPr>
          <a:xfrm>
            <a:off x="311725" y="3430500"/>
            <a:ext cx="2627100" cy="481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1000"/>
              <a:buNone/>
              <a:defRPr/>
            </a:lvl1pPr>
            <a:lvl2pPr lvl="1">
              <a:lnSpc>
                <a:spcPct val="100000"/>
              </a:lnSpc>
              <a:spcBef>
                <a:spcPts val="1000"/>
              </a:spcBef>
              <a:spcAft>
                <a:spcPts val="0"/>
              </a:spcAft>
              <a:buSzPts val="1800"/>
              <a:buNone/>
              <a:defRPr sz="1800"/>
            </a:lvl2pPr>
            <a:lvl3pPr lvl="2">
              <a:lnSpc>
                <a:spcPct val="100000"/>
              </a:lnSpc>
              <a:spcBef>
                <a:spcPts val="1000"/>
              </a:spcBef>
              <a:spcAft>
                <a:spcPts val="0"/>
              </a:spcAft>
              <a:buSzPts val="1800"/>
              <a:buNone/>
              <a:defRPr sz="1800"/>
            </a:lvl3pPr>
            <a:lvl4pPr lvl="3">
              <a:lnSpc>
                <a:spcPct val="100000"/>
              </a:lnSpc>
              <a:spcBef>
                <a:spcPts val="1000"/>
              </a:spcBef>
              <a:spcAft>
                <a:spcPts val="0"/>
              </a:spcAft>
              <a:buSzPts val="1800"/>
              <a:buNone/>
              <a:defRPr sz="1800"/>
            </a:lvl4pPr>
            <a:lvl5pPr lvl="4">
              <a:lnSpc>
                <a:spcPct val="100000"/>
              </a:lnSpc>
              <a:spcBef>
                <a:spcPts val="1000"/>
              </a:spcBef>
              <a:spcAft>
                <a:spcPts val="0"/>
              </a:spcAft>
              <a:buSzPts val="1800"/>
              <a:buNone/>
              <a:defRPr sz="1800"/>
            </a:lvl5pPr>
            <a:lvl6pPr lvl="5">
              <a:lnSpc>
                <a:spcPct val="100000"/>
              </a:lnSpc>
              <a:spcBef>
                <a:spcPts val="1000"/>
              </a:spcBef>
              <a:spcAft>
                <a:spcPts val="0"/>
              </a:spcAft>
              <a:buSzPts val="1800"/>
              <a:buNone/>
              <a:defRPr sz="1800"/>
            </a:lvl6pPr>
            <a:lvl7pPr lvl="6">
              <a:lnSpc>
                <a:spcPct val="100000"/>
              </a:lnSpc>
              <a:spcBef>
                <a:spcPts val="1000"/>
              </a:spcBef>
              <a:spcAft>
                <a:spcPts val="0"/>
              </a:spcAft>
              <a:buSzPts val="1800"/>
              <a:buNone/>
              <a:defRPr sz="1800"/>
            </a:lvl7pPr>
            <a:lvl8pPr lvl="7">
              <a:lnSpc>
                <a:spcPct val="100000"/>
              </a:lnSpc>
              <a:spcBef>
                <a:spcPts val="1000"/>
              </a:spcBef>
              <a:spcAft>
                <a:spcPts val="0"/>
              </a:spcAft>
              <a:buSzPts val="1800"/>
              <a:buNone/>
              <a:defRPr sz="1800"/>
            </a:lvl8pPr>
            <a:lvl9pPr lvl="8">
              <a:lnSpc>
                <a:spcPct val="100000"/>
              </a:lnSpc>
              <a:spcBef>
                <a:spcPts val="1000"/>
              </a:spcBef>
              <a:spcAft>
                <a:spcPts val="0"/>
              </a:spcAft>
              <a:buSzPts val="1800"/>
              <a:buNone/>
              <a:defRPr sz="1800"/>
            </a:lvl9pPr>
          </a:lstStyle>
          <a:p/>
        </p:txBody>
      </p:sp>
      <p:sp>
        <p:nvSpPr>
          <p:cNvPr id="412" name="Google Shape;412;p44"/>
          <p:cNvSpPr txBox="1"/>
          <p:nvPr>
            <p:ph idx="8" type="subTitle"/>
          </p:nvPr>
        </p:nvSpPr>
        <p:spPr>
          <a:xfrm>
            <a:off x="6205225" y="3430500"/>
            <a:ext cx="2627100" cy="481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1000"/>
              <a:buNone/>
              <a:defRPr/>
            </a:lvl1pPr>
            <a:lvl2pPr lvl="1">
              <a:lnSpc>
                <a:spcPct val="100000"/>
              </a:lnSpc>
              <a:spcBef>
                <a:spcPts val="1000"/>
              </a:spcBef>
              <a:spcAft>
                <a:spcPts val="0"/>
              </a:spcAft>
              <a:buSzPts val="1800"/>
              <a:buNone/>
              <a:defRPr sz="1800"/>
            </a:lvl2pPr>
            <a:lvl3pPr lvl="2">
              <a:lnSpc>
                <a:spcPct val="100000"/>
              </a:lnSpc>
              <a:spcBef>
                <a:spcPts val="1000"/>
              </a:spcBef>
              <a:spcAft>
                <a:spcPts val="0"/>
              </a:spcAft>
              <a:buSzPts val="1800"/>
              <a:buNone/>
              <a:defRPr sz="1800"/>
            </a:lvl3pPr>
            <a:lvl4pPr lvl="3">
              <a:lnSpc>
                <a:spcPct val="100000"/>
              </a:lnSpc>
              <a:spcBef>
                <a:spcPts val="1000"/>
              </a:spcBef>
              <a:spcAft>
                <a:spcPts val="0"/>
              </a:spcAft>
              <a:buSzPts val="1800"/>
              <a:buNone/>
              <a:defRPr sz="1800"/>
            </a:lvl4pPr>
            <a:lvl5pPr lvl="4">
              <a:lnSpc>
                <a:spcPct val="100000"/>
              </a:lnSpc>
              <a:spcBef>
                <a:spcPts val="1000"/>
              </a:spcBef>
              <a:spcAft>
                <a:spcPts val="0"/>
              </a:spcAft>
              <a:buSzPts val="1800"/>
              <a:buNone/>
              <a:defRPr sz="1800"/>
            </a:lvl5pPr>
            <a:lvl6pPr lvl="5">
              <a:lnSpc>
                <a:spcPct val="100000"/>
              </a:lnSpc>
              <a:spcBef>
                <a:spcPts val="1000"/>
              </a:spcBef>
              <a:spcAft>
                <a:spcPts val="0"/>
              </a:spcAft>
              <a:buSzPts val="1800"/>
              <a:buNone/>
              <a:defRPr sz="1800"/>
            </a:lvl6pPr>
            <a:lvl7pPr lvl="6">
              <a:lnSpc>
                <a:spcPct val="100000"/>
              </a:lnSpc>
              <a:spcBef>
                <a:spcPts val="1000"/>
              </a:spcBef>
              <a:spcAft>
                <a:spcPts val="0"/>
              </a:spcAft>
              <a:buSzPts val="1800"/>
              <a:buNone/>
              <a:defRPr sz="1800"/>
            </a:lvl7pPr>
            <a:lvl8pPr lvl="7">
              <a:lnSpc>
                <a:spcPct val="100000"/>
              </a:lnSpc>
              <a:spcBef>
                <a:spcPts val="1000"/>
              </a:spcBef>
              <a:spcAft>
                <a:spcPts val="0"/>
              </a:spcAft>
              <a:buSzPts val="1800"/>
              <a:buNone/>
              <a:defRPr sz="1800"/>
            </a:lvl8pPr>
            <a:lvl9pPr lvl="8">
              <a:lnSpc>
                <a:spcPct val="100000"/>
              </a:lnSpc>
              <a:spcBef>
                <a:spcPts val="1000"/>
              </a:spcBef>
              <a:spcAft>
                <a:spcPts val="0"/>
              </a:spcAft>
              <a:buSzPts val="1800"/>
              <a:buNone/>
              <a:defRPr sz="1800"/>
            </a:lvl9pPr>
          </a:lstStyle>
          <a:p/>
        </p:txBody>
      </p:sp>
      <p:sp>
        <p:nvSpPr>
          <p:cNvPr id="413" name="Google Shape;413;p44"/>
          <p:cNvSpPr txBox="1"/>
          <p:nvPr>
            <p:ph idx="9" type="subTitle"/>
          </p:nvPr>
        </p:nvSpPr>
        <p:spPr>
          <a:xfrm>
            <a:off x="3255250" y="3430500"/>
            <a:ext cx="2627100" cy="481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1000"/>
              <a:buNone/>
              <a:defRPr/>
            </a:lvl1pPr>
            <a:lvl2pPr lvl="1">
              <a:lnSpc>
                <a:spcPct val="100000"/>
              </a:lnSpc>
              <a:spcBef>
                <a:spcPts val="1000"/>
              </a:spcBef>
              <a:spcAft>
                <a:spcPts val="0"/>
              </a:spcAft>
              <a:buSzPts val="1800"/>
              <a:buNone/>
              <a:defRPr sz="1800"/>
            </a:lvl2pPr>
            <a:lvl3pPr lvl="2">
              <a:lnSpc>
                <a:spcPct val="100000"/>
              </a:lnSpc>
              <a:spcBef>
                <a:spcPts val="1000"/>
              </a:spcBef>
              <a:spcAft>
                <a:spcPts val="0"/>
              </a:spcAft>
              <a:buSzPts val="1800"/>
              <a:buNone/>
              <a:defRPr sz="1800"/>
            </a:lvl3pPr>
            <a:lvl4pPr lvl="3">
              <a:lnSpc>
                <a:spcPct val="100000"/>
              </a:lnSpc>
              <a:spcBef>
                <a:spcPts val="1000"/>
              </a:spcBef>
              <a:spcAft>
                <a:spcPts val="0"/>
              </a:spcAft>
              <a:buSzPts val="1800"/>
              <a:buNone/>
              <a:defRPr sz="1800"/>
            </a:lvl4pPr>
            <a:lvl5pPr lvl="4">
              <a:lnSpc>
                <a:spcPct val="100000"/>
              </a:lnSpc>
              <a:spcBef>
                <a:spcPts val="1000"/>
              </a:spcBef>
              <a:spcAft>
                <a:spcPts val="0"/>
              </a:spcAft>
              <a:buSzPts val="1800"/>
              <a:buNone/>
              <a:defRPr sz="1800"/>
            </a:lvl5pPr>
            <a:lvl6pPr lvl="5">
              <a:lnSpc>
                <a:spcPct val="100000"/>
              </a:lnSpc>
              <a:spcBef>
                <a:spcPts val="1000"/>
              </a:spcBef>
              <a:spcAft>
                <a:spcPts val="0"/>
              </a:spcAft>
              <a:buSzPts val="1800"/>
              <a:buNone/>
              <a:defRPr sz="1800"/>
            </a:lvl6pPr>
            <a:lvl7pPr lvl="6">
              <a:lnSpc>
                <a:spcPct val="100000"/>
              </a:lnSpc>
              <a:spcBef>
                <a:spcPts val="1000"/>
              </a:spcBef>
              <a:spcAft>
                <a:spcPts val="0"/>
              </a:spcAft>
              <a:buSzPts val="1800"/>
              <a:buNone/>
              <a:defRPr sz="1800"/>
            </a:lvl7pPr>
            <a:lvl8pPr lvl="7">
              <a:lnSpc>
                <a:spcPct val="100000"/>
              </a:lnSpc>
              <a:spcBef>
                <a:spcPts val="1000"/>
              </a:spcBef>
              <a:spcAft>
                <a:spcPts val="0"/>
              </a:spcAft>
              <a:buSzPts val="1800"/>
              <a:buNone/>
              <a:defRPr sz="1800"/>
            </a:lvl8pPr>
            <a:lvl9pPr lvl="8">
              <a:lnSpc>
                <a:spcPct val="100000"/>
              </a:lnSpc>
              <a:spcBef>
                <a:spcPts val="1000"/>
              </a:spcBef>
              <a:spcAft>
                <a:spcPts val="0"/>
              </a:spcAft>
              <a:buSzPts val="1800"/>
              <a:buNone/>
              <a:defRPr sz="18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14" name="Shape 414"/>
        <p:cNvGrpSpPr/>
        <p:nvPr/>
      </p:nvGrpSpPr>
      <p:grpSpPr>
        <a:xfrm>
          <a:off x="0" y="0"/>
          <a:ext cx="0" cy="0"/>
          <a:chOff x="0" y="0"/>
          <a:chExt cx="0" cy="0"/>
        </a:xfrm>
      </p:grpSpPr>
      <p:sp>
        <p:nvSpPr>
          <p:cNvPr id="415" name="Google Shape;415;p45"/>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16" name="Shape 416"/>
        <p:cNvGrpSpPr/>
        <p:nvPr/>
      </p:nvGrpSpPr>
      <p:grpSpPr>
        <a:xfrm>
          <a:off x="0" y="0"/>
          <a:ext cx="0" cy="0"/>
          <a:chOff x="0" y="0"/>
          <a:chExt cx="0" cy="0"/>
        </a:xfrm>
      </p:grpSpPr>
      <p:sp>
        <p:nvSpPr>
          <p:cNvPr id="417" name="Google Shape;417;p46"/>
          <p:cNvSpPr/>
          <p:nvPr>
            <p:ph idx="2" type="pic"/>
          </p:nvPr>
        </p:nvSpPr>
        <p:spPr>
          <a:xfrm>
            <a:off x="3389600" y="118913"/>
            <a:ext cx="1643700" cy="1535100"/>
          </a:xfrm>
          <a:prstGeom prst="rect">
            <a:avLst/>
          </a:prstGeom>
          <a:noFill/>
          <a:ln>
            <a:noFill/>
          </a:ln>
        </p:spPr>
      </p:sp>
      <p:sp>
        <p:nvSpPr>
          <p:cNvPr id="418" name="Google Shape;418;p46"/>
          <p:cNvSpPr/>
          <p:nvPr>
            <p:ph idx="3" type="pic"/>
          </p:nvPr>
        </p:nvSpPr>
        <p:spPr>
          <a:xfrm>
            <a:off x="5195935" y="118913"/>
            <a:ext cx="1643700" cy="1535100"/>
          </a:xfrm>
          <a:prstGeom prst="rect">
            <a:avLst/>
          </a:prstGeom>
          <a:noFill/>
          <a:ln>
            <a:noFill/>
          </a:ln>
        </p:spPr>
      </p:sp>
      <p:sp>
        <p:nvSpPr>
          <p:cNvPr id="419" name="Google Shape;419;p46"/>
          <p:cNvSpPr/>
          <p:nvPr>
            <p:ph idx="4" type="pic"/>
          </p:nvPr>
        </p:nvSpPr>
        <p:spPr>
          <a:xfrm>
            <a:off x="7002270" y="118913"/>
            <a:ext cx="1643700" cy="1535100"/>
          </a:xfrm>
          <a:prstGeom prst="rect">
            <a:avLst/>
          </a:prstGeom>
          <a:noFill/>
          <a:ln>
            <a:noFill/>
          </a:ln>
        </p:spPr>
      </p:sp>
      <p:sp>
        <p:nvSpPr>
          <p:cNvPr id="420" name="Google Shape;420;p46"/>
          <p:cNvSpPr/>
          <p:nvPr>
            <p:ph idx="5" type="pic"/>
          </p:nvPr>
        </p:nvSpPr>
        <p:spPr>
          <a:xfrm>
            <a:off x="3389588" y="1804212"/>
            <a:ext cx="1643700" cy="1535100"/>
          </a:xfrm>
          <a:prstGeom prst="rect">
            <a:avLst/>
          </a:prstGeom>
          <a:noFill/>
          <a:ln>
            <a:noFill/>
          </a:ln>
        </p:spPr>
      </p:sp>
      <p:sp>
        <p:nvSpPr>
          <p:cNvPr id="421" name="Google Shape;421;p46"/>
          <p:cNvSpPr/>
          <p:nvPr>
            <p:ph idx="6" type="pic"/>
          </p:nvPr>
        </p:nvSpPr>
        <p:spPr>
          <a:xfrm>
            <a:off x="5195922" y="1804212"/>
            <a:ext cx="1643700" cy="1535100"/>
          </a:xfrm>
          <a:prstGeom prst="rect">
            <a:avLst/>
          </a:prstGeom>
          <a:noFill/>
          <a:ln>
            <a:noFill/>
          </a:ln>
        </p:spPr>
      </p:sp>
      <p:sp>
        <p:nvSpPr>
          <p:cNvPr id="422" name="Google Shape;422;p46"/>
          <p:cNvSpPr/>
          <p:nvPr>
            <p:ph idx="7" type="pic"/>
          </p:nvPr>
        </p:nvSpPr>
        <p:spPr>
          <a:xfrm>
            <a:off x="7002257" y="1804212"/>
            <a:ext cx="1643700" cy="1535100"/>
          </a:xfrm>
          <a:prstGeom prst="rect">
            <a:avLst/>
          </a:prstGeom>
          <a:noFill/>
          <a:ln>
            <a:noFill/>
          </a:ln>
        </p:spPr>
      </p:sp>
      <p:sp>
        <p:nvSpPr>
          <p:cNvPr id="423" name="Google Shape;423;p46"/>
          <p:cNvSpPr txBox="1"/>
          <p:nvPr>
            <p:ph type="title"/>
          </p:nvPr>
        </p:nvSpPr>
        <p:spPr>
          <a:xfrm>
            <a:off x="351550" y="445025"/>
            <a:ext cx="2596800" cy="1706400"/>
          </a:xfrm>
          <a:prstGeom prst="rect">
            <a:avLst/>
          </a:prstGeom>
        </p:spPr>
        <p:txBody>
          <a:bodyPr anchorCtr="0" anchor="t" bIns="0" lIns="0" spcFirstLastPara="1" rIns="91425" wrap="square" tIns="0">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24" name="Google Shape;424;p46"/>
          <p:cNvSpPr/>
          <p:nvPr>
            <p:ph idx="8" type="pic"/>
          </p:nvPr>
        </p:nvSpPr>
        <p:spPr>
          <a:xfrm>
            <a:off x="3389588" y="3489487"/>
            <a:ext cx="1643700" cy="1535100"/>
          </a:xfrm>
          <a:prstGeom prst="rect">
            <a:avLst/>
          </a:prstGeom>
          <a:noFill/>
          <a:ln>
            <a:noFill/>
          </a:ln>
        </p:spPr>
      </p:sp>
      <p:sp>
        <p:nvSpPr>
          <p:cNvPr id="425" name="Google Shape;425;p46"/>
          <p:cNvSpPr/>
          <p:nvPr>
            <p:ph idx="9" type="pic"/>
          </p:nvPr>
        </p:nvSpPr>
        <p:spPr>
          <a:xfrm>
            <a:off x="5195922" y="3489487"/>
            <a:ext cx="1643700" cy="1535100"/>
          </a:xfrm>
          <a:prstGeom prst="rect">
            <a:avLst/>
          </a:prstGeom>
          <a:noFill/>
          <a:ln>
            <a:noFill/>
          </a:ln>
        </p:spPr>
      </p:sp>
      <p:sp>
        <p:nvSpPr>
          <p:cNvPr id="426" name="Google Shape;426;p46"/>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84700" y="460250"/>
            <a:ext cx="8574600" cy="425100"/>
          </a:xfrm>
          <a:prstGeom prst="rect">
            <a:avLst/>
          </a:prstGeom>
          <a:noFill/>
          <a:ln>
            <a:noFill/>
          </a:ln>
        </p:spPr>
        <p:txBody>
          <a:bodyPr anchorCtr="0" anchor="t" bIns="0" lIns="0" spcFirstLastPara="1" rIns="91425" wrap="square" tIns="0">
            <a:noAutofit/>
          </a:bodyPr>
          <a:lstStyle>
            <a:lvl1pPr lvl="0">
              <a:lnSpc>
                <a:spcPct val="115000"/>
              </a:lnSpc>
              <a:spcBef>
                <a:spcPts val="0"/>
              </a:spcBef>
              <a:spcAft>
                <a:spcPts val="0"/>
              </a:spcAft>
              <a:buClr>
                <a:schemeClr val="dk1"/>
              </a:buClr>
              <a:buSzPts val="3000"/>
              <a:buFont typeface="Quantico"/>
              <a:buNone/>
              <a:defRPr sz="3000">
                <a:solidFill>
                  <a:schemeClr val="dk1"/>
                </a:solidFill>
                <a:latin typeface="Quantico"/>
                <a:ea typeface="Quantico"/>
                <a:cs typeface="Quantico"/>
                <a:sym typeface="Quantico"/>
              </a:defRPr>
            </a:lvl1pPr>
            <a:lvl2pPr lvl="1">
              <a:lnSpc>
                <a:spcPct val="115000"/>
              </a:lnSpc>
              <a:spcBef>
                <a:spcPts val="0"/>
              </a:spcBef>
              <a:spcAft>
                <a:spcPts val="0"/>
              </a:spcAft>
              <a:buClr>
                <a:schemeClr val="dk1"/>
              </a:buClr>
              <a:buSzPts val="3000"/>
              <a:buFont typeface="Arial"/>
              <a:buNone/>
              <a:defRPr sz="3000">
                <a:solidFill>
                  <a:schemeClr val="dk1"/>
                </a:solidFill>
              </a:defRPr>
            </a:lvl2pPr>
            <a:lvl3pPr lvl="2">
              <a:lnSpc>
                <a:spcPct val="115000"/>
              </a:lnSpc>
              <a:spcBef>
                <a:spcPts val="0"/>
              </a:spcBef>
              <a:spcAft>
                <a:spcPts val="0"/>
              </a:spcAft>
              <a:buClr>
                <a:schemeClr val="dk1"/>
              </a:buClr>
              <a:buSzPts val="3000"/>
              <a:buFont typeface="Arial"/>
              <a:buNone/>
              <a:defRPr sz="3000">
                <a:solidFill>
                  <a:schemeClr val="dk1"/>
                </a:solidFill>
              </a:defRPr>
            </a:lvl3pPr>
            <a:lvl4pPr lvl="3">
              <a:lnSpc>
                <a:spcPct val="115000"/>
              </a:lnSpc>
              <a:spcBef>
                <a:spcPts val="0"/>
              </a:spcBef>
              <a:spcAft>
                <a:spcPts val="0"/>
              </a:spcAft>
              <a:buClr>
                <a:schemeClr val="dk1"/>
              </a:buClr>
              <a:buSzPts val="3000"/>
              <a:buFont typeface="Arial"/>
              <a:buNone/>
              <a:defRPr sz="3000">
                <a:solidFill>
                  <a:schemeClr val="dk1"/>
                </a:solidFill>
              </a:defRPr>
            </a:lvl4pPr>
            <a:lvl5pPr lvl="4">
              <a:lnSpc>
                <a:spcPct val="115000"/>
              </a:lnSpc>
              <a:spcBef>
                <a:spcPts val="0"/>
              </a:spcBef>
              <a:spcAft>
                <a:spcPts val="0"/>
              </a:spcAft>
              <a:buClr>
                <a:schemeClr val="dk1"/>
              </a:buClr>
              <a:buSzPts val="3000"/>
              <a:buFont typeface="Arial"/>
              <a:buNone/>
              <a:defRPr sz="3000">
                <a:solidFill>
                  <a:schemeClr val="dk1"/>
                </a:solidFill>
              </a:defRPr>
            </a:lvl5pPr>
            <a:lvl6pPr lvl="5">
              <a:lnSpc>
                <a:spcPct val="115000"/>
              </a:lnSpc>
              <a:spcBef>
                <a:spcPts val="0"/>
              </a:spcBef>
              <a:spcAft>
                <a:spcPts val="0"/>
              </a:spcAft>
              <a:buClr>
                <a:schemeClr val="dk1"/>
              </a:buClr>
              <a:buSzPts val="3000"/>
              <a:buFont typeface="Arial"/>
              <a:buNone/>
              <a:defRPr sz="3000">
                <a:solidFill>
                  <a:schemeClr val="dk1"/>
                </a:solidFill>
              </a:defRPr>
            </a:lvl6pPr>
            <a:lvl7pPr lvl="6">
              <a:lnSpc>
                <a:spcPct val="115000"/>
              </a:lnSpc>
              <a:spcBef>
                <a:spcPts val="0"/>
              </a:spcBef>
              <a:spcAft>
                <a:spcPts val="0"/>
              </a:spcAft>
              <a:buClr>
                <a:schemeClr val="dk1"/>
              </a:buClr>
              <a:buSzPts val="3000"/>
              <a:buFont typeface="Arial"/>
              <a:buNone/>
              <a:defRPr sz="3000">
                <a:solidFill>
                  <a:schemeClr val="dk1"/>
                </a:solidFill>
              </a:defRPr>
            </a:lvl7pPr>
            <a:lvl8pPr lvl="7">
              <a:lnSpc>
                <a:spcPct val="115000"/>
              </a:lnSpc>
              <a:spcBef>
                <a:spcPts val="0"/>
              </a:spcBef>
              <a:spcAft>
                <a:spcPts val="0"/>
              </a:spcAft>
              <a:buClr>
                <a:schemeClr val="dk1"/>
              </a:buClr>
              <a:buSzPts val="3000"/>
              <a:buFont typeface="Arial"/>
              <a:buNone/>
              <a:defRPr sz="3000">
                <a:solidFill>
                  <a:schemeClr val="dk1"/>
                </a:solidFill>
              </a:defRPr>
            </a:lvl8pPr>
            <a:lvl9pPr lvl="8">
              <a:lnSpc>
                <a:spcPct val="115000"/>
              </a:lnSpc>
              <a:spcBef>
                <a:spcPts val="0"/>
              </a:spcBef>
              <a:spcAft>
                <a:spcPts val="0"/>
              </a:spcAft>
              <a:buClr>
                <a:schemeClr val="dk1"/>
              </a:buClr>
              <a:buSzPts val="3000"/>
              <a:buFont typeface="Arial"/>
              <a:buNone/>
              <a:defRPr sz="3000">
                <a:solidFill>
                  <a:schemeClr val="dk1"/>
                </a:solidFill>
              </a:defRPr>
            </a:lvl9pPr>
          </a:lstStyle>
          <a:p/>
        </p:txBody>
      </p:sp>
      <p:sp>
        <p:nvSpPr>
          <p:cNvPr id="7" name="Google Shape;7;p1"/>
          <p:cNvSpPr txBox="1"/>
          <p:nvPr>
            <p:ph idx="1" type="body"/>
          </p:nvPr>
        </p:nvSpPr>
        <p:spPr>
          <a:xfrm>
            <a:off x="284700" y="1299725"/>
            <a:ext cx="6153900" cy="2901300"/>
          </a:xfrm>
          <a:prstGeom prst="rect">
            <a:avLst/>
          </a:prstGeom>
          <a:noFill/>
          <a:ln>
            <a:noFill/>
          </a:ln>
        </p:spPr>
        <p:txBody>
          <a:bodyPr anchorCtr="0" anchor="t" bIns="0" lIns="0" spcFirstLastPara="1" rIns="91425" wrap="square" tIns="0">
            <a:noAutofit/>
          </a:bodyPr>
          <a:lstStyle>
            <a:lvl1pPr indent="-292100" lvl="0" marL="457200">
              <a:lnSpc>
                <a:spcPct val="150000"/>
              </a:lnSpc>
              <a:spcBef>
                <a:spcPts val="0"/>
              </a:spcBef>
              <a:spcAft>
                <a:spcPts val="0"/>
              </a:spcAft>
              <a:buClr>
                <a:schemeClr val="dk2"/>
              </a:buClr>
              <a:buSzPts val="1000"/>
              <a:buFont typeface="Lato"/>
              <a:buChar char="●"/>
              <a:defRPr sz="1000">
                <a:solidFill>
                  <a:schemeClr val="dk2"/>
                </a:solidFill>
                <a:latin typeface="Lato"/>
                <a:ea typeface="Lato"/>
                <a:cs typeface="Lato"/>
                <a:sym typeface="Lato"/>
              </a:defRPr>
            </a:lvl1pPr>
            <a:lvl2pPr indent="-292100" lvl="1" marL="914400">
              <a:lnSpc>
                <a:spcPct val="150000"/>
              </a:lnSpc>
              <a:spcBef>
                <a:spcPts val="1000"/>
              </a:spcBef>
              <a:spcAft>
                <a:spcPts val="0"/>
              </a:spcAft>
              <a:buClr>
                <a:schemeClr val="dk2"/>
              </a:buClr>
              <a:buSzPts val="1000"/>
              <a:buFont typeface="Lato"/>
              <a:buChar char="○"/>
              <a:defRPr sz="1000">
                <a:solidFill>
                  <a:schemeClr val="dk2"/>
                </a:solidFill>
                <a:latin typeface="Lato"/>
                <a:ea typeface="Lato"/>
                <a:cs typeface="Lato"/>
                <a:sym typeface="Lato"/>
              </a:defRPr>
            </a:lvl2pPr>
            <a:lvl3pPr indent="-292100" lvl="2" marL="1371600">
              <a:lnSpc>
                <a:spcPct val="150000"/>
              </a:lnSpc>
              <a:spcBef>
                <a:spcPts val="1000"/>
              </a:spcBef>
              <a:spcAft>
                <a:spcPts val="0"/>
              </a:spcAft>
              <a:buClr>
                <a:schemeClr val="dk2"/>
              </a:buClr>
              <a:buSzPts val="1000"/>
              <a:buFont typeface="Lato"/>
              <a:buChar char="■"/>
              <a:defRPr sz="1000">
                <a:solidFill>
                  <a:schemeClr val="dk2"/>
                </a:solidFill>
                <a:latin typeface="Lato"/>
                <a:ea typeface="Lato"/>
                <a:cs typeface="Lato"/>
                <a:sym typeface="Lato"/>
              </a:defRPr>
            </a:lvl3pPr>
            <a:lvl4pPr indent="-292100" lvl="3" marL="1828800">
              <a:lnSpc>
                <a:spcPct val="150000"/>
              </a:lnSpc>
              <a:spcBef>
                <a:spcPts val="1000"/>
              </a:spcBef>
              <a:spcAft>
                <a:spcPts val="0"/>
              </a:spcAft>
              <a:buClr>
                <a:schemeClr val="dk2"/>
              </a:buClr>
              <a:buSzPts val="1000"/>
              <a:buFont typeface="Lato"/>
              <a:buChar char="●"/>
              <a:defRPr sz="1000">
                <a:solidFill>
                  <a:schemeClr val="dk2"/>
                </a:solidFill>
                <a:latin typeface="Lato"/>
                <a:ea typeface="Lato"/>
                <a:cs typeface="Lato"/>
                <a:sym typeface="Lato"/>
              </a:defRPr>
            </a:lvl4pPr>
            <a:lvl5pPr indent="-292100" lvl="4" marL="2286000">
              <a:lnSpc>
                <a:spcPct val="150000"/>
              </a:lnSpc>
              <a:spcBef>
                <a:spcPts val="1000"/>
              </a:spcBef>
              <a:spcAft>
                <a:spcPts val="0"/>
              </a:spcAft>
              <a:buClr>
                <a:schemeClr val="dk2"/>
              </a:buClr>
              <a:buSzPts val="1000"/>
              <a:buFont typeface="Lato"/>
              <a:buChar char="○"/>
              <a:defRPr sz="1000">
                <a:solidFill>
                  <a:schemeClr val="dk2"/>
                </a:solidFill>
                <a:latin typeface="Lato"/>
                <a:ea typeface="Lato"/>
                <a:cs typeface="Lato"/>
                <a:sym typeface="Lato"/>
              </a:defRPr>
            </a:lvl5pPr>
            <a:lvl6pPr indent="-292100" lvl="5" marL="2743200">
              <a:lnSpc>
                <a:spcPct val="150000"/>
              </a:lnSpc>
              <a:spcBef>
                <a:spcPts val="1000"/>
              </a:spcBef>
              <a:spcAft>
                <a:spcPts val="0"/>
              </a:spcAft>
              <a:buClr>
                <a:schemeClr val="dk2"/>
              </a:buClr>
              <a:buSzPts val="1000"/>
              <a:buFont typeface="Lato"/>
              <a:buChar char="■"/>
              <a:defRPr sz="1000">
                <a:solidFill>
                  <a:schemeClr val="dk2"/>
                </a:solidFill>
                <a:latin typeface="Lato"/>
                <a:ea typeface="Lato"/>
                <a:cs typeface="Lato"/>
                <a:sym typeface="Lato"/>
              </a:defRPr>
            </a:lvl6pPr>
            <a:lvl7pPr indent="-292100" lvl="6" marL="3200400">
              <a:lnSpc>
                <a:spcPct val="150000"/>
              </a:lnSpc>
              <a:spcBef>
                <a:spcPts val="1000"/>
              </a:spcBef>
              <a:spcAft>
                <a:spcPts val="0"/>
              </a:spcAft>
              <a:buClr>
                <a:schemeClr val="dk2"/>
              </a:buClr>
              <a:buSzPts val="1000"/>
              <a:buFont typeface="Lato"/>
              <a:buChar char="●"/>
              <a:defRPr sz="1000">
                <a:solidFill>
                  <a:schemeClr val="dk2"/>
                </a:solidFill>
                <a:latin typeface="Lato"/>
                <a:ea typeface="Lato"/>
                <a:cs typeface="Lato"/>
                <a:sym typeface="Lato"/>
              </a:defRPr>
            </a:lvl7pPr>
            <a:lvl8pPr indent="-292100" lvl="7" marL="3657600">
              <a:lnSpc>
                <a:spcPct val="150000"/>
              </a:lnSpc>
              <a:spcBef>
                <a:spcPts val="1000"/>
              </a:spcBef>
              <a:spcAft>
                <a:spcPts val="0"/>
              </a:spcAft>
              <a:buClr>
                <a:schemeClr val="dk2"/>
              </a:buClr>
              <a:buSzPts val="1000"/>
              <a:buFont typeface="Lato"/>
              <a:buChar char="○"/>
              <a:defRPr sz="1000">
                <a:solidFill>
                  <a:schemeClr val="dk2"/>
                </a:solidFill>
                <a:latin typeface="Lato"/>
                <a:ea typeface="Lato"/>
                <a:cs typeface="Lato"/>
                <a:sym typeface="Lato"/>
              </a:defRPr>
            </a:lvl8pPr>
            <a:lvl9pPr indent="-292100" lvl="8" marL="4114800">
              <a:lnSpc>
                <a:spcPct val="150000"/>
              </a:lnSpc>
              <a:spcBef>
                <a:spcPts val="1000"/>
              </a:spcBef>
              <a:spcAft>
                <a:spcPts val="1000"/>
              </a:spcAft>
              <a:buClr>
                <a:schemeClr val="dk2"/>
              </a:buClr>
              <a:buSzPts val="1000"/>
              <a:buFont typeface="Lato"/>
              <a:buChar char="■"/>
              <a:defRPr sz="1000">
                <a:solidFill>
                  <a:schemeClr val="dk2"/>
                </a:solidFill>
                <a:latin typeface="Lato"/>
                <a:ea typeface="Lato"/>
                <a:cs typeface="Lato"/>
                <a:sym typeface="Lat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99">
          <p15:clr>
            <a:schemeClr val="accent1"/>
          </p15:clr>
        </p15:guide>
        <p15:guide id="2" orient="horz" pos="899">
          <p15:clr>
            <a:schemeClr val="accent1"/>
          </p15:clr>
        </p15:guide>
        <p15:guide id="3" orient="horz" pos="960">
          <p15:clr>
            <a:schemeClr val="accent1"/>
          </p15:clr>
        </p15:guide>
        <p15:guide id="4" orient="horz" pos="1560">
          <p15:clr>
            <a:schemeClr val="accent1"/>
          </p15:clr>
        </p15:guide>
        <p15:guide id="5" orient="horz" pos="1620">
          <p15:clr>
            <a:schemeClr val="accent1"/>
          </p15:clr>
        </p15:guide>
        <p15:guide id="6" orient="horz" pos="2280">
          <p15:clr>
            <a:schemeClr val="accent1"/>
          </p15:clr>
        </p15:guide>
        <p15:guide id="7" orient="horz" pos="2341">
          <p15:clr>
            <a:schemeClr val="accent1"/>
          </p15:clr>
        </p15:guide>
        <p15:guide id="8" pos="299">
          <p15:clr>
            <a:schemeClr val="accent1"/>
          </p15:clr>
        </p15:guide>
        <p15:guide id="9" pos="1559">
          <p15:clr>
            <a:schemeClr val="accent1"/>
          </p15:clr>
        </p15:guide>
        <p15:guide id="10" pos="1618">
          <p15:clr>
            <a:schemeClr val="accent1"/>
          </p15:clr>
        </p15:guide>
        <p15:guide id="11" pos="1981">
          <p15:clr>
            <a:schemeClr val="accent2"/>
          </p15:clr>
        </p15:guide>
        <p15:guide id="12" pos="2039">
          <p15:clr>
            <a:schemeClr val="accent2"/>
          </p15:clr>
        </p15:guide>
        <p15:guide id="13" pos="2880">
          <p15:clr>
            <a:schemeClr val="accent1"/>
          </p15:clr>
        </p15:guide>
        <p15:guide id="14" pos="2939">
          <p15:clr>
            <a:schemeClr val="accent1"/>
          </p15:clr>
        </p15:guide>
        <p15:guide id="15" pos="3719">
          <p15:clr>
            <a:schemeClr val="accent2"/>
          </p15:clr>
        </p15:guide>
        <p15:guide id="16" pos="3779">
          <p15:clr>
            <a:schemeClr val="accent2"/>
          </p15:clr>
        </p15:guide>
        <p15:guide id="17" pos="4140">
          <p15:clr>
            <a:schemeClr val="accent1"/>
          </p15:clr>
        </p15:guide>
        <p15:guide id="18" pos="4199">
          <p15:clr>
            <a:schemeClr val="accent1"/>
          </p15:clr>
        </p15:guide>
        <p15:guide id="19" pos="5459">
          <p15:clr>
            <a:schemeClr val="accent1"/>
          </p15:clr>
        </p15:guide>
        <p15:guide id="20" orient="horz" pos="2941">
          <p15:clr>
            <a:schemeClr val="accent1"/>
          </p15:clr>
        </p15:guide>
        <p15:guide id="21" pos="179">
          <p15:clr>
            <a:srgbClr val="EA4335"/>
          </p15:clr>
        </p15:guide>
        <p15:guide id="22" orient="horz" pos="180">
          <p15:clr>
            <a:srgbClr val="EA4335"/>
          </p15:clr>
        </p15:guide>
        <p15:guide id="23" pos="5581">
          <p15:clr>
            <a:srgbClr val="EA4335"/>
          </p15:clr>
        </p15:guide>
        <p15:guide id="24" orient="horz" pos="3060">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 Id="rId3" Type="http://schemas.openxmlformats.org/officeDocument/2006/relationships/hyperlink" Target="https://github.com/hitheshrai/Semiconductor-challenge"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comments" Target="../comments/commen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comments" Target="../comments/comment2.xml"/><Relationship Id="rId4" Type="http://schemas.openxmlformats.org/officeDocument/2006/relationships/image" Target="../media/image4.png"/><Relationship Id="rId5"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comments" Target="../comments/comment3.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comments" Target="../comments/commen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comments" Target="../comments/commen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image5.png"/><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image7.png"/><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47"/>
          <p:cNvSpPr txBox="1"/>
          <p:nvPr>
            <p:ph idx="1" type="subTitle"/>
          </p:nvPr>
        </p:nvSpPr>
        <p:spPr>
          <a:xfrm>
            <a:off x="958450" y="4011605"/>
            <a:ext cx="4037700" cy="1042800"/>
          </a:xfrm>
          <a:prstGeom prst="rect">
            <a:avLst/>
          </a:prstGeom>
        </p:spPr>
        <p:txBody>
          <a:bodyPr anchorCtr="0" anchor="t" bIns="0" lIns="0" spcFirstLastPara="1" rIns="91425" wrap="square" tIns="0">
            <a:noAutofit/>
          </a:bodyPr>
          <a:lstStyle/>
          <a:p>
            <a:pPr indent="0" lvl="0" marL="0" rtl="0" algn="l">
              <a:lnSpc>
                <a:spcPct val="115000"/>
              </a:lnSpc>
              <a:spcBef>
                <a:spcPts val="0"/>
              </a:spcBef>
              <a:spcAft>
                <a:spcPts val="0"/>
              </a:spcAft>
              <a:buSzPts val="1100"/>
              <a:buNone/>
            </a:pPr>
            <a:r>
              <a:rPr lang="en" sz="1300" u="sng"/>
              <a:t>Members:</a:t>
            </a:r>
            <a:endParaRPr sz="1300" u="sng"/>
          </a:p>
          <a:p>
            <a:pPr indent="0" lvl="0" marL="0" rtl="0" algn="l">
              <a:lnSpc>
                <a:spcPct val="115000"/>
              </a:lnSpc>
              <a:spcBef>
                <a:spcPts val="0"/>
              </a:spcBef>
              <a:spcAft>
                <a:spcPts val="0"/>
              </a:spcAft>
              <a:buSzPts val="1100"/>
              <a:buNone/>
            </a:pPr>
            <a:r>
              <a:rPr lang="en" sz="1300"/>
              <a:t>Hithesh Rai Purushothama </a:t>
            </a:r>
            <a:endParaRPr sz="1300"/>
          </a:p>
          <a:p>
            <a:pPr indent="0" lvl="0" marL="0" rtl="0" algn="l">
              <a:lnSpc>
                <a:spcPct val="115000"/>
              </a:lnSpc>
              <a:spcBef>
                <a:spcPts val="0"/>
              </a:spcBef>
              <a:spcAft>
                <a:spcPts val="0"/>
              </a:spcAft>
              <a:buSzPts val="1100"/>
              <a:buNone/>
            </a:pPr>
            <a:r>
              <a:rPr lang="en" sz="1300"/>
              <a:t>Isaiah Milkey</a:t>
            </a:r>
            <a:endParaRPr sz="1300"/>
          </a:p>
          <a:p>
            <a:pPr indent="0" lvl="0" marL="0" rtl="0" algn="l">
              <a:lnSpc>
                <a:spcPct val="115000"/>
              </a:lnSpc>
              <a:spcBef>
                <a:spcPts val="0"/>
              </a:spcBef>
              <a:spcAft>
                <a:spcPts val="0"/>
              </a:spcAft>
              <a:buSzPts val="1100"/>
              <a:buNone/>
            </a:pPr>
            <a:r>
              <a:rPr lang="en" sz="1300"/>
              <a:t>Zareen Tasnim Rahman</a:t>
            </a:r>
            <a:endParaRPr sz="1300"/>
          </a:p>
          <a:p>
            <a:pPr indent="0" lvl="0" marL="0" rtl="0" algn="l">
              <a:lnSpc>
                <a:spcPct val="115000"/>
              </a:lnSpc>
              <a:spcBef>
                <a:spcPts val="0"/>
              </a:spcBef>
              <a:spcAft>
                <a:spcPts val="0"/>
              </a:spcAft>
              <a:buSzPts val="1100"/>
              <a:buNone/>
            </a:pPr>
            <a:r>
              <a:t/>
            </a:r>
            <a:endParaRPr sz="1300"/>
          </a:p>
        </p:txBody>
      </p:sp>
      <p:sp>
        <p:nvSpPr>
          <p:cNvPr id="432" name="Google Shape;432;p47"/>
          <p:cNvSpPr txBox="1"/>
          <p:nvPr>
            <p:ph type="title"/>
          </p:nvPr>
        </p:nvSpPr>
        <p:spPr>
          <a:xfrm>
            <a:off x="876900" y="874250"/>
            <a:ext cx="4387500" cy="2632500"/>
          </a:xfrm>
          <a:prstGeom prst="rect">
            <a:avLst/>
          </a:prstGeom>
        </p:spPr>
        <p:txBody>
          <a:bodyPr anchorCtr="0" anchor="t" bIns="0" lIns="0" spcFirstLastPara="1" rIns="91425" wrap="square" tIns="0">
            <a:noAutofit/>
          </a:bodyPr>
          <a:lstStyle/>
          <a:p>
            <a:pPr indent="0" lvl="0" marL="0" rtl="0" algn="l">
              <a:lnSpc>
                <a:spcPct val="80000"/>
              </a:lnSpc>
              <a:spcBef>
                <a:spcPts val="0"/>
              </a:spcBef>
              <a:spcAft>
                <a:spcPts val="0"/>
              </a:spcAft>
              <a:buSzPts val="3000"/>
              <a:buNone/>
            </a:pPr>
            <a:r>
              <a:rPr lang="en" sz="6200"/>
              <a:t>Team</a:t>
            </a:r>
            <a:endParaRPr sz="6200"/>
          </a:p>
          <a:p>
            <a:pPr indent="0" lvl="0" marL="0" rtl="0" algn="l">
              <a:lnSpc>
                <a:spcPct val="80000"/>
              </a:lnSpc>
              <a:spcBef>
                <a:spcPts val="0"/>
              </a:spcBef>
              <a:spcAft>
                <a:spcPts val="0"/>
              </a:spcAft>
              <a:buSzPts val="3000"/>
              <a:buNone/>
            </a:pPr>
            <a:r>
              <a:rPr lang="en" sz="6200"/>
              <a:t>Photonator</a:t>
            </a:r>
            <a:endParaRPr sz="6200"/>
          </a:p>
          <a:p>
            <a:pPr indent="0" lvl="0" marL="0" rtl="0" algn="l">
              <a:lnSpc>
                <a:spcPct val="80000"/>
              </a:lnSpc>
              <a:spcBef>
                <a:spcPts val="0"/>
              </a:spcBef>
              <a:spcAft>
                <a:spcPts val="0"/>
              </a:spcAft>
              <a:buSzPts val="3000"/>
              <a:buNone/>
            </a:pPr>
            <a:r>
              <a:rPr lang="en" sz="3300"/>
              <a:t>Problem A</a:t>
            </a:r>
            <a:r>
              <a:rPr lang="en" sz="3300"/>
              <a:t>:</a:t>
            </a:r>
            <a:endParaRPr sz="33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descr="User biography" id="437" name="Google Shape;437;p48"/>
          <p:cNvSpPr txBox="1"/>
          <p:nvPr>
            <p:ph idx="1" type="subTitle"/>
          </p:nvPr>
        </p:nvSpPr>
        <p:spPr>
          <a:xfrm>
            <a:off x="3522822" y="402000"/>
            <a:ext cx="1459500" cy="1251900"/>
          </a:xfrm>
          <a:prstGeom prst="rect">
            <a:avLst/>
          </a:prstGeom>
        </p:spPr>
        <p:txBody>
          <a:bodyPr anchorCtr="0" anchor="t" bIns="0" lIns="0" spcFirstLastPara="1" rIns="91425" wrap="square" tIns="0">
            <a:noAutofit/>
          </a:bodyPr>
          <a:lstStyle/>
          <a:p>
            <a:pPr indent="0" lvl="0" marL="0" rtl="0" algn="l">
              <a:lnSpc>
                <a:spcPct val="100000"/>
              </a:lnSpc>
              <a:spcBef>
                <a:spcPts val="0"/>
              </a:spcBef>
              <a:spcAft>
                <a:spcPts val="0"/>
              </a:spcAft>
              <a:buSzPts val="1400"/>
              <a:buNone/>
            </a:pPr>
            <a:r>
              <a:rPr b="1" lang="en"/>
              <a:t>Objectives</a:t>
            </a:r>
            <a:endParaRPr b="1"/>
          </a:p>
          <a:p>
            <a:pPr indent="0" lvl="0" marL="0" rtl="0" algn="l">
              <a:spcBef>
                <a:spcPts val="0"/>
              </a:spcBef>
              <a:spcAft>
                <a:spcPts val="0"/>
              </a:spcAft>
              <a:buNone/>
            </a:pPr>
            <a:r>
              <a:t/>
            </a:r>
            <a:endParaRPr/>
          </a:p>
        </p:txBody>
      </p:sp>
      <p:sp>
        <p:nvSpPr>
          <p:cNvPr descr="User biography" id="438" name="Google Shape;438;p48"/>
          <p:cNvSpPr txBox="1"/>
          <p:nvPr>
            <p:ph idx="2" type="subTitle"/>
          </p:nvPr>
        </p:nvSpPr>
        <p:spPr>
          <a:xfrm>
            <a:off x="4688950" y="402000"/>
            <a:ext cx="3876300" cy="745500"/>
          </a:xfrm>
          <a:prstGeom prst="rect">
            <a:avLst/>
          </a:prstGeom>
        </p:spPr>
        <p:txBody>
          <a:bodyPr anchorCtr="0" anchor="t" bIns="0" lIns="0" spcFirstLastPara="1" rIns="91425" wrap="square" tIns="0">
            <a:noAutofit/>
          </a:bodyPr>
          <a:lstStyle/>
          <a:p>
            <a:pPr indent="-304800" lvl="0" marL="457200" rtl="0" algn="l">
              <a:spcBef>
                <a:spcPts val="0"/>
              </a:spcBef>
              <a:spcAft>
                <a:spcPts val="0"/>
              </a:spcAft>
              <a:buSzPts val="1200"/>
              <a:buAutoNum type="arabicPeriod"/>
            </a:pPr>
            <a:r>
              <a:rPr lang="en" sz="1200"/>
              <a:t>Enable solution scalability via automation</a:t>
            </a:r>
            <a:endParaRPr sz="1200"/>
          </a:p>
          <a:p>
            <a:pPr indent="-304800" lvl="0" marL="457200" rtl="0" algn="l">
              <a:spcBef>
                <a:spcPts val="0"/>
              </a:spcBef>
              <a:spcAft>
                <a:spcPts val="0"/>
              </a:spcAft>
              <a:buSzPts val="1200"/>
              <a:buAutoNum type="arabicPeriod"/>
            </a:pPr>
            <a:r>
              <a:rPr lang="en" sz="1200"/>
              <a:t>Improve insights into defect categories</a:t>
            </a:r>
            <a:endParaRPr sz="1200"/>
          </a:p>
          <a:p>
            <a:pPr indent="-304800" lvl="0" marL="457200" rtl="0" algn="l">
              <a:spcBef>
                <a:spcPts val="0"/>
              </a:spcBef>
              <a:spcAft>
                <a:spcPts val="0"/>
              </a:spcAft>
              <a:buSzPts val="1200"/>
              <a:buAutoNum type="arabicPeriod"/>
            </a:pPr>
            <a:r>
              <a:rPr lang="en" sz="1200"/>
              <a:t>Improve yields and product quality</a:t>
            </a:r>
            <a:endParaRPr sz="1200"/>
          </a:p>
        </p:txBody>
      </p:sp>
      <p:sp>
        <p:nvSpPr>
          <p:cNvPr descr="User personal data" id="439" name="Google Shape;439;p48"/>
          <p:cNvSpPr txBox="1"/>
          <p:nvPr>
            <p:ph idx="3" type="subTitle"/>
          </p:nvPr>
        </p:nvSpPr>
        <p:spPr>
          <a:xfrm>
            <a:off x="3522822" y="1696338"/>
            <a:ext cx="1459500" cy="1251900"/>
          </a:xfrm>
          <a:prstGeom prst="rect">
            <a:avLst/>
          </a:prstGeom>
        </p:spPr>
        <p:txBody>
          <a:bodyPr anchorCtr="0" anchor="t" bIns="0" lIns="0" spcFirstLastPara="1" rIns="91425" wrap="square" tIns="0">
            <a:noAutofit/>
          </a:bodyPr>
          <a:lstStyle/>
          <a:p>
            <a:pPr indent="0" lvl="0" marL="0" rtl="0" algn="l">
              <a:lnSpc>
                <a:spcPct val="100000"/>
              </a:lnSpc>
              <a:spcBef>
                <a:spcPts val="0"/>
              </a:spcBef>
              <a:spcAft>
                <a:spcPts val="0"/>
              </a:spcAft>
              <a:buSzPts val="1400"/>
              <a:buNone/>
            </a:pPr>
            <a:r>
              <a:rPr b="1" lang="en"/>
              <a:t>Scope</a:t>
            </a:r>
            <a:endParaRPr b="1"/>
          </a:p>
          <a:p>
            <a:pPr indent="0" lvl="0" marL="0" rtl="0" algn="l">
              <a:spcBef>
                <a:spcPts val="0"/>
              </a:spcBef>
              <a:spcAft>
                <a:spcPts val="0"/>
              </a:spcAft>
              <a:buNone/>
            </a:pPr>
            <a:r>
              <a:t/>
            </a:r>
            <a:endParaRPr/>
          </a:p>
        </p:txBody>
      </p:sp>
      <p:sp>
        <p:nvSpPr>
          <p:cNvPr descr="User skills and personality" id="440" name="Google Shape;440;p48"/>
          <p:cNvSpPr txBox="1"/>
          <p:nvPr>
            <p:ph idx="7" type="subTitle"/>
          </p:nvPr>
        </p:nvSpPr>
        <p:spPr>
          <a:xfrm>
            <a:off x="3522847" y="3470325"/>
            <a:ext cx="1206000" cy="454200"/>
          </a:xfrm>
          <a:prstGeom prst="rect">
            <a:avLst/>
          </a:prstGeom>
        </p:spPr>
        <p:txBody>
          <a:bodyPr anchorCtr="0" anchor="t" bIns="0" lIns="0" spcFirstLastPara="1" rIns="91425" wrap="square" tIns="0">
            <a:noAutofit/>
          </a:bodyPr>
          <a:lstStyle/>
          <a:p>
            <a:pPr indent="0" lvl="0" marL="0" rtl="0" algn="l">
              <a:lnSpc>
                <a:spcPct val="115000"/>
              </a:lnSpc>
              <a:spcBef>
                <a:spcPts val="0"/>
              </a:spcBef>
              <a:spcAft>
                <a:spcPts val="0"/>
              </a:spcAft>
              <a:buSzPts val="1400"/>
              <a:buNone/>
            </a:pPr>
            <a:r>
              <a:rPr b="1" lang="en"/>
              <a:t>Deliverables</a:t>
            </a:r>
            <a:endParaRPr b="1"/>
          </a:p>
        </p:txBody>
      </p:sp>
      <p:sp>
        <p:nvSpPr>
          <p:cNvPr id="441" name="Google Shape;441;p48"/>
          <p:cNvSpPr txBox="1"/>
          <p:nvPr>
            <p:ph type="title"/>
          </p:nvPr>
        </p:nvSpPr>
        <p:spPr>
          <a:xfrm>
            <a:off x="0" y="244300"/>
            <a:ext cx="3402000" cy="532500"/>
          </a:xfrm>
          <a:prstGeom prst="rect">
            <a:avLst/>
          </a:prstGeom>
        </p:spPr>
        <p:txBody>
          <a:bodyPr anchorCtr="0" anchor="t" bIns="0" lIns="0" spcFirstLastPara="1" rIns="91425" wrap="square" tIns="0">
            <a:noAutofit/>
          </a:bodyPr>
          <a:lstStyle/>
          <a:p>
            <a:pPr indent="0" lvl="0" marL="0" rtl="0" algn="ctr">
              <a:lnSpc>
                <a:spcPct val="100000"/>
              </a:lnSpc>
              <a:spcBef>
                <a:spcPts val="0"/>
              </a:spcBef>
              <a:spcAft>
                <a:spcPts val="0"/>
              </a:spcAft>
              <a:buSzPts val="3000"/>
              <a:buNone/>
            </a:pPr>
            <a:r>
              <a:rPr lang="en" u="sng"/>
              <a:t>Project Description</a:t>
            </a:r>
            <a:endParaRPr u="sng"/>
          </a:p>
          <a:p>
            <a:pPr indent="0" lvl="0" marL="0" rtl="0" algn="l">
              <a:spcBef>
                <a:spcPts val="0"/>
              </a:spcBef>
              <a:spcAft>
                <a:spcPts val="0"/>
              </a:spcAft>
              <a:buSzPts val="3000"/>
              <a:buNone/>
            </a:pPr>
            <a:r>
              <a:t/>
            </a:r>
            <a:endParaRPr/>
          </a:p>
        </p:txBody>
      </p:sp>
      <p:sp>
        <p:nvSpPr>
          <p:cNvPr id="442" name="Google Shape;442;p48"/>
          <p:cNvSpPr txBox="1"/>
          <p:nvPr>
            <p:ph idx="4294967295" type="title"/>
          </p:nvPr>
        </p:nvSpPr>
        <p:spPr>
          <a:xfrm>
            <a:off x="426450" y="776800"/>
            <a:ext cx="2549100" cy="3765600"/>
          </a:xfrm>
          <a:prstGeom prst="rect">
            <a:avLst/>
          </a:prstGeom>
        </p:spPr>
        <p:txBody>
          <a:bodyPr anchorCtr="0" anchor="ctr" bIns="0" lIns="0" spcFirstLastPara="1" rIns="91425" wrap="square" tIns="0">
            <a:noAutofit/>
          </a:bodyPr>
          <a:lstStyle/>
          <a:p>
            <a:pPr indent="0" lvl="0" marL="0" rtl="0" algn="l">
              <a:spcBef>
                <a:spcPts val="0"/>
              </a:spcBef>
              <a:spcAft>
                <a:spcPts val="0"/>
              </a:spcAft>
              <a:buSzPts val="3100"/>
              <a:buNone/>
            </a:pPr>
            <a:r>
              <a:rPr lang="en" sz="1400"/>
              <a:t>Intel has provided a dataset of labeled defects for intel processors.</a:t>
            </a:r>
            <a:endParaRPr sz="1400"/>
          </a:p>
          <a:p>
            <a:pPr indent="0" lvl="0" marL="0" rtl="0" algn="l">
              <a:spcBef>
                <a:spcPts val="0"/>
              </a:spcBef>
              <a:spcAft>
                <a:spcPts val="0"/>
              </a:spcAft>
              <a:buSzPts val="3100"/>
              <a:buNone/>
            </a:pPr>
            <a:r>
              <a:t/>
            </a:r>
            <a:endParaRPr sz="1400"/>
          </a:p>
          <a:p>
            <a:pPr indent="0" lvl="0" marL="0" rtl="0" algn="l">
              <a:spcBef>
                <a:spcPts val="0"/>
              </a:spcBef>
              <a:spcAft>
                <a:spcPts val="0"/>
              </a:spcAft>
              <a:buSzPts val="3100"/>
              <a:buNone/>
            </a:pPr>
            <a:r>
              <a:rPr lang="en" sz="1400"/>
              <a:t>This challenge requires students to build a model capable of </a:t>
            </a:r>
            <a:r>
              <a:rPr b="1" lang="en" sz="1400"/>
              <a:t>detecting</a:t>
            </a:r>
            <a:r>
              <a:rPr lang="en" sz="1400"/>
              <a:t> and </a:t>
            </a:r>
            <a:r>
              <a:rPr b="1" lang="en" sz="1400"/>
              <a:t>classifying</a:t>
            </a:r>
            <a:r>
              <a:rPr lang="en" sz="1400"/>
              <a:t> defects from </a:t>
            </a:r>
            <a:r>
              <a:rPr b="1" lang="en" sz="1400"/>
              <a:t>limited data</a:t>
            </a:r>
            <a:r>
              <a:rPr lang="en" sz="1400"/>
              <a:t>.</a:t>
            </a:r>
            <a:endParaRPr sz="1400"/>
          </a:p>
          <a:p>
            <a:pPr indent="0" lvl="0" marL="0" rtl="0" algn="l">
              <a:spcBef>
                <a:spcPts val="0"/>
              </a:spcBef>
              <a:spcAft>
                <a:spcPts val="0"/>
              </a:spcAft>
              <a:buSzPts val="3100"/>
              <a:buNone/>
            </a:pPr>
            <a:r>
              <a:t/>
            </a:r>
            <a:endParaRPr sz="1400"/>
          </a:p>
          <a:p>
            <a:pPr indent="0" lvl="0" marL="0" rtl="0" algn="l">
              <a:spcBef>
                <a:spcPts val="0"/>
              </a:spcBef>
              <a:spcAft>
                <a:spcPts val="0"/>
              </a:spcAft>
              <a:buSzPts val="3100"/>
              <a:buNone/>
            </a:pPr>
            <a:r>
              <a:rPr lang="en" sz="1400"/>
              <a:t>The approach should reflect how a human expert </a:t>
            </a:r>
            <a:r>
              <a:rPr b="1" lang="en" sz="1400"/>
              <a:t>rapidly learns and adapts</a:t>
            </a:r>
            <a:r>
              <a:rPr lang="en" sz="1400"/>
              <a:t> from a </a:t>
            </a:r>
            <a:r>
              <a:rPr b="1" lang="en" sz="1400"/>
              <a:t>few samples</a:t>
            </a:r>
            <a:r>
              <a:rPr lang="en" sz="1400"/>
              <a:t>.</a:t>
            </a:r>
            <a:endParaRPr sz="1400"/>
          </a:p>
        </p:txBody>
      </p:sp>
      <p:sp>
        <p:nvSpPr>
          <p:cNvPr descr="User biography" id="443" name="Google Shape;443;p48"/>
          <p:cNvSpPr txBox="1"/>
          <p:nvPr>
            <p:ph idx="2" type="subTitle"/>
          </p:nvPr>
        </p:nvSpPr>
        <p:spPr>
          <a:xfrm>
            <a:off x="4665675" y="1653900"/>
            <a:ext cx="3876300" cy="1127700"/>
          </a:xfrm>
          <a:prstGeom prst="rect">
            <a:avLst/>
          </a:prstGeom>
        </p:spPr>
        <p:txBody>
          <a:bodyPr anchorCtr="0" anchor="t" bIns="0" lIns="0" spcFirstLastPara="1" rIns="91425" wrap="square" tIns="0">
            <a:noAutofit/>
          </a:bodyPr>
          <a:lstStyle/>
          <a:p>
            <a:pPr indent="-304800" lvl="0" marL="457200" rtl="0" algn="l">
              <a:spcBef>
                <a:spcPts val="0"/>
              </a:spcBef>
              <a:spcAft>
                <a:spcPts val="0"/>
              </a:spcAft>
              <a:buSzPts val="1200"/>
              <a:buAutoNum type="arabicPeriod"/>
            </a:pPr>
            <a:r>
              <a:rPr lang="en" sz="1200"/>
              <a:t>Process a gray-scale image approximately 1 second using the hardware recommended as part of the solution.</a:t>
            </a:r>
            <a:endParaRPr sz="1200"/>
          </a:p>
          <a:p>
            <a:pPr indent="-304800" lvl="0" marL="457200" rtl="0" algn="l">
              <a:spcBef>
                <a:spcPts val="0"/>
              </a:spcBef>
              <a:spcAft>
                <a:spcPts val="0"/>
              </a:spcAft>
              <a:buSzPts val="1200"/>
              <a:buAutoNum type="arabicPeriod"/>
            </a:pPr>
            <a:r>
              <a:rPr lang="en" sz="1200"/>
              <a:t>Handle image sizes up to approximately 1500 x 2500 pixels</a:t>
            </a:r>
            <a:endParaRPr sz="1200"/>
          </a:p>
          <a:p>
            <a:pPr indent="-304800" lvl="0" marL="457200" rtl="0" algn="l">
              <a:spcBef>
                <a:spcPts val="0"/>
              </a:spcBef>
              <a:spcAft>
                <a:spcPts val="0"/>
              </a:spcAft>
              <a:buSzPts val="1200"/>
              <a:buAutoNum type="arabicPeriod"/>
            </a:pPr>
            <a:r>
              <a:rPr lang="en" sz="1200"/>
              <a:t>Accurately</a:t>
            </a:r>
            <a:r>
              <a:rPr lang="en" sz="1200"/>
              <a:t> classify images into 8 defect classes, accounting for highly </a:t>
            </a:r>
            <a:r>
              <a:rPr lang="en" sz="1200"/>
              <a:t>imbalanced</a:t>
            </a:r>
            <a:r>
              <a:rPr lang="en" sz="1200"/>
              <a:t> data.</a:t>
            </a:r>
            <a:endParaRPr sz="1200"/>
          </a:p>
        </p:txBody>
      </p:sp>
      <p:sp>
        <p:nvSpPr>
          <p:cNvPr descr="User biography" id="444" name="Google Shape;444;p48"/>
          <p:cNvSpPr txBox="1"/>
          <p:nvPr>
            <p:ph idx="2" type="subTitle"/>
          </p:nvPr>
        </p:nvSpPr>
        <p:spPr>
          <a:xfrm>
            <a:off x="4665675" y="3497100"/>
            <a:ext cx="4275600" cy="1599900"/>
          </a:xfrm>
          <a:prstGeom prst="rect">
            <a:avLst/>
          </a:prstGeom>
        </p:spPr>
        <p:txBody>
          <a:bodyPr anchorCtr="0" anchor="t" bIns="0" lIns="0" spcFirstLastPara="1" rIns="91425" wrap="square" tIns="0">
            <a:noAutofit/>
          </a:bodyPr>
          <a:lstStyle/>
          <a:p>
            <a:pPr indent="-292100" lvl="0" marL="457200" rtl="0" algn="l">
              <a:spcBef>
                <a:spcPts val="0"/>
              </a:spcBef>
              <a:spcAft>
                <a:spcPts val="0"/>
              </a:spcAft>
              <a:buSzPts val="1000"/>
              <a:buAutoNum type="arabicPeriod"/>
            </a:pPr>
            <a:r>
              <a:rPr lang="en"/>
              <a:t>D</a:t>
            </a:r>
            <a:r>
              <a:rPr lang="en"/>
              <a:t>etect and classify defects from gray-scale images.</a:t>
            </a:r>
            <a:endParaRPr/>
          </a:p>
          <a:p>
            <a:pPr indent="-292100" lvl="0" marL="457200" rtl="0" algn="l">
              <a:spcBef>
                <a:spcPts val="0"/>
              </a:spcBef>
              <a:spcAft>
                <a:spcPts val="0"/>
              </a:spcAft>
              <a:buSzPts val="1000"/>
              <a:buAutoNum type="arabicPeriod"/>
            </a:pPr>
            <a:r>
              <a:rPr lang="en"/>
              <a:t>Provide evaluation plots showing detection and classification accuracy versus defect class occurrence, using randomized samples.</a:t>
            </a:r>
            <a:endParaRPr/>
          </a:p>
          <a:p>
            <a:pPr indent="-292100" lvl="0" marL="457200" rtl="0" algn="l">
              <a:spcBef>
                <a:spcPts val="0"/>
              </a:spcBef>
              <a:spcAft>
                <a:spcPts val="0"/>
              </a:spcAft>
              <a:buSzPts val="1000"/>
              <a:buAutoNum type="arabicPeriod"/>
            </a:pPr>
            <a:r>
              <a:rPr lang="en"/>
              <a:t>Achieve  85% overall classification accuracy.</a:t>
            </a:r>
            <a:endParaRPr/>
          </a:p>
          <a:p>
            <a:pPr indent="-292100" lvl="0" marL="457200" rtl="0" algn="l">
              <a:spcBef>
                <a:spcPts val="0"/>
              </a:spcBef>
              <a:spcAft>
                <a:spcPts val="0"/>
              </a:spcAft>
              <a:buSzPts val="1000"/>
              <a:buAutoNum type="arabicPeriod"/>
            </a:pPr>
            <a:r>
              <a:rPr lang="en"/>
              <a:t>Demonstrate how quickly the model learns, evaluated on a randomized sequence of held-out images provided by Intel.</a:t>
            </a:r>
            <a:endParaRPr/>
          </a:p>
          <a:p>
            <a:pPr indent="-292100" lvl="0" marL="457200" rtl="0" algn="l">
              <a:spcBef>
                <a:spcPts val="0"/>
              </a:spcBef>
              <a:spcAft>
                <a:spcPts val="0"/>
              </a:spcAft>
              <a:buSzPts val="1000"/>
              <a:buAutoNum type="arabicPeriod"/>
            </a:pPr>
            <a:r>
              <a:rPr lang="en"/>
              <a:t>Include documentation summarizing the model approach, assumptions, handling of class imbalance, and hardware used.</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49"/>
          <p:cNvSpPr txBox="1"/>
          <p:nvPr>
            <p:ph type="title"/>
          </p:nvPr>
        </p:nvSpPr>
        <p:spPr>
          <a:xfrm>
            <a:off x="586350" y="474675"/>
            <a:ext cx="4695000" cy="626700"/>
          </a:xfrm>
          <a:prstGeom prst="rect">
            <a:avLst/>
          </a:prstGeom>
        </p:spPr>
        <p:txBody>
          <a:bodyPr anchorCtr="0" anchor="t" bIns="0" lIns="0" spcFirstLastPara="1" rIns="91425" wrap="square" tIns="0">
            <a:noAutofit/>
          </a:bodyPr>
          <a:lstStyle/>
          <a:p>
            <a:pPr indent="0" lvl="0" marL="0" rtl="0" algn="l">
              <a:lnSpc>
                <a:spcPct val="80000"/>
              </a:lnSpc>
              <a:spcBef>
                <a:spcPts val="0"/>
              </a:spcBef>
              <a:spcAft>
                <a:spcPts val="0"/>
              </a:spcAft>
              <a:buSzPts val="3000"/>
              <a:buNone/>
            </a:pPr>
            <a:r>
              <a:rPr lang="en" u="sng"/>
              <a:t>Our solution:</a:t>
            </a:r>
            <a:br>
              <a:rPr lang="en" u="sng"/>
            </a:br>
            <a:endParaRPr u="sng"/>
          </a:p>
          <a:p>
            <a:pPr indent="0" lvl="0" marL="0" rtl="0" algn="l">
              <a:lnSpc>
                <a:spcPct val="80000"/>
              </a:lnSpc>
              <a:spcBef>
                <a:spcPts val="0"/>
              </a:spcBef>
              <a:spcAft>
                <a:spcPts val="0"/>
              </a:spcAft>
              <a:buSzPts val="3000"/>
              <a:buNone/>
            </a:pPr>
            <a:r>
              <a:rPr lang="en"/>
              <a:t>2-Stage Classification</a:t>
            </a:r>
            <a:endParaRPr/>
          </a:p>
        </p:txBody>
      </p:sp>
      <p:sp>
        <p:nvSpPr>
          <p:cNvPr id="450" name="Google Shape;450;p49"/>
          <p:cNvSpPr txBox="1"/>
          <p:nvPr>
            <p:ph idx="2" type="title"/>
          </p:nvPr>
        </p:nvSpPr>
        <p:spPr>
          <a:xfrm>
            <a:off x="651000" y="2476500"/>
            <a:ext cx="4917900" cy="1879500"/>
          </a:xfrm>
          <a:prstGeom prst="rect">
            <a:avLst/>
          </a:prstGeom>
          <a:ln cap="flat" cmpd="sng" w="9525">
            <a:solidFill>
              <a:schemeClr val="dk1"/>
            </a:solidFill>
            <a:prstDash val="solid"/>
            <a:round/>
            <a:headEnd len="sm" w="sm" type="none"/>
            <a:tailEnd len="sm" w="sm" type="none"/>
          </a:ln>
        </p:spPr>
        <p:txBody>
          <a:bodyPr anchorCtr="0" anchor="t" bIns="0" lIns="0" spcFirstLastPara="1" rIns="91425" wrap="square" tIns="0">
            <a:noAutofit/>
          </a:bodyPr>
          <a:lstStyle/>
          <a:p>
            <a:pPr indent="0" lvl="0" marL="0" rtl="0" algn="l">
              <a:spcBef>
                <a:spcPts val="1000"/>
              </a:spcBef>
              <a:spcAft>
                <a:spcPts val="0"/>
              </a:spcAft>
              <a:buSzPts val="1600"/>
              <a:buNone/>
            </a:pPr>
            <a:r>
              <a:rPr lang="en"/>
              <a:t>Having </a:t>
            </a:r>
            <a:r>
              <a:rPr lang="en"/>
              <a:t> </a:t>
            </a:r>
            <a:r>
              <a:rPr b="1" lang="en"/>
              <a:t>94.5%</a:t>
            </a:r>
            <a:r>
              <a:rPr lang="en"/>
              <a:t> of samples being ‘good’  is a clear indicator that the model architecture requires distinction between samples with and without defects.</a:t>
            </a:r>
            <a:endParaRPr/>
          </a:p>
          <a:p>
            <a:pPr indent="0" lvl="0" marL="0" rtl="0" algn="l">
              <a:spcBef>
                <a:spcPts val="1000"/>
              </a:spcBef>
              <a:spcAft>
                <a:spcPts val="0"/>
              </a:spcAft>
              <a:buSzPts val="1600"/>
              <a:buNone/>
            </a:pPr>
            <a:r>
              <a:rPr b="1" lang="en"/>
              <a:t>Stage 1</a:t>
            </a:r>
            <a:r>
              <a:rPr lang="en"/>
              <a:t> tries to </a:t>
            </a:r>
            <a:r>
              <a:rPr b="1" lang="en"/>
              <a:t>detect</a:t>
            </a:r>
            <a:r>
              <a:rPr lang="en"/>
              <a:t> a defect</a:t>
            </a:r>
            <a:endParaRPr/>
          </a:p>
          <a:p>
            <a:pPr indent="0" lvl="0" marL="0" rtl="0" algn="l">
              <a:spcBef>
                <a:spcPts val="1000"/>
              </a:spcBef>
              <a:spcAft>
                <a:spcPts val="0"/>
              </a:spcAft>
              <a:buSzPts val="1600"/>
              <a:buNone/>
            </a:pPr>
            <a:r>
              <a:rPr b="1" lang="en"/>
              <a:t>Stage 2</a:t>
            </a:r>
            <a:r>
              <a:rPr lang="en"/>
              <a:t> tries to </a:t>
            </a:r>
            <a:r>
              <a:rPr b="1" lang="en"/>
              <a:t>classify</a:t>
            </a:r>
            <a:r>
              <a:rPr lang="en"/>
              <a:t> the defect</a:t>
            </a:r>
            <a:endParaRPr/>
          </a:p>
          <a:p>
            <a:pPr indent="0" lvl="0" marL="0" rtl="0" algn="l">
              <a:spcBef>
                <a:spcPts val="1000"/>
              </a:spcBef>
              <a:spcAft>
                <a:spcPts val="0"/>
              </a:spcAft>
              <a:buSzPts val="1600"/>
              <a:buNone/>
            </a:pPr>
            <a:r>
              <a:t/>
            </a:r>
            <a:endParaRPr/>
          </a:p>
          <a:p>
            <a:pPr indent="0" lvl="0" marL="0" rtl="0" algn="l">
              <a:spcBef>
                <a:spcPts val="1000"/>
              </a:spcBef>
              <a:spcAft>
                <a:spcPts val="0"/>
              </a:spcAft>
              <a:buSzPts val="1600"/>
              <a:buNone/>
            </a:pPr>
            <a:r>
              <a:rPr b="1" lang="en" u="sng">
                <a:solidFill>
                  <a:schemeClr val="hlink"/>
                </a:solidFill>
                <a:hlinkClick r:id="rId3"/>
              </a:rPr>
              <a:t>Code </a:t>
            </a:r>
            <a:endParaRPr b="1"/>
          </a:p>
          <a:p>
            <a:pPr indent="0" lvl="0" marL="0" rtl="0" algn="l">
              <a:spcBef>
                <a:spcPts val="1000"/>
              </a:spcBef>
              <a:spcAft>
                <a:spcPts val="0"/>
              </a:spcAft>
              <a:buSzPts val="1600"/>
              <a:buNone/>
            </a:pPr>
            <a:r>
              <a:t/>
            </a:r>
            <a:endParaRPr/>
          </a:p>
        </p:txBody>
      </p:sp>
      <p:sp>
        <p:nvSpPr>
          <p:cNvPr id="451" name="Google Shape;451;p49"/>
          <p:cNvSpPr txBox="1"/>
          <p:nvPr/>
        </p:nvSpPr>
        <p:spPr>
          <a:xfrm>
            <a:off x="5768675" y="975425"/>
            <a:ext cx="2661300" cy="150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u="sng">
                <a:solidFill>
                  <a:schemeClr val="dk2"/>
                </a:solidFill>
                <a:latin typeface="Lato"/>
                <a:ea typeface="Lato"/>
                <a:cs typeface="Lato"/>
                <a:sym typeface="Lato"/>
              </a:rPr>
              <a:t>Defect Segmentation:</a:t>
            </a:r>
            <a:endParaRPr sz="1600" u="sng">
              <a:solidFill>
                <a:schemeClr val="dk2"/>
              </a:solidFill>
              <a:latin typeface="Lato"/>
              <a:ea typeface="Lato"/>
              <a:cs typeface="Lato"/>
              <a:sym typeface="Lato"/>
            </a:endParaRPr>
          </a:p>
          <a:p>
            <a:pPr indent="0" lvl="0" marL="0" rtl="0" algn="l">
              <a:spcBef>
                <a:spcPts val="0"/>
              </a:spcBef>
              <a:spcAft>
                <a:spcPts val="0"/>
              </a:spcAft>
              <a:buNone/>
            </a:pPr>
            <a:r>
              <a:rPr lang="en" sz="1600">
                <a:solidFill>
                  <a:schemeClr val="dk2"/>
                </a:solidFill>
                <a:latin typeface="Lato"/>
                <a:ea typeface="Lato"/>
                <a:cs typeface="Lato"/>
                <a:sym typeface="Lato"/>
              </a:rPr>
              <a:t>Creating a model that segments and annotates the defect is useful but too time consuming by hand</a:t>
            </a:r>
            <a:endParaRPr sz="1600">
              <a:solidFill>
                <a:schemeClr val="dk2"/>
              </a:solidFill>
              <a:latin typeface="Lato"/>
              <a:ea typeface="Lato"/>
              <a:cs typeface="Lato"/>
              <a:sym typeface="Lato"/>
            </a:endParaRPr>
          </a:p>
        </p:txBody>
      </p:sp>
      <p:sp>
        <p:nvSpPr>
          <p:cNvPr id="452" name="Google Shape;452;p49"/>
          <p:cNvSpPr txBox="1"/>
          <p:nvPr/>
        </p:nvSpPr>
        <p:spPr>
          <a:xfrm>
            <a:off x="5827725" y="3042900"/>
            <a:ext cx="2602200" cy="14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u="sng">
                <a:solidFill>
                  <a:schemeClr val="dk2"/>
                </a:solidFill>
                <a:latin typeface="Lato"/>
                <a:ea typeface="Lato"/>
                <a:cs typeface="Lato"/>
                <a:sym typeface="Lato"/>
              </a:rPr>
              <a:t>CNN’s:</a:t>
            </a:r>
            <a:endParaRPr sz="1600" u="sng">
              <a:solidFill>
                <a:schemeClr val="dk2"/>
              </a:solidFill>
              <a:latin typeface="Lato"/>
              <a:ea typeface="Lato"/>
              <a:cs typeface="Lato"/>
              <a:sym typeface="Lato"/>
            </a:endParaRPr>
          </a:p>
          <a:p>
            <a:pPr indent="0" lvl="0" marL="0" rtl="0" algn="l">
              <a:spcBef>
                <a:spcPts val="0"/>
              </a:spcBef>
              <a:spcAft>
                <a:spcPts val="0"/>
              </a:spcAft>
              <a:buNone/>
            </a:pPr>
            <a:r>
              <a:rPr lang="en" sz="1600">
                <a:solidFill>
                  <a:schemeClr val="dk2"/>
                </a:solidFill>
                <a:latin typeface="Lato"/>
                <a:ea typeface="Lato"/>
                <a:cs typeface="Lato"/>
                <a:sym typeface="Lato"/>
              </a:rPr>
              <a:t>CNN’s don’t align with rapid learning and needs extensive amounts of training data to not overfit </a:t>
            </a:r>
            <a:endParaRPr sz="1600">
              <a:solidFill>
                <a:schemeClr val="dk2"/>
              </a:solidFill>
              <a:latin typeface="Lato"/>
              <a:ea typeface="Lato"/>
              <a:cs typeface="Lato"/>
              <a:sym typeface="Lato"/>
            </a:endParaRPr>
          </a:p>
        </p:txBody>
      </p:sp>
      <p:sp>
        <p:nvSpPr>
          <p:cNvPr id="453" name="Google Shape;453;p49"/>
          <p:cNvSpPr txBox="1"/>
          <p:nvPr>
            <p:ph type="title"/>
          </p:nvPr>
        </p:nvSpPr>
        <p:spPr>
          <a:xfrm>
            <a:off x="5609275" y="0"/>
            <a:ext cx="2937600" cy="723300"/>
          </a:xfrm>
          <a:prstGeom prst="rect">
            <a:avLst/>
          </a:prstGeom>
        </p:spPr>
        <p:txBody>
          <a:bodyPr anchorCtr="0" anchor="ctr" bIns="0" lIns="0" spcFirstLastPara="1" rIns="91425" wrap="square" tIns="0">
            <a:noAutofit/>
          </a:bodyPr>
          <a:lstStyle/>
          <a:p>
            <a:pPr indent="0" lvl="0" marL="0" rtl="0" algn="ctr">
              <a:lnSpc>
                <a:spcPct val="80000"/>
              </a:lnSpc>
              <a:spcBef>
                <a:spcPts val="0"/>
              </a:spcBef>
              <a:spcAft>
                <a:spcPts val="0"/>
              </a:spcAft>
              <a:buSzPts val="3000"/>
              <a:buNone/>
            </a:pPr>
            <a:r>
              <a:rPr lang="en" sz="2300" u="sng"/>
              <a:t>Why our Approach?</a:t>
            </a:r>
            <a:endParaRPr sz="23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50"/>
          <p:cNvSpPr txBox="1"/>
          <p:nvPr>
            <p:ph type="title"/>
          </p:nvPr>
        </p:nvSpPr>
        <p:spPr>
          <a:xfrm>
            <a:off x="920550" y="904500"/>
            <a:ext cx="4688700" cy="713100"/>
          </a:xfrm>
          <a:prstGeom prst="rect">
            <a:avLst/>
          </a:prstGeom>
        </p:spPr>
        <p:txBody>
          <a:bodyPr anchorCtr="0" anchor="t" bIns="0" lIns="0" spcFirstLastPara="1" rIns="91425" wrap="square" tIns="0">
            <a:noAutofit/>
          </a:bodyPr>
          <a:lstStyle/>
          <a:p>
            <a:pPr indent="0" lvl="0" marL="0" rtl="0" algn="l">
              <a:spcBef>
                <a:spcPts val="0"/>
              </a:spcBef>
              <a:spcAft>
                <a:spcPts val="0"/>
              </a:spcAft>
              <a:buSzPts val="3000"/>
              <a:buNone/>
            </a:pPr>
            <a:r>
              <a:rPr lang="en" u="sng"/>
              <a:t>Model Architecture:</a:t>
            </a:r>
            <a:endParaRPr u="sng"/>
          </a:p>
        </p:txBody>
      </p:sp>
      <p:grpSp>
        <p:nvGrpSpPr>
          <p:cNvPr id="459" name="Google Shape;459;p50"/>
          <p:cNvGrpSpPr/>
          <p:nvPr/>
        </p:nvGrpSpPr>
        <p:grpSpPr>
          <a:xfrm>
            <a:off x="6414975" y="822600"/>
            <a:ext cx="2262000" cy="779400"/>
            <a:chOff x="6414975" y="822600"/>
            <a:chExt cx="2262000" cy="779400"/>
          </a:xfrm>
        </p:grpSpPr>
        <p:sp>
          <p:nvSpPr>
            <p:cNvPr id="460" name="Google Shape;460;p50"/>
            <p:cNvSpPr/>
            <p:nvPr/>
          </p:nvSpPr>
          <p:spPr>
            <a:xfrm>
              <a:off x="6414975" y="822600"/>
              <a:ext cx="2251200" cy="779400"/>
            </a:xfrm>
            <a:prstGeom prst="snip1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latin typeface="Lato"/>
                <a:ea typeface="Lato"/>
                <a:cs typeface="Lato"/>
                <a:sym typeface="Lato"/>
              </a:endParaRPr>
            </a:p>
          </p:txBody>
        </p:sp>
        <p:sp>
          <p:nvSpPr>
            <p:cNvPr id="461" name="Google Shape;461;p50"/>
            <p:cNvSpPr txBox="1"/>
            <p:nvPr/>
          </p:nvSpPr>
          <p:spPr>
            <a:xfrm>
              <a:off x="6414975" y="833450"/>
              <a:ext cx="2262000" cy="690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a:solidFill>
                    <a:schemeClr val="accent6"/>
                  </a:solidFill>
                  <a:latin typeface="Lato"/>
                  <a:ea typeface="Lato"/>
                  <a:cs typeface="Lato"/>
                  <a:sym typeface="Lato"/>
                </a:rPr>
                <a:t>Stage 1: Binary Classifier</a:t>
              </a:r>
              <a:endParaRPr sz="1100">
                <a:solidFill>
                  <a:schemeClr val="accent6"/>
                </a:solidFill>
                <a:latin typeface="Lato"/>
                <a:ea typeface="Lato"/>
                <a:cs typeface="Lato"/>
                <a:sym typeface="Lato"/>
              </a:endParaRPr>
            </a:p>
            <a:p>
              <a:pPr indent="0" lvl="0" marL="0" rtl="0" algn="l">
                <a:spcBef>
                  <a:spcPts val="0"/>
                </a:spcBef>
                <a:spcAft>
                  <a:spcPts val="0"/>
                </a:spcAft>
                <a:buNone/>
              </a:pPr>
              <a:r>
                <a:rPr lang="en" sz="1100">
                  <a:solidFill>
                    <a:schemeClr val="accent6"/>
                  </a:solidFill>
                  <a:latin typeface="Lato"/>
                  <a:ea typeface="Lato"/>
                  <a:cs typeface="Lato"/>
                  <a:sym typeface="Lato"/>
                </a:rPr>
                <a:t>“Is this wafer defective?”</a:t>
              </a:r>
              <a:endParaRPr sz="1100">
                <a:solidFill>
                  <a:schemeClr val="accent6"/>
                </a:solidFill>
                <a:latin typeface="Lato"/>
                <a:ea typeface="Lato"/>
                <a:cs typeface="Lato"/>
                <a:sym typeface="Lato"/>
              </a:endParaRPr>
            </a:p>
            <a:p>
              <a:pPr indent="0" lvl="0" marL="0" rtl="0" algn="l">
                <a:spcBef>
                  <a:spcPts val="0"/>
                </a:spcBef>
                <a:spcAft>
                  <a:spcPts val="0"/>
                </a:spcAft>
                <a:buNone/>
              </a:pPr>
              <a:r>
                <a:t/>
              </a:r>
              <a:endParaRPr sz="1100">
                <a:solidFill>
                  <a:schemeClr val="accent6"/>
                </a:solidFill>
                <a:latin typeface="Lato"/>
                <a:ea typeface="Lato"/>
                <a:cs typeface="Lato"/>
                <a:sym typeface="Lato"/>
              </a:endParaRPr>
            </a:p>
            <a:p>
              <a:pPr indent="0" lvl="0" marL="0" rtl="0" algn="l">
                <a:spcBef>
                  <a:spcPts val="0"/>
                </a:spcBef>
                <a:spcAft>
                  <a:spcPts val="0"/>
                </a:spcAft>
                <a:buNone/>
              </a:pPr>
              <a:r>
                <a:rPr lang="en" sz="1100">
                  <a:solidFill>
                    <a:schemeClr val="accent6"/>
                  </a:solidFill>
                  <a:latin typeface="Lato"/>
                  <a:ea typeface="Lato"/>
                  <a:cs typeface="Lato"/>
                  <a:sym typeface="Lato"/>
                </a:rPr>
                <a:t>Focal Loss + Balanced Sampler</a:t>
              </a:r>
              <a:endParaRPr sz="1100">
                <a:solidFill>
                  <a:schemeClr val="accent6"/>
                </a:solidFill>
                <a:latin typeface="Lato"/>
                <a:ea typeface="Lato"/>
                <a:cs typeface="Lato"/>
                <a:sym typeface="Lato"/>
              </a:endParaRPr>
            </a:p>
          </p:txBody>
        </p:sp>
      </p:grpSp>
      <p:grpSp>
        <p:nvGrpSpPr>
          <p:cNvPr id="462" name="Google Shape;462;p50"/>
          <p:cNvGrpSpPr/>
          <p:nvPr/>
        </p:nvGrpSpPr>
        <p:grpSpPr>
          <a:xfrm>
            <a:off x="6420375" y="3229800"/>
            <a:ext cx="2251200" cy="779400"/>
            <a:chOff x="6414975" y="2086800"/>
            <a:chExt cx="2251200" cy="779400"/>
          </a:xfrm>
        </p:grpSpPr>
        <p:sp>
          <p:nvSpPr>
            <p:cNvPr id="463" name="Google Shape;463;p50"/>
            <p:cNvSpPr/>
            <p:nvPr/>
          </p:nvSpPr>
          <p:spPr>
            <a:xfrm>
              <a:off x="6414975" y="2086800"/>
              <a:ext cx="2251200" cy="779400"/>
            </a:xfrm>
            <a:prstGeom prst="snip1Rect">
              <a:avLst>
                <a:gd fmla="val 16667" name="adj"/>
              </a:avLst>
            </a:prstGeom>
            <a:solidFill>
              <a:schemeClr val="accent1"/>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latin typeface="Lato"/>
                <a:ea typeface="Lato"/>
                <a:cs typeface="Lato"/>
                <a:sym typeface="Lato"/>
              </a:endParaRPr>
            </a:p>
          </p:txBody>
        </p:sp>
        <p:sp>
          <p:nvSpPr>
            <p:cNvPr id="464" name="Google Shape;464;p50"/>
            <p:cNvSpPr txBox="1"/>
            <p:nvPr/>
          </p:nvSpPr>
          <p:spPr>
            <a:xfrm>
              <a:off x="6414975" y="2086800"/>
              <a:ext cx="2251200" cy="779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a:solidFill>
                    <a:schemeClr val="accent6"/>
                  </a:solidFill>
                  <a:latin typeface="Lato"/>
                  <a:ea typeface="Lato"/>
                  <a:cs typeface="Lato"/>
                  <a:sym typeface="Lato"/>
                </a:rPr>
                <a:t>Stage 2: Defect Classifier</a:t>
              </a:r>
              <a:endParaRPr sz="1100">
                <a:solidFill>
                  <a:schemeClr val="accent6"/>
                </a:solidFill>
                <a:latin typeface="Lato"/>
                <a:ea typeface="Lato"/>
                <a:cs typeface="Lato"/>
                <a:sym typeface="Lato"/>
              </a:endParaRPr>
            </a:p>
            <a:p>
              <a:pPr indent="0" lvl="0" marL="0" rtl="0" algn="l">
                <a:spcBef>
                  <a:spcPts val="0"/>
                </a:spcBef>
                <a:spcAft>
                  <a:spcPts val="0"/>
                </a:spcAft>
                <a:buNone/>
              </a:pPr>
              <a:r>
                <a:rPr lang="en" sz="1100">
                  <a:solidFill>
                    <a:schemeClr val="accent6"/>
                  </a:solidFill>
                  <a:latin typeface="Lato"/>
                  <a:ea typeface="Lato"/>
                  <a:cs typeface="Lato"/>
                  <a:sym typeface="Lato"/>
                </a:rPr>
                <a:t>“Which of the 8 defect types?”</a:t>
              </a:r>
              <a:endParaRPr sz="1100">
                <a:solidFill>
                  <a:schemeClr val="accent6"/>
                </a:solidFill>
                <a:latin typeface="Lato"/>
                <a:ea typeface="Lato"/>
                <a:cs typeface="Lato"/>
                <a:sym typeface="Lato"/>
              </a:endParaRPr>
            </a:p>
            <a:p>
              <a:pPr indent="0" lvl="0" marL="0" rtl="0" algn="l">
                <a:spcBef>
                  <a:spcPts val="0"/>
                </a:spcBef>
                <a:spcAft>
                  <a:spcPts val="0"/>
                </a:spcAft>
                <a:buNone/>
              </a:pPr>
              <a:r>
                <a:t/>
              </a:r>
              <a:endParaRPr sz="1100">
                <a:solidFill>
                  <a:schemeClr val="accent6"/>
                </a:solidFill>
                <a:latin typeface="Lato"/>
                <a:ea typeface="Lato"/>
                <a:cs typeface="Lato"/>
                <a:sym typeface="Lato"/>
              </a:endParaRPr>
            </a:p>
            <a:p>
              <a:pPr indent="0" lvl="0" marL="0" rtl="0" algn="l">
                <a:spcBef>
                  <a:spcPts val="0"/>
                </a:spcBef>
                <a:spcAft>
                  <a:spcPts val="0"/>
                </a:spcAft>
                <a:buNone/>
              </a:pPr>
              <a:r>
                <a:rPr lang="en" sz="1100">
                  <a:solidFill>
                    <a:schemeClr val="accent6"/>
                  </a:solidFill>
                  <a:latin typeface="Lato"/>
                  <a:ea typeface="Lato"/>
                  <a:cs typeface="Lato"/>
                  <a:sym typeface="Lato"/>
                </a:rPr>
                <a:t>Cosine similarity to class </a:t>
              </a:r>
              <a:endParaRPr sz="1100">
                <a:solidFill>
                  <a:schemeClr val="accent6"/>
                </a:solidFill>
                <a:latin typeface="Lato"/>
                <a:ea typeface="Lato"/>
                <a:cs typeface="Lato"/>
                <a:sym typeface="Lato"/>
              </a:endParaRPr>
            </a:p>
          </p:txBody>
        </p:sp>
      </p:grpSp>
      <p:sp>
        <p:nvSpPr>
          <p:cNvPr id="465" name="Google Shape;465;p50"/>
          <p:cNvSpPr/>
          <p:nvPr/>
        </p:nvSpPr>
        <p:spPr>
          <a:xfrm>
            <a:off x="5462950" y="2199350"/>
            <a:ext cx="1135800" cy="317400"/>
          </a:xfrm>
          <a:prstGeom prst="snip2DiagRect">
            <a:avLst>
              <a:gd fmla="val 0" name="adj1"/>
              <a:gd fmla="val 16667" name="adj2"/>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latin typeface="Lato"/>
              <a:ea typeface="Lato"/>
              <a:cs typeface="Lato"/>
              <a:sym typeface="Lato"/>
            </a:endParaRPr>
          </a:p>
        </p:txBody>
      </p:sp>
      <p:sp>
        <p:nvSpPr>
          <p:cNvPr id="466" name="Google Shape;466;p50"/>
          <p:cNvSpPr/>
          <p:nvPr/>
        </p:nvSpPr>
        <p:spPr>
          <a:xfrm>
            <a:off x="6978075" y="2199350"/>
            <a:ext cx="1135800" cy="317400"/>
          </a:xfrm>
          <a:prstGeom prst="snip2DiagRect">
            <a:avLst>
              <a:gd fmla="val 0" name="adj1"/>
              <a:gd fmla="val 16667" name="adj2"/>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latin typeface="Lato"/>
              <a:ea typeface="Lato"/>
              <a:cs typeface="Lato"/>
              <a:sym typeface="Lato"/>
            </a:endParaRPr>
          </a:p>
        </p:txBody>
      </p:sp>
      <p:cxnSp>
        <p:nvCxnSpPr>
          <p:cNvPr id="467" name="Google Shape;467;p50"/>
          <p:cNvCxnSpPr>
            <a:stCxn id="460" idx="1"/>
            <a:endCxn id="466" idx="3"/>
          </p:cNvCxnSpPr>
          <p:nvPr/>
        </p:nvCxnSpPr>
        <p:spPr>
          <a:xfrm>
            <a:off x="7540575" y="1602000"/>
            <a:ext cx="5400" cy="597300"/>
          </a:xfrm>
          <a:prstGeom prst="straightConnector1">
            <a:avLst/>
          </a:prstGeom>
          <a:noFill/>
          <a:ln cap="flat" cmpd="sng" w="9525">
            <a:solidFill>
              <a:schemeClr val="dk2"/>
            </a:solidFill>
            <a:prstDash val="solid"/>
            <a:round/>
            <a:headEnd len="med" w="med" type="none"/>
            <a:tailEnd len="med" w="med" type="triangle"/>
          </a:ln>
        </p:spPr>
      </p:cxnSp>
      <p:cxnSp>
        <p:nvCxnSpPr>
          <p:cNvPr id="468" name="Google Shape;468;p50"/>
          <p:cNvCxnSpPr>
            <a:stCxn id="466" idx="1"/>
            <a:endCxn id="464" idx="0"/>
          </p:cNvCxnSpPr>
          <p:nvPr/>
        </p:nvCxnSpPr>
        <p:spPr>
          <a:xfrm>
            <a:off x="7545975" y="2516750"/>
            <a:ext cx="0" cy="713100"/>
          </a:xfrm>
          <a:prstGeom prst="straightConnector1">
            <a:avLst/>
          </a:prstGeom>
          <a:noFill/>
          <a:ln cap="flat" cmpd="sng" w="9525">
            <a:solidFill>
              <a:schemeClr val="dk2"/>
            </a:solidFill>
            <a:prstDash val="solid"/>
            <a:round/>
            <a:headEnd len="med" w="med" type="none"/>
            <a:tailEnd len="med" w="med" type="triangle"/>
          </a:ln>
        </p:spPr>
      </p:cxnSp>
      <p:cxnSp>
        <p:nvCxnSpPr>
          <p:cNvPr id="469" name="Google Shape;469;p50"/>
          <p:cNvCxnSpPr>
            <a:stCxn id="460" idx="1"/>
            <a:endCxn id="465" idx="3"/>
          </p:cNvCxnSpPr>
          <p:nvPr/>
        </p:nvCxnSpPr>
        <p:spPr>
          <a:xfrm rot="5400000">
            <a:off x="6487125" y="1145850"/>
            <a:ext cx="597300" cy="1509600"/>
          </a:xfrm>
          <a:prstGeom prst="bentConnector3">
            <a:avLst>
              <a:gd fmla="val 50004" name="adj1"/>
            </a:avLst>
          </a:prstGeom>
          <a:noFill/>
          <a:ln cap="flat" cmpd="sng" w="9525">
            <a:solidFill>
              <a:schemeClr val="dk2"/>
            </a:solidFill>
            <a:prstDash val="solid"/>
            <a:round/>
            <a:headEnd len="med" w="med" type="none"/>
            <a:tailEnd len="med" w="med" type="triangle"/>
          </a:ln>
        </p:spPr>
      </p:cxnSp>
      <p:sp>
        <p:nvSpPr>
          <p:cNvPr id="470" name="Google Shape;470;p50"/>
          <p:cNvSpPr txBox="1"/>
          <p:nvPr/>
        </p:nvSpPr>
        <p:spPr>
          <a:xfrm>
            <a:off x="6935475" y="2199350"/>
            <a:ext cx="1221000" cy="31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accent6"/>
                </a:solidFill>
                <a:latin typeface="Lato"/>
                <a:ea typeface="Lato"/>
                <a:cs typeface="Lato"/>
                <a:sym typeface="Lato"/>
              </a:rPr>
              <a:t>defect_prob ≧ .65</a:t>
            </a:r>
            <a:endParaRPr sz="1000">
              <a:solidFill>
                <a:schemeClr val="accent6"/>
              </a:solidFill>
              <a:latin typeface="Lato"/>
              <a:ea typeface="Lato"/>
              <a:cs typeface="Lato"/>
              <a:sym typeface="Lato"/>
            </a:endParaRPr>
          </a:p>
        </p:txBody>
      </p:sp>
      <p:sp>
        <p:nvSpPr>
          <p:cNvPr id="471" name="Google Shape;471;p50"/>
          <p:cNvSpPr txBox="1"/>
          <p:nvPr/>
        </p:nvSpPr>
        <p:spPr>
          <a:xfrm>
            <a:off x="5420350" y="2199350"/>
            <a:ext cx="1221000" cy="31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accent6"/>
                </a:solidFill>
                <a:latin typeface="Lato"/>
                <a:ea typeface="Lato"/>
                <a:cs typeface="Lato"/>
                <a:sym typeface="Lato"/>
              </a:rPr>
              <a:t>defect_prob &lt; .65</a:t>
            </a:r>
            <a:endParaRPr sz="1000">
              <a:solidFill>
                <a:schemeClr val="accent6"/>
              </a:solidFill>
              <a:latin typeface="Lato"/>
              <a:ea typeface="Lato"/>
              <a:cs typeface="Lato"/>
              <a:sym typeface="Lato"/>
            </a:endParaRPr>
          </a:p>
        </p:txBody>
      </p:sp>
      <p:grpSp>
        <p:nvGrpSpPr>
          <p:cNvPr id="472" name="Google Shape;472;p50"/>
          <p:cNvGrpSpPr/>
          <p:nvPr/>
        </p:nvGrpSpPr>
        <p:grpSpPr>
          <a:xfrm>
            <a:off x="5462950" y="2745025"/>
            <a:ext cx="1135800" cy="256500"/>
            <a:chOff x="5462950" y="2745025"/>
            <a:chExt cx="1135800" cy="256500"/>
          </a:xfrm>
        </p:grpSpPr>
        <p:sp>
          <p:nvSpPr>
            <p:cNvPr id="473" name="Google Shape;473;p50"/>
            <p:cNvSpPr/>
            <p:nvPr/>
          </p:nvSpPr>
          <p:spPr>
            <a:xfrm>
              <a:off x="5462950" y="2745025"/>
              <a:ext cx="1135800" cy="256500"/>
            </a:xfrm>
            <a:prstGeom prst="roundRect">
              <a:avLst>
                <a:gd fmla="val 16667" name="adj"/>
              </a:avLst>
            </a:prstGeom>
            <a:solidFill>
              <a:schemeClr val="accen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latin typeface="Lato"/>
                <a:ea typeface="Lato"/>
                <a:cs typeface="Lato"/>
                <a:sym typeface="Lato"/>
              </a:endParaRPr>
            </a:p>
          </p:txBody>
        </p:sp>
        <p:sp>
          <p:nvSpPr>
            <p:cNvPr id="474" name="Google Shape;474;p50"/>
            <p:cNvSpPr txBox="1"/>
            <p:nvPr/>
          </p:nvSpPr>
          <p:spPr>
            <a:xfrm>
              <a:off x="5502400" y="2760183"/>
              <a:ext cx="1056900" cy="226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accent6"/>
                  </a:solidFill>
                  <a:latin typeface="Lato"/>
                  <a:ea typeface="Lato"/>
                  <a:cs typeface="Lato"/>
                  <a:sym typeface="Lato"/>
                </a:rPr>
                <a:t>predict ‘good’</a:t>
              </a:r>
              <a:endParaRPr sz="1000">
                <a:solidFill>
                  <a:schemeClr val="accent6"/>
                </a:solidFill>
                <a:latin typeface="Lato"/>
                <a:ea typeface="Lato"/>
                <a:cs typeface="Lato"/>
                <a:sym typeface="Lato"/>
              </a:endParaRPr>
            </a:p>
          </p:txBody>
        </p:sp>
      </p:grpSp>
      <p:cxnSp>
        <p:nvCxnSpPr>
          <p:cNvPr id="475" name="Google Shape;475;p50"/>
          <p:cNvCxnSpPr>
            <a:stCxn id="471" idx="2"/>
            <a:endCxn id="473" idx="0"/>
          </p:cNvCxnSpPr>
          <p:nvPr/>
        </p:nvCxnSpPr>
        <p:spPr>
          <a:xfrm>
            <a:off x="6030850" y="2516750"/>
            <a:ext cx="0" cy="228300"/>
          </a:xfrm>
          <a:prstGeom prst="straightConnector1">
            <a:avLst/>
          </a:prstGeom>
          <a:noFill/>
          <a:ln cap="flat" cmpd="sng" w="9525">
            <a:solidFill>
              <a:schemeClr val="dk2"/>
            </a:solidFill>
            <a:prstDash val="solid"/>
            <a:round/>
            <a:headEnd len="med" w="med" type="none"/>
            <a:tailEnd len="med" w="med" type="triangle"/>
          </a:ln>
        </p:spPr>
      </p:cxnSp>
      <p:sp>
        <p:nvSpPr>
          <p:cNvPr id="476" name="Google Shape;476;p50"/>
          <p:cNvSpPr txBox="1"/>
          <p:nvPr>
            <p:ph idx="2" type="title"/>
          </p:nvPr>
        </p:nvSpPr>
        <p:spPr>
          <a:xfrm>
            <a:off x="876400" y="1602000"/>
            <a:ext cx="4536900" cy="779400"/>
          </a:xfrm>
          <a:prstGeom prst="rect">
            <a:avLst/>
          </a:prstGeom>
        </p:spPr>
        <p:txBody>
          <a:bodyPr anchorCtr="0" anchor="t" bIns="0" lIns="0" spcFirstLastPara="1" rIns="91425" wrap="square" tIns="0">
            <a:noAutofit/>
          </a:bodyPr>
          <a:lstStyle/>
          <a:p>
            <a:pPr indent="0" lvl="0" marL="0" rtl="0" algn="l">
              <a:spcBef>
                <a:spcPts val="0"/>
              </a:spcBef>
              <a:spcAft>
                <a:spcPts val="0"/>
              </a:spcAft>
              <a:buSzPts val="1440"/>
              <a:buNone/>
            </a:pPr>
            <a:r>
              <a:rPr lang="en" sz="1140"/>
              <a:t>Stage 1 and 2 are both using a </a:t>
            </a:r>
            <a:r>
              <a:rPr b="1" lang="en" sz="1140"/>
              <a:t>DINOv2 backbone</a:t>
            </a:r>
            <a:r>
              <a:rPr lang="en" sz="1140"/>
              <a:t> that converts every image into a 256-d embedding. </a:t>
            </a:r>
            <a:endParaRPr sz="1140"/>
          </a:p>
          <a:p>
            <a:pPr indent="0" lvl="0" marL="0" rtl="0" algn="l">
              <a:spcBef>
                <a:spcPts val="0"/>
              </a:spcBef>
              <a:spcAft>
                <a:spcPts val="0"/>
              </a:spcAft>
              <a:buSzPts val="1440"/>
              <a:buNone/>
            </a:pPr>
            <a:r>
              <a:rPr lang="en" sz="1140"/>
              <a:t>Then this embeddings gets passed into </a:t>
            </a:r>
            <a:r>
              <a:rPr b="1" lang="en" sz="1140"/>
              <a:t>S</a:t>
            </a:r>
            <a:r>
              <a:rPr b="1" lang="en" sz="1140"/>
              <a:t>tage 1 (binary classifier)</a:t>
            </a:r>
            <a:r>
              <a:rPr lang="en" sz="1140"/>
              <a:t>, and possibly </a:t>
            </a:r>
            <a:r>
              <a:rPr b="1" lang="en" sz="1140"/>
              <a:t>Stage 2 (cosine similarity to closest defect class embedding)</a:t>
            </a:r>
            <a:r>
              <a:rPr lang="en" sz="1140"/>
              <a:t> .</a:t>
            </a:r>
            <a:endParaRPr sz="1140"/>
          </a:p>
          <a:p>
            <a:pPr indent="0" lvl="0" marL="0" rtl="0" algn="l">
              <a:spcBef>
                <a:spcPts val="0"/>
              </a:spcBef>
              <a:spcAft>
                <a:spcPts val="0"/>
              </a:spcAft>
              <a:buSzPts val="1440"/>
              <a:buNone/>
            </a:pPr>
            <a:r>
              <a:t/>
            </a:r>
            <a:endParaRPr sz="1140"/>
          </a:p>
        </p:txBody>
      </p:sp>
      <p:grpSp>
        <p:nvGrpSpPr>
          <p:cNvPr id="477" name="Google Shape;477;p50"/>
          <p:cNvGrpSpPr/>
          <p:nvPr/>
        </p:nvGrpSpPr>
        <p:grpSpPr>
          <a:xfrm>
            <a:off x="6975375" y="4328975"/>
            <a:ext cx="1135800" cy="256500"/>
            <a:chOff x="5462950" y="2745025"/>
            <a:chExt cx="1135800" cy="256500"/>
          </a:xfrm>
        </p:grpSpPr>
        <p:sp>
          <p:nvSpPr>
            <p:cNvPr id="478" name="Google Shape;478;p50"/>
            <p:cNvSpPr/>
            <p:nvPr/>
          </p:nvSpPr>
          <p:spPr>
            <a:xfrm>
              <a:off x="5462950" y="2745025"/>
              <a:ext cx="1135800" cy="256500"/>
            </a:xfrm>
            <a:prstGeom prst="roundRect">
              <a:avLst>
                <a:gd fmla="val 16667" name="adj"/>
              </a:avLst>
            </a:prstGeom>
            <a:solidFill>
              <a:schemeClr val="accen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latin typeface="Lato"/>
                <a:ea typeface="Lato"/>
                <a:cs typeface="Lato"/>
                <a:sym typeface="Lato"/>
              </a:endParaRPr>
            </a:p>
          </p:txBody>
        </p:sp>
        <p:sp>
          <p:nvSpPr>
            <p:cNvPr id="479" name="Google Shape;479;p50"/>
            <p:cNvSpPr txBox="1"/>
            <p:nvPr/>
          </p:nvSpPr>
          <p:spPr>
            <a:xfrm>
              <a:off x="5502400" y="2760183"/>
              <a:ext cx="1056900" cy="226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accent6"/>
                  </a:solidFill>
                  <a:latin typeface="Lato"/>
                  <a:ea typeface="Lato"/>
                  <a:cs typeface="Lato"/>
                  <a:sym typeface="Lato"/>
                </a:rPr>
                <a:t>defect {...}</a:t>
              </a:r>
              <a:endParaRPr sz="1000">
                <a:solidFill>
                  <a:schemeClr val="accent6"/>
                </a:solidFill>
                <a:latin typeface="Lato"/>
                <a:ea typeface="Lato"/>
                <a:cs typeface="Lato"/>
                <a:sym typeface="Lato"/>
              </a:endParaRPr>
            </a:p>
          </p:txBody>
        </p:sp>
      </p:grpSp>
      <p:cxnSp>
        <p:nvCxnSpPr>
          <p:cNvPr id="480" name="Google Shape;480;p50"/>
          <p:cNvCxnSpPr>
            <a:stCxn id="464" idx="2"/>
            <a:endCxn id="479" idx="0"/>
          </p:cNvCxnSpPr>
          <p:nvPr/>
        </p:nvCxnSpPr>
        <p:spPr>
          <a:xfrm flipH="1">
            <a:off x="7543275" y="4009200"/>
            <a:ext cx="2700" cy="334800"/>
          </a:xfrm>
          <a:prstGeom prst="straightConnector1">
            <a:avLst/>
          </a:prstGeom>
          <a:noFill/>
          <a:ln cap="flat" cmpd="sng" w="9525">
            <a:solidFill>
              <a:schemeClr val="dk2"/>
            </a:solidFill>
            <a:prstDash val="solid"/>
            <a:round/>
            <a:headEnd len="med" w="med" type="none"/>
            <a:tailEnd len="med" w="med" type="triangle"/>
          </a:ln>
        </p:spPr>
      </p:cxnSp>
      <p:sp>
        <p:nvSpPr>
          <p:cNvPr id="481" name="Google Shape;481;p50"/>
          <p:cNvSpPr/>
          <p:nvPr/>
        </p:nvSpPr>
        <p:spPr>
          <a:xfrm>
            <a:off x="738800" y="2485346"/>
            <a:ext cx="4349400" cy="1771500"/>
          </a:xfrm>
          <a:prstGeom prst="snip1Rect">
            <a:avLst>
              <a:gd fmla="val 17658" name="adj"/>
            </a:avLst>
          </a:prstGeom>
          <a:solidFill>
            <a:schemeClr val="lt2"/>
          </a:solidFill>
          <a:ln cap="flat" cmpd="sng" w="10650">
            <a:solidFill>
              <a:schemeClr val="dk2"/>
            </a:solidFill>
            <a:prstDash val="solid"/>
            <a:round/>
            <a:headEnd len="sm" w="sm" type="none"/>
            <a:tailEnd len="sm" w="sm" type="none"/>
          </a:ln>
        </p:spPr>
        <p:txBody>
          <a:bodyPr anchorCtr="0" anchor="ctr" bIns="102200" lIns="102200" spcFirstLastPara="1" rIns="102200" wrap="square" tIns="102200">
            <a:noAutofit/>
          </a:bodyPr>
          <a:lstStyle/>
          <a:p>
            <a:pPr indent="0" lvl="0" marL="0" rtl="0" algn="ctr">
              <a:spcBef>
                <a:spcPts val="0"/>
              </a:spcBef>
              <a:spcAft>
                <a:spcPts val="0"/>
              </a:spcAft>
              <a:buNone/>
            </a:pPr>
            <a:r>
              <a:t/>
            </a:r>
            <a:endParaRPr sz="1564">
              <a:solidFill>
                <a:srgbClr val="FFFFFF"/>
              </a:solidFill>
              <a:latin typeface="Lato"/>
              <a:ea typeface="Lato"/>
              <a:cs typeface="Lato"/>
              <a:sym typeface="Lato"/>
            </a:endParaRPr>
          </a:p>
        </p:txBody>
      </p:sp>
      <p:sp>
        <p:nvSpPr>
          <p:cNvPr id="482" name="Google Shape;482;p50"/>
          <p:cNvSpPr txBox="1"/>
          <p:nvPr/>
        </p:nvSpPr>
        <p:spPr>
          <a:xfrm>
            <a:off x="706228" y="2539466"/>
            <a:ext cx="4536900" cy="1771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chemeClr val="accent6"/>
                </a:solidFill>
                <a:latin typeface="Lato"/>
                <a:ea typeface="Lato"/>
                <a:cs typeface="Lato"/>
                <a:sym typeface="Lato"/>
              </a:rPr>
              <a:t>Input (224×224 RGB)</a:t>
            </a:r>
            <a:endParaRPr sz="1100">
              <a:solidFill>
                <a:schemeClr val="accent6"/>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rPr lang="en" sz="1100">
                <a:solidFill>
                  <a:schemeClr val="accent6"/>
                </a:solidFill>
                <a:latin typeface="Lato"/>
                <a:ea typeface="Lato"/>
                <a:cs typeface="Lato"/>
                <a:sym typeface="Lato"/>
              </a:rPr>
              <a:t>    → DINOv2 ViT-Small/14  [frozen, pretrained on 142M images]</a:t>
            </a:r>
            <a:endParaRPr sz="1100">
              <a:solidFill>
                <a:schemeClr val="accent6"/>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rPr lang="en" sz="1100">
                <a:solidFill>
                  <a:schemeClr val="accent6"/>
                </a:solidFill>
                <a:latin typeface="Lato"/>
                <a:ea typeface="Lato"/>
                <a:cs typeface="Lato"/>
                <a:sym typeface="Lato"/>
              </a:rPr>
              <a:t>    → Classification token (384-d)</a:t>
            </a:r>
            <a:endParaRPr sz="1100">
              <a:solidFill>
                <a:schemeClr val="accent6"/>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rPr lang="en" sz="1100">
                <a:solidFill>
                  <a:schemeClr val="accent6"/>
                </a:solidFill>
                <a:latin typeface="Lato"/>
                <a:ea typeface="Lato"/>
                <a:cs typeface="Lato"/>
                <a:sym typeface="Lato"/>
              </a:rPr>
              <a:t>    → FullyConct.(384→256) → BatchNorm → ReLU → Dropout(0.35)</a:t>
            </a:r>
            <a:endParaRPr sz="1100">
              <a:solidFill>
                <a:schemeClr val="accent6"/>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rPr lang="en" sz="1100">
                <a:solidFill>
                  <a:schemeClr val="accent6"/>
                </a:solidFill>
                <a:latin typeface="Lato"/>
                <a:ea typeface="Lato"/>
                <a:cs typeface="Lato"/>
                <a:sym typeface="Lato"/>
              </a:rPr>
              <a:t>    → FullyConct.(256→256) → BatchNorm → L2-Norm</a:t>
            </a:r>
            <a:endParaRPr sz="1100">
              <a:solidFill>
                <a:schemeClr val="accent6"/>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rPr lang="en" sz="1100">
                <a:solidFill>
                  <a:schemeClr val="accent6"/>
                </a:solidFill>
                <a:latin typeface="Lato"/>
                <a:ea typeface="Lato"/>
                <a:cs typeface="Lato"/>
                <a:sym typeface="Lato"/>
              </a:rPr>
              <a:t>    → 256-d unit-sphere embedding</a:t>
            </a:r>
            <a:endParaRPr sz="1100">
              <a:solidFill>
                <a:schemeClr val="accent6"/>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rPr lang="en" sz="1100">
                <a:solidFill>
                  <a:schemeClr val="accent6"/>
                </a:solidFill>
                <a:latin typeface="Lato"/>
                <a:ea typeface="Lato"/>
                <a:cs typeface="Lato"/>
                <a:sym typeface="Lato"/>
              </a:rPr>
              <a:t>         ├── Stage 1: Binary classifier     (good / defect?)</a:t>
            </a:r>
            <a:endParaRPr sz="1100">
              <a:solidFill>
                <a:schemeClr val="accent6"/>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rPr lang="en" sz="1100">
                <a:solidFill>
                  <a:schemeClr val="accent6"/>
                </a:solidFill>
                <a:latin typeface="Lato"/>
                <a:ea typeface="Lato"/>
                <a:cs typeface="Lato"/>
                <a:sym typeface="Lato"/>
              </a:rPr>
              <a:t>         └── Stage 2: Cosine similarity to class prototypes  (which defect?)</a:t>
            </a:r>
            <a:endParaRPr sz="1100">
              <a:solidFill>
                <a:schemeClr val="accent6"/>
              </a:solidFill>
              <a:latin typeface="Lato"/>
              <a:ea typeface="Lato"/>
              <a:cs typeface="Lato"/>
              <a:sym typeface="Lato"/>
            </a:endParaRPr>
          </a:p>
          <a:p>
            <a:pPr indent="0" lvl="0" marL="0" rtl="0" algn="l">
              <a:spcBef>
                <a:spcPts val="0"/>
              </a:spcBef>
              <a:spcAft>
                <a:spcPts val="0"/>
              </a:spcAft>
              <a:buNone/>
            </a:pPr>
            <a:r>
              <a:t/>
            </a:r>
            <a:endParaRPr sz="1100">
              <a:solidFill>
                <a:schemeClr val="accent6"/>
              </a:solidFill>
              <a:latin typeface="Lato"/>
              <a:ea typeface="Lato"/>
              <a:cs typeface="Lato"/>
              <a:sym typeface="Lato"/>
            </a:endParaRPr>
          </a:p>
        </p:txBody>
      </p:sp>
      <p:sp>
        <p:nvSpPr>
          <p:cNvPr id="483" name="Google Shape;483;p50"/>
          <p:cNvSpPr txBox="1"/>
          <p:nvPr>
            <p:ph idx="2" type="title"/>
          </p:nvPr>
        </p:nvSpPr>
        <p:spPr>
          <a:xfrm>
            <a:off x="876400" y="4373950"/>
            <a:ext cx="4536900" cy="633000"/>
          </a:xfrm>
          <a:prstGeom prst="rect">
            <a:avLst/>
          </a:prstGeom>
        </p:spPr>
        <p:txBody>
          <a:bodyPr anchorCtr="0" anchor="t" bIns="0" lIns="0" spcFirstLastPara="1" rIns="91425" wrap="square" tIns="0">
            <a:noAutofit/>
          </a:bodyPr>
          <a:lstStyle/>
          <a:p>
            <a:pPr indent="0" lvl="0" marL="0" rtl="0" algn="l">
              <a:spcBef>
                <a:spcPts val="0"/>
              </a:spcBef>
              <a:spcAft>
                <a:spcPts val="0"/>
              </a:spcAft>
              <a:buSzPts val="1440"/>
              <a:buNone/>
            </a:pPr>
            <a:r>
              <a:rPr lang="en" sz="1140"/>
              <a:t>Overfitting is not a concern because the DINOv2 is completely frozen, meaning only the small embedding heads are trained. We then implement generalization techniques for these heads to further ensure the model is learning patterns.</a:t>
            </a:r>
            <a:endParaRPr sz="114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51"/>
          <p:cNvSpPr/>
          <p:nvPr/>
        </p:nvSpPr>
        <p:spPr>
          <a:xfrm>
            <a:off x="1637450" y="0"/>
            <a:ext cx="7506600" cy="633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latin typeface="Lato"/>
              <a:ea typeface="Lato"/>
              <a:cs typeface="Lato"/>
              <a:sym typeface="Lato"/>
            </a:endParaRPr>
          </a:p>
        </p:txBody>
      </p:sp>
      <p:sp>
        <p:nvSpPr>
          <p:cNvPr id="489" name="Google Shape;489;p51"/>
          <p:cNvSpPr/>
          <p:nvPr/>
        </p:nvSpPr>
        <p:spPr>
          <a:xfrm>
            <a:off x="1945550" y="1524003"/>
            <a:ext cx="7198027" cy="3628769"/>
          </a:xfrm>
          <a:custGeom>
            <a:rect b="b" l="l" r="r" t="t"/>
            <a:pathLst>
              <a:path extrusionOk="0" h="206444" w="335768">
                <a:moveTo>
                  <a:pt x="31959" y="0"/>
                </a:moveTo>
                <a:lnTo>
                  <a:pt x="0" y="31565"/>
                </a:lnTo>
                <a:lnTo>
                  <a:pt x="0" y="206444"/>
                </a:lnTo>
                <a:lnTo>
                  <a:pt x="335768" y="206444"/>
                </a:lnTo>
                <a:lnTo>
                  <a:pt x="335768" y="292"/>
                </a:lnTo>
                <a:close/>
              </a:path>
            </a:pathLst>
          </a:custGeom>
          <a:solidFill>
            <a:schemeClr val="lt1"/>
          </a:solidFill>
          <a:ln cap="flat" cmpd="sng" w="9525">
            <a:solidFill>
              <a:schemeClr val="accent2"/>
            </a:solidFill>
            <a:prstDash val="solid"/>
            <a:round/>
            <a:headEnd len="sm" w="sm" type="none"/>
            <a:tailEnd len="sm" w="sm" type="none"/>
          </a:ln>
        </p:spPr>
      </p:sp>
      <p:sp>
        <p:nvSpPr>
          <p:cNvPr id="490" name="Google Shape;490;p51"/>
          <p:cNvSpPr/>
          <p:nvPr/>
        </p:nvSpPr>
        <p:spPr>
          <a:xfrm>
            <a:off x="3745300" y="1530100"/>
            <a:ext cx="5398641" cy="3642776"/>
          </a:xfrm>
          <a:custGeom>
            <a:rect b="b" l="l" r="r" t="t"/>
            <a:pathLst>
              <a:path extrusionOk="0" h="195140" w="263509">
                <a:moveTo>
                  <a:pt x="32919" y="0"/>
                </a:moveTo>
                <a:lnTo>
                  <a:pt x="0" y="32096"/>
                </a:lnTo>
                <a:lnTo>
                  <a:pt x="60" y="194886"/>
                </a:lnTo>
                <a:lnTo>
                  <a:pt x="263509" y="195140"/>
                </a:lnTo>
                <a:lnTo>
                  <a:pt x="263347" y="0"/>
                </a:lnTo>
                <a:close/>
              </a:path>
            </a:pathLst>
          </a:custGeom>
          <a:solidFill>
            <a:schemeClr val="dk2"/>
          </a:solidFill>
          <a:ln cap="flat" cmpd="sng" w="9525">
            <a:solidFill>
              <a:schemeClr val="accent2"/>
            </a:solidFill>
            <a:prstDash val="solid"/>
            <a:round/>
            <a:headEnd len="sm" w="sm" type="none"/>
            <a:tailEnd len="sm" w="sm" type="none"/>
          </a:ln>
        </p:spPr>
      </p:sp>
      <p:sp>
        <p:nvSpPr>
          <p:cNvPr id="491" name="Google Shape;491;p51"/>
          <p:cNvSpPr/>
          <p:nvPr/>
        </p:nvSpPr>
        <p:spPr>
          <a:xfrm>
            <a:off x="5577414" y="1524003"/>
            <a:ext cx="3566786" cy="3648468"/>
          </a:xfrm>
          <a:custGeom>
            <a:rect b="b" l="l" r="r" t="t"/>
            <a:pathLst>
              <a:path extrusionOk="0" h="181561" w="189950">
                <a:moveTo>
                  <a:pt x="189950" y="104"/>
                </a:moveTo>
                <a:lnTo>
                  <a:pt x="30038" y="0"/>
                </a:lnTo>
                <a:lnTo>
                  <a:pt x="0" y="29215"/>
                </a:lnTo>
                <a:lnTo>
                  <a:pt x="466" y="181561"/>
                </a:lnTo>
                <a:lnTo>
                  <a:pt x="189950" y="181561"/>
                </a:lnTo>
                <a:close/>
              </a:path>
            </a:pathLst>
          </a:custGeom>
          <a:solidFill>
            <a:schemeClr val="lt2"/>
          </a:solidFill>
          <a:ln cap="flat" cmpd="sng" w="9525">
            <a:solidFill>
              <a:schemeClr val="accent2"/>
            </a:solidFill>
            <a:prstDash val="solid"/>
            <a:round/>
            <a:headEnd len="sm" w="sm" type="none"/>
            <a:tailEnd len="sm" w="sm" type="none"/>
          </a:ln>
        </p:spPr>
      </p:sp>
      <p:sp>
        <p:nvSpPr>
          <p:cNvPr id="492" name="Google Shape;492;p51"/>
          <p:cNvSpPr txBox="1"/>
          <p:nvPr>
            <p:ph idx="14" type="title"/>
          </p:nvPr>
        </p:nvSpPr>
        <p:spPr>
          <a:xfrm>
            <a:off x="920550" y="811117"/>
            <a:ext cx="5848800" cy="633600"/>
          </a:xfrm>
          <a:prstGeom prst="rect">
            <a:avLst/>
          </a:prstGeom>
          <a:noFill/>
        </p:spPr>
        <p:txBody>
          <a:bodyPr anchorCtr="0" anchor="t" bIns="0" lIns="0" spcFirstLastPara="1" rIns="91425" wrap="square" tIns="0">
            <a:noAutofit/>
          </a:bodyPr>
          <a:lstStyle/>
          <a:p>
            <a:pPr indent="0" lvl="0" marL="0" rtl="0" algn="l">
              <a:lnSpc>
                <a:spcPct val="100000"/>
              </a:lnSpc>
              <a:spcBef>
                <a:spcPts val="0"/>
              </a:spcBef>
              <a:spcAft>
                <a:spcPts val="0"/>
              </a:spcAft>
              <a:buSzPts val="1500"/>
              <a:buNone/>
            </a:pPr>
            <a:r>
              <a:rPr lang="en" sz="3700" u="sng">
                <a:solidFill>
                  <a:schemeClr val="accent4"/>
                </a:solidFill>
              </a:rPr>
              <a:t>Handling Class Imbalance</a:t>
            </a:r>
            <a:endParaRPr sz="3700" u="sng">
              <a:solidFill>
                <a:schemeClr val="accent4"/>
              </a:solidFill>
            </a:endParaRPr>
          </a:p>
        </p:txBody>
      </p:sp>
      <p:sp>
        <p:nvSpPr>
          <p:cNvPr id="493" name="Google Shape;493;p51"/>
          <p:cNvSpPr/>
          <p:nvPr/>
        </p:nvSpPr>
        <p:spPr>
          <a:xfrm>
            <a:off x="7404683" y="1524003"/>
            <a:ext cx="1739172" cy="3642880"/>
          </a:xfrm>
          <a:custGeom>
            <a:rect b="b" l="l" r="r" t="t"/>
            <a:pathLst>
              <a:path extrusionOk="0" h="167894" w="116586">
                <a:moveTo>
                  <a:pt x="116582" y="166"/>
                </a:moveTo>
                <a:lnTo>
                  <a:pt x="25645" y="166"/>
                </a:lnTo>
                <a:lnTo>
                  <a:pt x="133" y="25266"/>
                </a:lnTo>
                <a:lnTo>
                  <a:pt x="0" y="167894"/>
                </a:lnTo>
                <a:lnTo>
                  <a:pt x="116383" y="167640"/>
                </a:lnTo>
                <a:lnTo>
                  <a:pt x="116586" y="0"/>
                </a:lnTo>
                <a:close/>
              </a:path>
            </a:pathLst>
          </a:custGeom>
          <a:solidFill>
            <a:schemeClr val="accent1"/>
          </a:solidFill>
          <a:ln cap="flat" cmpd="sng" w="9525">
            <a:solidFill>
              <a:schemeClr val="accent2"/>
            </a:solidFill>
            <a:prstDash val="solid"/>
            <a:round/>
            <a:headEnd len="sm" w="sm" type="none"/>
            <a:tailEnd len="sm" w="sm" type="none"/>
          </a:ln>
        </p:spPr>
      </p:sp>
      <p:sp>
        <p:nvSpPr>
          <p:cNvPr id="494" name="Google Shape;494;p51"/>
          <p:cNvSpPr txBox="1"/>
          <p:nvPr>
            <p:ph idx="6" type="title"/>
          </p:nvPr>
        </p:nvSpPr>
        <p:spPr>
          <a:xfrm>
            <a:off x="2201108" y="2777424"/>
            <a:ext cx="1294500" cy="2177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
              <a:t>A majority of the dataset contains images labeled as ‘good’.</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
              <a:t>A cascade approach means that Stage 2 never interacts with ‘good’ images and is only trained on the other 8 defect classes.</a:t>
            </a:r>
            <a:endParaRPr/>
          </a:p>
        </p:txBody>
      </p:sp>
      <p:sp>
        <p:nvSpPr>
          <p:cNvPr id="495" name="Google Shape;495;p51"/>
          <p:cNvSpPr txBox="1"/>
          <p:nvPr>
            <p:ph type="title"/>
          </p:nvPr>
        </p:nvSpPr>
        <p:spPr>
          <a:xfrm>
            <a:off x="2201108" y="2291288"/>
            <a:ext cx="1589700" cy="312000"/>
          </a:xfrm>
          <a:prstGeom prst="rect">
            <a:avLst/>
          </a:prstGeom>
        </p:spPr>
        <p:txBody>
          <a:bodyPr anchorCtr="0" anchor="t" bIns="0" lIns="0" spcFirstLastPara="1" rIns="91425" wrap="square" tIns="0">
            <a:noAutofit/>
          </a:bodyPr>
          <a:lstStyle/>
          <a:p>
            <a:pPr indent="0" lvl="0" marL="0" rtl="0" algn="l">
              <a:lnSpc>
                <a:spcPct val="90000"/>
              </a:lnSpc>
              <a:spcBef>
                <a:spcPts val="0"/>
              </a:spcBef>
              <a:spcAft>
                <a:spcPts val="0"/>
              </a:spcAft>
              <a:buSzPts val="1200"/>
              <a:buNone/>
            </a:pPr>
            <a:r>
              <a:rPr b="1" lang="en"/>
              <a:t>Cascade Decomposition</a:t>
            </a:r>
            <a:endParaRPr b="1"/>
          </a:p>
        </p:txBody>
      </p:sp>
      <p:sp>
        <p:nvSpPr>
          <p:cNvPr id="496" name="Google Shape;496;p51"/>
          <p:cNvSpPr txBox="1"/>
          <p:nvPr>
            <p:ph idx="7" type="title"/>
          </p:nvPr>
        </p:nvSpPr>
        <p:spPr>
          <a:xfrm>
            <a:off x="4089203" y="2777424"/>
            <a:ext cx="1294500" cy="2177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
              <a:t>Stage 1 is trained on a subset of all training data. </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
              <a:t>Focal loss down-weights the majority-class predictions so the model is forced to learn from the rarer classes.</a:t>
            </a:r>
            <a:endParaRPr/>
          </a:p>
        </p:txBody>
      </p:sp>
      <p:sp>
        <p:nvSpPr>
          <p:cNvPr id="497" name="Google Shape;497;p51"/>
          <p:cNvSpPr txBox="1"/>
          <p:nvPr>
            <p:ph idx="2" type="title"/>
          </p:nvPr>
        </p:nvSpPr>
        <p:spPr>
          <a:xfrm>
            <a:off x="4089203" y="2291288"/>
            <a:ext cx="1518900" cy="312000"/>
          </a:xfrm>
          <a:prstGeom prst="rect">
            <a:avLst/>
          </a:prstGeom>
        </p:spPr>
        <p:txBody>
          <a:bodyPr anchorCtr="0" anchor="t" bIns="0" lIns="0" spcFirstLastPara="1" rIns="91425" wrap="square" tIns="0">
            <a:noAutofit/>
          </a:bodyPr>
          <a:lstStyle/>
          <a:p>
            <a:pPr indent="0" lvl="0" marL="0" rtl="0" algn="l">
              <a:lnSpc>
                <a:spcPct val="90000"/>
              </a:lnSpc>
              <a:spcBef>
                <a:spcPts val="0"/>
              </a:spcBef>
              <a:spcAft>
                <a:spcPts val="0"/>
              </a:spcAft>
              <a:buSzPts val="1200"/>
              <a:buNone/>
            </a:pPr>
            <a:r>
              <a:rPr b="1" lang="en"/>
              <a:t>Focal Loss</a:t>
            </a:r>
            <a:endParaRPr b="1"/>
          </a:p>
        </p:txBody>
      </p:sp>
      <p:sp>
        <p:nvSpPr>
          <p:cNvPr id="498" name="Google Shape;498;p51"/>
          <p:cNvSpPr txBox="1"/>
          <p:nvPr>
            <p:ph idx="3" type="title"/>
          </p:nvPr>
        </p:nvSpPr>
        <p:spPr>
          <a:xfrm>
            <a:off x="5833179" y="2283873"/>
            <a:ext cx="1620000" cy="312000"/>
          </a:xfrm>
          <a:prstGeom prst="rect">
            <a:avLst/>
          </a:prstGeom>
        </p:spPr>
        <p:txBody>
          <a:bodyPr anchorCtr="0" anchor="t" bIns="0" lIns="0" spcFirstLastPara="1" rIns="91425" wrap="square" tIns="0">
            <a:noAutofit/>
          </a:bodyPr>
          <a:lstStyle/>
          <a:p>
            <a:pPr indent="0" lvl="0" marL="0" rtl="0" algn="l">
              <a:lnSpc>
                <a:spcPct val="90000"/>
              </a:lnSpc>
              <a:spcBef>
                <a:spcPts val="0"/>
              </a:spcBef>
              <a:spcAft>
                <a:spcPts val="0"/>
              </a:spcAft>
              <a:buSzPts val="1200"/>
              <a:buNone/>
            </a:pPr>
            <a:r>
              <a:rPr b="1" lang="en"/>
              <a:t>Tau-Normalisation +</a:t>
            </a:r>
            <a:br>
              <a:rPr b="1" lang="en"/>
            </a:br>
            <a:r>
              <a:rPr b="1" lang="en"/>
              <a:t>Logit Adjustment</a:t>
            </a:r>
            <a:endParaRPr b="1"/>
          </a:p>
        </p:txBody>
      </p:sp>
      <p:sp>
        <p:nvSpPr>
          <p:cNvPr id="499" name="Google Shape;499;p51"/>
          <p:cNvSpPr txBox="1"/>
          <p:nvPr>
            <p:ph idx="9" type="title"/>
          </p:nvPr>
        </p:nvSpPr>
        <p:spPr>
          <a:xfrm>
            <a:off x="7691493" y="2291288"/>
            <a:ext cx="1376700" cy="312000"/>
          </a:xfrm>
          <a:prstGeom prst="rect">
            <a:avLst/>
          </a:prstGeom>
        </p:spPr>
        <p:txBody>
          <a:bodyPr anchorCtr="0" anchor="t" bIns="0" lIns="0" spcFirstLastPara="1" rIns="91425" wrap="square" tIns="0">
            <a:noAutofit/>
          </a:bodyPr>
          <a:lstStyle/>
          <a:p>
            <a:pPr indent="0" lvl="0" marL="0" rtl="0" algn="l">
              <a:lnSpc>
                <a:spcPct val="90000"/>
              </a:lnSpc>
              <a:spcBef>
                <a:spcPts val="0"/>
              </a:spcBef>
              <a:spcAft>
                <a:spcPts val="0"/>
              </a:spcAft>
              <a:buSzPts val="1200"/>
              <a:buNone/>
            </a:pPr>
            <a:r>
              <a:rPr b="1" lang="en"/>
              <a:t>TTA-Averaged </a:t>
            </a:r>
            <a:br>
              <a:rPr b="1" lang="en"/>
            </a:br>
            <a:r>
              <a:rPr b="1" lang="en"/>
              <a:t>Prototypes</a:t>
            </a:r>
            <a:endParaRPr b="1"/>
          </a:p>
        </p:txBody>
      </p:sp>
      <p:sp>
        <p:nvSpPr>
          <p:cNvPr id="500" name="Google Shape;500;p51"/>
          <p:cNvSpPr txBox="1"/>
          <p:nvPr>
            <p:ph idx="13" type="title"/>
          </p:nvPr>
        </p:nvSpPr>
        <p:spPr>
          <a:xfrm>
            <a:off x="7691493" y="2777424"/>
            <a:ext cx="1244400" cy="2177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
              <a:t>During Stage 2, each class prototype (AKA. avg. embedding ) is built from four flipped variants of every training image.</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
              <a:t>This embedding is then averaged across all variants, creating a more generalized classifier.</a:t>
            </a:r>
            <a:endParaRPr/>
          </a:p>
        </p:txBody>
      </p:sp>
      <p:sp>
        <p:nvSpPr>
          <p:cNvPr id="501" name="Google Shape;501;p51"/>
          <p:cNvSpPr txBox="1"/>
          <p:nvPr>
            <p:ph idx="8" type="title"/>
          </p:nvPr>
        </p:nvSpPr>
        <p:spPr>
          <a:xfrm>
            <a:off x="5833179" y="2770009"/>
            <a:ext cx="1376700" cy="2177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
              <a:t>After Stage 1 is trained on the subset of images, normalization is applied to correct any leftover class imbalance.</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
              <a:t>Logit adjustment shifts the raw output scores of Stage 1 by the log of its know training data, so the model’s outputs better reflect the underlying distribution.</a:t>
            </a:r>
            <a:endParaRPr/>
          </a:p>
        </p:txBody>
      </p:sp>
      <p:sp>
        <p:nvSpPr>
          <p:cNvPr id="502" name="Google Shape;502;p51"/>
          <p:cNvSpPr txBox="1"/>
          <p:nvPr>
            <p:ph idx="6" type="title"/>
          </p:nvPr>
        </p:nvSpPr>
        <p:spPr>
          <a:xfrm>
            <a:off x="284175" y="2700525"/>
            <a:ext cx="1518900" cy="4605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
              <a:t>Balanced Accuracy: 0.28</a:t>
            </a:r>
            <a:endParaRPr/>
          </a:p>
          <a:p>
            <a:pPr indent="0" lvl="0" marL="0" rtl="0" algn="l">
              <a:lnSpc>
                <a:spcPct val="100000"/>
              </a:lnSpc>
              <a:spcBef>
                <a:spcPts val="0"/>
              </a:spcBef>
              <a:spcAft>
                <a:spcPts val="0"/>
              </a:spcAft>
              <a:buNone/>
            </a:pPr>
            <a:r>
              <a:rPr lang="en"/>
              <a:t>Avg. Defect Recall: ~20%</a:t>
            </a:r>
            <a:endParaRPr/>
          </a:p>
        </p:txBody>
      </p:sp>
      <p:sp>
        <p:nvSpPr>
          <p:cNvPr id="503" name="Google Shape;503;p51"/>
          <p:cNvSpPr txBox="1"/>
          <p:nvPr>
            <p:ph type="title"/>
          </p:nvPr>
        </p:nvSpPr>
        <p:spPr>
          <a:xfrm>
            <a:off x="284183" y="2291300"/>
            <a:ext cx="1589700" cy="312000"/>
          </a:xfrm>
          <a:prstGeom prst="rect">
            <a:avLst/>
          </a:prstGeom>
        </p:spPr>
        <p:txBody>
          <a:bodyPr anchorCtr="0" anchor="t" bIns="0" lIns="0" spcFirstLastPara="1" rIns="91425" wrap="square" tIns="0">
            <a:noAutofit/>
          </a:bodyPr>
          <a:lstStyle/>
          <a:p>
            <a:pPr indent="0" lvl="0" marL="0" rtl="0" algn="l">
              <a:lnSpc>
                <a:spcPct val="90000"/>
              </a:lnSpc>
              <a:spcBef>
                <a:spcPts val="0"/>
              </a:spcBef>
              <a:spcAft>
                <a:spcPts val="0"/>
              </a:spcAft>
              <a:buSzPts val="1200"/>
              <a:buNone/>
            </a:pPr>
            <a:r>
              <a:rPr b="1" lang="en"/>
              <a:t>Baseline</a:t>
            </a:r>
            <a:br>
              <a:rPr b="1" lang="en"/>
            </a:br>
            <a:r>
              <a:rPr b="1" lang="en"/>
              <a:t>(No Techniques)</a:t>
            </a:r>
            <a:endParaRPr b="1"/>
          </a:p>
        </p:txBody>
      </p:sp>
      <p:sp>
        <p:nvSpPr>
          <p:cNvPr id="504" name="Google Shape;504;p51"/>
          <p:cNvSpPr txBox="1"/>
          <p:nvPr>
            <p:ph idx="6" type="title"/>
          </p:nvPr>
        </p:nvSpPr>
        <p:spPr>
          <a:xfrm>
            <a:off x="248775" y="3734363"/>
            <a:ext cx="1518900" cy="4605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
              <a:t>Balanced Accuracy: 0.909</a:t>
            </a:r>
            <a:endParaRPr/>
          </a:p>
          <a:p>
            <a:pPr indent="0" lvl="0" marL="0" rtl="0" algn="l">
              <a:lnSpc>
                <a:spcPct val="100000"/>
              </a:lnSpc>
              <a:spcBef>
                <a:spcPts val="0"/>
              </a:spcBef>
              <a:spcAft>
                <a:spcPts val="0"/>
              </a:spcAft>
              <a:buNone/>
            </a:pPr>
            <a:r>
              <a:rPr lang="en"/>
              <a:t>Avg. Defect Recall: 91.25%</a:t>
            </a:r>
            <a:endParaRPr/>
          </a:p>
        </p:txBody>
      </p:sp>
      <p:sp>
        <p:nvSpPr>
          <p:cNvPr id="505" name="Google Shape;505;p51"/>
          <p:cNvSpPr txBox="1"/>
          <p:nvPr>
            <p:ph type="title"/>
          </p:nvPr>
        </p:nvSpPr>
        <p:spPr>
          <a:xfrm>
            <a:off x="248775" y="3512071"/>
            <a:ext cx="1589700" cy="222300"/>
          </a:xfrm>
          <a:prstGeom prst="rect">
            <a:avLst/>
          </a:prstGeom>
        </p:spPr>
        <p:txBody>
          <a:bodyPr anchorCtr="0" anchor="t" bIns="0" lIns="0" spcFirstLastPara="1" rIns="91425" wrap="square" tIns="0">
            <a:noAutofit/>
          </a:bodyPr>
          <a:lstStyle/>
          <a:p>
            <a:pPr indent="0" lvl="0" marL="0" rtl="0" algn="l">
              <a:lnSpc>
                <a:spcPct val="90000"/>
              </a:lnSpc>
              <a:spcBef>
                <a:spcPts val="0"/>
              </a:spcBef>
              <a:spcAft>
                <a:spcPts val="0"/>
              </a:spcAft>
              <a:buSzPts val="1200"/>
              <a:buNone/>
            </a:pPr>
            <a:r>
              <a:rPr b="1" lang="en"/>
              <a:t>After Techniques</a:t>
            </a:r>
            <a:endParaRPr b="1"/>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52"/>
          <p:cNvSpPr/>
          <p:nvPr/>
        </p:nvSpPr>
        <p:spPr>
          <a:xfrm>
            <a:off x="5123725" y="607100"/>
            <a:ext cx="4020489" cy="4536517"/>
          </a:xfrm>
          <a:custGeom>
            <a:rect b="b" l="l" r="r" t="t"/>
            <a:pathLst>
              <a:path extrusionOk="0" h="195140" w="263509">
                <a:moveTo>
                  <a:pt x="32919" y="0"/>
                </a:moveTo>
                <a:lnTo>
                  <a:pt x="0" y="32096"/>
                </a:lnTo>
                <a:lnTo>
                  <a:pt x="60" y="194886"/>
                </a:lnTo>
                <a:lnTo>
                  <a:pt x="263509" y="195140"/>
                </a:lnTo>
                <a:lnTo>
                  <a:pt x="263347" y="0"/>
                </a:lnTo>
                <a:close/>
              </a:path>
            </a:pathLst>
          </a:custGeom>
          <a:solidFill>
            <a:schemeClr val="accent2"/>
          </a:solidFill>
          <a:ln cap="flat" cmpd="sng" w="9525">
            <a:solidFill>
              <a:schemeClr val="dk2"/>
            </a:solidFill>
            <a:prstDash val="solid"/>
            <a:round/>
            <a:headEnd len="sm" w="sm" type="none"/>
            <a:tailEnd len="sm" w="sm" type="none"/>
          </a:ln>
        </p:spPr>
      </p:sp>
      <p:sp>
        <p:nvSpPr>
          <p:cNvPr id="511" name="Google Shape;511;p52"/>
          <p:cNvSpPr txBox="1"/>
          <p:nvPr>
            <p:ph type="title"/>
          </p:nvPr>
        </p:nvSpPr>
        <p:spPr>
          <a:xfrm>
            <a:off x="920550" y="904500"/>
            <a:ext cx="2578800" cy="522600"/>
          </a:xfrm>
          <a:prstGeom prst="rect">
            <a:avLst/>
          </a:prstGeom>
        </p:spPr>
        <p:txBody>
          <a:bodyPr anchorCtr="0" anchor="t" bIns="0" lIns="0" spcFirstLastPara="1" rIns="91425" wrap="square" tIns="0">
            <a:noAutofit/>
          </a:bodyPr>
          <a:lstStyle/>
          <a:p>
            <a:pPr indent="0" lvl="0" marL="0" rtl="0" algn="l">
              <a:spcBef>
                <a:spcPts val="0"/>
              </a:spcBef>
              <a:spcAft>
                <a:spcPts val="0"/>
              </a:spcAft>
              <a:buSzPts val="3000"/>
              <a:buNone/>
            </a:pPr>
            <a:r>
              <a:rPr lang="en" u="sng"/>
              <a:t>Results</a:t>
            </a:r>
            <a:r>
              <a:rPr lang="en" u="sng"/>
              <a:t>:</a:t>
            </a:r>
            <a:endParaRPr u="sng"/>
          </a:p>
        </p:txBody>
      </p:sp>
      <p:grpSp>
        <p:nvGrpSpPr>
          <p:cNvPr id="512" name="Google Shape;512;p52"/>
          <p:cNvGrpSpPr/>
          <p:nvPr/>
        </p:nvGrpSpPr>
        <p:grpSpPr>
          <a:xfrm>
            <a:off x="920550" y="1557250"/>
            <a:ext cx="3004500" cy="1365000"/>
            <a:chOff x="920550" y="1524000"/>
            <a:chExt cx="3004500" cy="1365000"/>
          </a:xfrm>
        </p:grpSpPr>
        <p:sp>
          <p:nvSpPr>
            <p:cNvPr id="513" name="Google Shape;513;p52"/>
            <p:cNvSpPr txBox="1"/>
            <p:nvPr/>
          </p:nvSpPr>
          <p:spPr>
            <a:xfrm>
              <a:off x="920550" y="1524000"/>
              <a:ext cx="3004500" cy="1365000"/>
            </a:xfrm>
            <a:prstGeom prst="rect">
              <a:avLst/>
            </a:prstGeom>
            <a:noFill/>
            <a:ln>
              <a:noFill/>
            </a:ln>
          </p:spPr>
          <p:txBody>
            <a:bodyPr anchorCtr="0" anchor="t" bIns="91425" lIns="91425" spcFirstLastPara="1" rIns="91425" wrap="square" tIns="91425">
              <a:noAutofit/>
            </a:bodyPr>
            <a:lstStyle/>
            <a:p>
              <a:pPr indent="0" lvl="0" marL="0" rtl="0" algn="l">
                <a:spcBef>
                  <a:spcPts val="1000"/>
                </a:spcBef>
                <a:spcAft>
                  <a:spcPts val="0"/>
                </a:spcAft>
                <a:buNone/>
              </a:pPr>
              <a:r>
                <a:rPr b="1" lang="en" sz="1600">
                  <a:solidFill>
                    <a:schemeClr val="dk1"/>
                  </a:solidFill>
                  <a:latin typeface="Lato"/>
                  <a:ea typeface="Lato"/>
                  <a:cs typeface="Lato"/>
                  <a:sym typeface="Lato"/>
                </a:rPr>
                <a:t>Overall Accuracy:	 </a:t>
              </a:r>
              <a:r>
                <a:rPr lang="en" sz="1600">
                  <a:solidFill>
                    <a:schemeClr val="dk1"/>
                  </a:solidFill>
                  <a:latin typeface="Lato"/>
                  <a:ea typeface="Lato"/>
                  <a:cs typeface="Lato"/>
                  <a:sym typeface="Lato"/>
                </a:rPr>
                <a:t>87.7%</a:t>
              </a:r>
              <a:endParaRPr sz="1600">
                <a:solidFill>
                  <a:schemeClr val="dk1"/>
                </a:solidFill>
                <a:latin typeface="Lato"/>
                <a:ea typeface="Lato"/>
                <a:cs typeface="Lato"/>
                <a:sym typeface="Lato"/>
              </a:endParaRPr>
            </a:p>
            <a:p>
              <a:pPr indent="0" lvl="0" marL="0" rtl="0" algn="l">
                <a:spcBef>
                  <a:spcPts val="1000"/>
                </a:spcBef>
                <a:spcAft>
                  <a:spcPts val="0"/>
                </a:spcAft>
                <a:buNone/>
              </a:pPr>
              <a:r>
                <a:rPr b="1" lang="en" sz="1600">
                  <a:solidFill>
                    <a:schemeClr val="dk1"/>
                  </a:solidFill>
                  <a:latin typeface="Lato"/>
                  <a:ea typeface="Lato"/>
                  <a:cs typeface="Lato"/>
                  <a:sym typeface="Lato"/>
                </a:rPr>
                <a:t>Balanced Accuracy:	 </a:t>
              </a:r>
              <a:r>
                <a:rPr lang="en" sz="1600">
                  <a:solidFill>
                    <a:schemeClr val="dk1"/>
                  </a:solidFill>
                  <a:latin typeface="Lato"/>
                  <a:ea typeface="Lato"/>
                  <a:cs typeface="Lato"/>
                  <a:sym typeface="Lato"/>
                </a:rPr>
                <a:t>90.9%</a:t>
              </a:r>
              <a:endParaRPr sz="1600">
                <a:solidFill>
                  <a:schemeClr val="dk1"/>
                </a:solidFill>
                <a:latin typeface="Lato"/>
                <a:ea typeface="Lato"/>
                <a:cs typeface="Lato"/>
                <a:sym typeface="Lato"/>
              </a:endParaRPr>
            </a:p>
            <a:p>
              <a:pPr indent="0" lvl="0" marL="0" rtl="0" algn="l">
                <a:spcBef>
                  <a:spcPts val="1000"/>
                </a:spcBef>
                <a:spcAft>
                  <a:spcPts val="0"/>
                </a:spcAft>
                <a:buClr>
                  <a:schemeClr val="dk1"/>
                </a:buClr>
                <a:buSzPts val="1600"/>
                <a:buFont typeface="Arial"/>
                <a:buNone/>
              </a:pPr>
              <a:r>
                <a:rPr b="1" lang="en" sz="1600">
                  <a:solidFill>
                    <a:schemeClr val="dk1"/>
                  </a:solidFill>
                  <a:latin typeface="Lato"/>
                  <a:ea typeface="Lato"/>
                  <a:cs typeface="Lato"/>
                  <a:sym typeface="Lato"/>
                </a:rPr>
                <a:t>Avg. Defect Recall:	 </a:t>
              </a:r>
              <a:r>
                <a:rPr lang="en" sz="1600">
                  <a:solidFill>
                    <a:schemeClr val="dk1"/>
                  </a:solidFill>
                  <a:latin typeface="Lato"/>
                  <a:ea typeface="Lato"/>
                  <a:cs typeface="Lato"/>
                  <a:sym typeface="Lato"/>
                </a:rPr>
                <a:t>91.25%</a:t>
              </a:r>
              <a:endParaRPr sz="1600">
                <a:solidFill>
                  <a:schemeClr val="dk1"/>
                </a:solidFill>
                <a:latin typeface="Lato"/>
                <a:ea typeface="Lato"/>
                <a:cs typeface="Lato"/>
                <a:sym typeface="Lato"/>
              </a:endParaRPr>
            </a:p>
            <a:p>
              <a:pPr indent="0" lvl="0" marL="0" rtl="0" algn="l">
                <a:spcBef>
                  <a:spcPts val="1000"/>
                </a:spcBef>
                <a:spcAft>
                  <a:spcPts val="0"/>
                </a:spcAft>
                <a:buClr>
                  <a:schemeClr val="dk1"/>
                </a:buClr>
                <a:buSzPts val="1600"/>
                <a:buFont typeface="Arial"/>
                <a:buNone/>
              </a:pPr>
              <a:r>
                <a:t/>
              </a:r>
              <a:endParaRPr b="1" sz="1600">
                <a:solidFill>
                  <a:schemeClr val="dk1"/>
                </a:solidFill>
                <a:latin typeface="Lato"/>
                <a:ea typeface="Lato"/>
                <a:cs typeface="Lato"/>
                <a:sym typeface="Lato"/>
              </a:endParaRPr>
            </a:p>
            <a:p>
              <a:pPr indent="0" lvl="0" marL="0" rtl="0" algn="l">
                <a:spcBef>
                  <a:spcPts val="1000"/>
                </a:spcBef>
                <a:spcAft>
                  <a:spcPts val="0"/>
                </a:spcAft>
                <a:buClr>
                  <a:schemeClr val="dk1"/>
                </a:buClr>
                <a:buSzPts val="1600"/>
                <a:buFont typeface="Arial"/>
                <a:buNone/>
              </a:pPr>
              <a:r>
                <a:t/>
              </a:r>
              <a:endParaRPr b="1" sz="1600">
                <a:solidFill>
                  <a:schemeClr val="dk1"/>
                </a:solidFill>
                <a:latin typeface="Lato"/>
                <a:ea typeface="Lato"/>
                <a:cs typeface="Lato"/>
                <a:sym typeface="Lato"/>
              </a:endParaRPr>
            </a:p>
          </p:txBody>
        </p:sp>
        <p:cxnSp>
          <p:nvCxnSpPr>
            <p:cNvPr id="514" name="Google Shape;514;p52"/>
            <p:cNvCxnSpPr/>
            <p:nvPr/>
          </p:nvCxnSpPr>
          <p:spPr>
            <a:xfrm>
              <a:off x="2893875" y="1861850"/>
              <a:ext cx="537900" cy="0"/>
            </a:xfrm>
            <a:prstGeom prst="straightConnector1">
              <a:avLst/>
            </a:prstGeom>
            <a:noFill/>
            <a:ln cap="flat" cmpd="sng" w="38100">
              <a:solidFill>
                <a:srgbClr val="93C47D"/>
              </a:solidFill>
              <a:prstDash val="solid"/>
              <a:round/>
              <a:headEnd len="med" w="med" type="none"/>
              <a:tailEnd len="med" w="med" type="none"/>
            </a:ln>
          </p:spPr>
        </p:cxnSp>
        <p:cxnSp>
          <p:nvCxnSpPr>
            <p:cNvPr id="515" name="Google Shape;515;p52"/>
            <p:cNvCxnSpPr/>
            <p:nvPr/>
          </p:nvCxnSpPr>
          <p:spPr>
            <a:xfrm>
              <a:off x="2893875" y="2243626"/>
              <a:ext cx="537900" cy="0"/>
            </a:xfrm>
            <a:prstGeom prst="straightConnector1">
              <a:avLst/>
            </a:prstGeom>
            <a:noFill/>
            <a:ln cap="flat" cmpd="sng" w="38100">
              <a:solidFill>
                <a:srgbClr val="93C47D"/>
              </a:solidFill>
              <a:prstDash val="solid"/>
              <a:round/>
              <a:headEnd len="med" w="med" type="none"/>
              <a:tailEnd len="med" w="med" type="none"/>
            </a:ln>
          </p:spPr>
        </p:cxnSp>
        <p:cxnSp>
          <p:nvCxnSpPr>
            <p:cNvPr id="516" name="Google Shape;516;p52"/>
            <p:cNvCxnSpPr/>
            <p:nvPr/>
          </p:nvCxnSpPr>
          <p:spPr>
            <a:xfrm>
              <a:off x="2893875" y="2611430"/>
              <a:ext cx="642600" cy="0"/>
            </a:xfrm>
            <a:prstGeom prst="straightConnector1">
              <a:avLst/>
            </a:prstGeom>
            <a:noFill/>
            <a:ln cap="flat" cmpd="sng" w="38100">
              <a:solidFill>
                <a:srgbClr val="93C47D"/>
              </a:solidFill>
              <a:prstDash val="solid"/>
              <a:round/>
              <a:headEnd len="med" w="med" type="none"/>
              <a:tailEnd len="med" w="med" type="none"/>
            </a:ln>
          </p:spPr>
        </p:cxnSp>
      </p:grpSp>
      <p:pic>
        <p:nvPicPr>
          <p:cNvPr id="517" name="Google Shape;517;p52"/>
          <p:cNvPicPr preferRelativeResize="0"/>
          <p:nvPr/>
        </p:nvPicPr>
        <p:blipFill rotWithShape="1">
          <a:blip r:embed="rId4">
            <a:alphaModFix/>
          </a:blip>
          <a:srcRect b="3304" l="716" r="56415" t="1467"/>
          <a:stretch/>
        </p:blipFill>
        <p:spPr>
          <a:xfrm>
            <a:off x="993313" y="2859275"/>
            <a:ext cx="2578824" cy="1888675"/>
          </a:xfrm>
          <a:prstGeom prst="rect">
            <a:avLst/>
          </a:prstGeom>
          <a:noFill/>
          <a:ln cap="flat" cmpd="sng" w="38100">
            <a:solidFill>
              <a:schemeClr val="lt2"/>
            </a:solidFill>
            <a:prstDash val="solid"/>
            <a:round/>
            <a:headEnd len="sm" w="sm" type="none"/>
            <a:tailEnd len="sm" w="sm" type="none"/>
          </a:ln>
        </p:spPr>
      </p:pic>
      <p:sp>
        <p:nvSpPr>
          <p:cNvPr id="518" name="Google Shape;518;p52"/>
          <p:cNvSpPr txBox="1"/>
          <p:nvPr/>
        </p:nvSpPr>
        <p:spPr>
          <a:xfrm>
            <a:off x="993325" y="4747950"/>
            <a:ext cx="2747100" cy="28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800">
                <a:solidFill>
                  <a:schemeClr val="dk2"/>
                </a:solidFill>
                <a:latin typeface="Lato"/>
                <a:ea typeface="Lato"/>
                <a:cs typeface="Lato"/>
                <a:sym typeface="Lato"/>
              </a:rPr>
              <a:t>*Problems accessing the dataset resulted in an even more limited dataset</a:t>
            </a:r>
            <a:endParaRPr i="1" sz="800">
              <a:solidFill>
                <a:schemeClr val="dk2"/>
              </a:solidFill>
              <a:latin typeface="Lato"/>
              <a:ea typeface="Lato"/>
              <a:cs typeface="Lato"/>
              <a:sym typeface="Lato"/>
            </a:endParaRPr>
          </a:p>
        </p:txBody>
      </p:sp>
      <p:sp>
        <p:nvSpPr>
          <p:cNvPr id="519" name="Google Shape;519;p52"/>
          <p:cNvSpPr txBox="1"/>
          <p:nvPr/>
        </p:nvSpPr>
        <p:spPr>
          <a:xfrm>
            <a:off x="3740425" y="2859275"/>
            <a:ext cx="1215000" cy="195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2"/>
                </a:solidFill>
                <a:latin typeface="Lato"/>
                <a:ea typeface="Lato"/>
                <a:cs typeface="Lato"/>
                <a:sym typeface="Lato"/>
              </a:rPr>
              <a:t>Our model has</a:t>
            </a:r>
            <a:br>
              <a:rPr lang="en" sz="1100">
                <a:solidFill>
                  <a:schemeClr val="dk2"/>
                </a:solidFill>
                <a:latin typeface="Lato"/>
                <a:ea typeface="Lato"/>
                <a:cs typeface="Lato"/>
                <a:sym typeface="Lato"/>
              </a:rPr>
            </a:br>
            <a:r>
              <a:rPr b="1" lang="en" sz="1100">
                <a:solidFill>
                  <a:schemeClr val="dk2"/>
                </a:solidFill>
                <a:latin typeface="Lato"/>
                <a:ea typeface="Lato"/>
                <a:cs typeface="Lato"/>
                <a:sym typeface="Lato"/>
              </a:rPr>
              <a:t>100% recall</a:t>
            </a:r>
            <a:r>
              <a:rPr lang="en" sz="1100">
                <a:solidFill>
                  <a:schemeClr val="dk2"/>
                </a:solidFill>
                <a:latin typeface="Lato"/>
                <a:ea typeface="Lato"/>
                <a:cs typeface="Lato"/>
                <a:sym typeface="Lato"/>
              </a:rPr>
              <a:t> for</a:t>
            </a:r>
            <a:br>
              <a:rPr lang="en" sz="1100">
                <a:solidFill>
                  <a:schemeClr val="dk2"/>
                </a:solidFill>
                <a:latin typeface="Lato"/>
                <a:ea typeface="Lato"/>
                <a:cs typeface="Lato"/>
                <a:sym typeface="Lato"/>
              </a:rPr>
            </a:br>
            <a:r>
              <a:rPr b="1" lang="en" sz="1100">
                <a:solidFill>
                  <a:schemeClr val="dk2"/>
                </a:solidFill>
                <a:latin typeface="Lato"/>
                <a:ea typeface="Lato"/>
                <a:cs typeface="Lato"/>
                <a:sym typeface="Lato"/>
              </a:rPr>
              <a:t>6 out of 8 defect</a:t>
            </a:r>
            <a:r>
              <a:rPr lang="en" sz="1100">
                <a:solidFill>
                  <a:schemeClr val="dk2"/>
                </a:solidFill>
                <a:latin typeface="Lato"/>
                <a:ea typeface="Lato"/>
                <a:cs typeface="Lato"/>
                <a:sym typeface="Lato"/>
              </a:rPr>
              <a:t> classes.</a:t>
            </a:r>
            <a:endParaRPr sz="1100">
              <a:solidFill>
                <a:schemeClr val="dk2"/>
              </a:solidFill>
              <a:latin typeface="Lato"/>
              <a:ea typeface="Lato"/>
              <a:cs typeface="Lato"/>
              <a:sym typeface="Lato"/>
            </a:endParaRPr>
          </a:p>
        </p:txBody>
      </p:sp>
      <p:pic>
        <p:nvPicPr>
          <p:cNvPr id="520" name="Google Shape;520;p52"/>
          <p:cNvPicPr preferRelativeResize="0"/>
          <p:nvPr/>
        </p:nvPicPr>
        <p:blipFill>
          <a:blip r:embed="rId5">
            <a:alphaModFix/>
          </a:blip>
          <a:stretch>
            <a:fillRect/>
          </a:stretch>
        </p:blipFill>
        <p:spPr>
          <a:xfrm>
            <a:off x="5604625" y="904501"/>
            <a:ext cx="3162893" cy="2811850"/>
          </a:xfrm>
          <a:prstGeom prst="rect">
            <a:avLst/>
          </a:prstGeom>
          <a:noFill/>
          <a:ln cap="flat" cmpd="sng" w="38100">
            <a:solidFill>
              <a:schemeClr val="lt2"/>
            </a:solidFill>
            <a:prstDash val="solid"/>
            <a:round/>
            <a:headEnd len="sm" w="sm" type="none"/>
            <a:tailEnd len="sm" w="sm" type="none"/>
          </a:ln>
        </p:spPr>
      </p:pic>
      <p:sp>
        <p:nvSpPr>
          <p:cNvPr id="521" name="Google Shape;521;p52"/>
          <p:cNvSpPr txBox="1"/>
          <p:nvPr/>
        </p:nvSpPr>
        <p:spPr>
          <a:xfrm>
            <a:off x="5757325" y="3804750"/>
            <a:ext cx="2857500" cy="943200"/>
          </a:xfrm>
          <a:prstGeom prst="rect">
            <a:avLst/>
          </a:prstGeom>
          <a:noFill/>
          <a:ln>
            <a:noFill/>
          </a:ln>
        </p:spPr>
        <p:txBody>
          <a:bodyPr anchorCtr="0" anchor="t" bIns="91425" lIns="91425" spcFirstLastPara="1" rIns="91425" wrap="square" tIns="91425">
            <a:noAutofit/>
          </a:bodyPr>
          <a:lstStyle/>
          <a:p>
            <a:pPr indent="0" lvl="0" marL="0" rtl="0" algn="l">
              <a:spcBef>
                <a:spcPts val="1000"/>
              </a:spcBef>
              <a:spcAft>
                <a:spcPts val="0"/>
              </a:spcAft>
              <a:buNone/>
            </a:pPr>
            <a:r>
              <a:rPr b="1" lang="en" sz="1600">
                <a:solidFill>
                  <a:schemeClr val="dk1"/>
                </a:solidFill>
                <a:latin typeface="Lato"/>
                <a:ea typeface="Lato"/>
                <a:cs typeface="Lato"/>
                <a:sym typeface="Lato"/>
              </a:rPr>
              <a:t>Inference Speed (Warm GPU): ~46ms / image</a:t>
            </a:r>
            <a:endParaRPr b="1" sz="1600">
              <a:solidFill>
                <a:schemeClr val="dk1"/>
              </a:solidFill>
              <a:latin typeface="Lato"/>
              <a:ea typeface="Lato"/>
              <a:cs typeface="Lato"/>
              <a:sym typeface="Lato"/>
            </a:endParaRPr>
          </a:p>
          <a:p>
            <a:pPr indent="0" lvl="0" marL="0" rtl="0" algn="l">
              <a:spcBef>
                <a:spcPts val="1000"/>
              </a:spcBef>
              <a:spcAft>
                <a:spcPts val="0"/>
              </a:spcAft>
              <a:buNone/>
            </a:pPr>
            <a:r>
              <a:rPr b="1" lang="en" sz="1600">
                <a:solidFill>
                  <a:schemeClr val="dk1"/>
                </a:solidFill>
                <a:latin typeface="Lato"/>
                <a:ea typeface="Lato"/>
                <a:cs typeface="Lato"/>
                <a:sym typeface="Lato"/>
              </a:rPr>
              <a:t>Inference Speed (Cold Start): ~600 ms (model loading)</a:t>
            </a:r>
            <a:endParaRPr b="1" sz="1600">
              <a:solidFill>
                <a:schemeClr val="dk1"/>
              </a:solidFill>
              <a:latin typeface="Lato"/>
              <a:ea typeface="Lato"/>
              <a:cs typeface="Lato"/>
              <a:sym typeface="Lato"/>
            </a:endParaRPr>
          </a:p>
          <a:p>
            <a:pPr indent="0" lvl="0" marL="0" rtl="0" algn="l">
              <a:spcBef>
                <a:spcPts val="1000"/>
              </a:spcBef>
              <a:spcAft>
                <a:spcPts val="0"/>
              </a:spcAft>
              <a:buNone/>
            </a:pPr>
            <a:r>
              <a:t/>
            </a:r>
            <a:endParaRPr b="1" sz="1600">
              <a:solidFill>
                <a:schemeClr val="dk1"/>
              </a:solidFill>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53"/>
          <p:cNvSpPr txBox="1"/>
          <p:nvPr>
            <p:ph type="title"/>
          </p:nvPr>
        </p:nvSpPr>
        <p:spPr>
          <a:xfrm>
            <a:off x="920550" y="904500"/>
            <a:ext cx="7226700" cy="908700"/>
          </a:xfrm>
          <a:prstGeom prst="rect">
            <a:avLst/>
          </a:prstGeom>
        </p:spPr>
        <p:txBody>
          <a:bodyPr anchorCtr="0" anchor="t" bIns="0" lIns="0" spcFirstLastPara="1" rIns="91425" wrap="square" tIns="0">
            <a:noAutofit/>
          </a:bodyPr>
          <a:lstStyle/>
          <a:p>
            <a:pPr indent="0" lvl="0" marL="0" rtl="0" algn="l">
              <a:spcBef>
                <a:spcPts val="0"/>
              </a:spcBef>
              <a:spcAft>
                <a:spcPts val="0"/>
              </a:spcAft>
              <a:buSzPts val="3000"/>
              <a:buNone/>
            </a:pPr>
            <a:r>
              <a:rPr lang="en" u="sng"/>
              <a:t>Few-Shot Learning Capability</a:t>
            </a:r>
            <a:r>
              <a:rPr lang="en" u="sng"/>
              <a:t>:</a:t>
            </a:r>
            <a:endParaRPr u="sng"/>
          </a:p>
        </p:txBody>
      </p:sp>
      <p:sp>
        <p:nvSpPr>
          <p:cNvPr id="527" name="Google Shape;527;p53"/>
          <p:cNvSpPr txBox="1"/>
          <p:nvPr/>
        </p:nvSpPr>
        <p:spPr>
          <a:xfrm>
            <a:off x="931575" y="1496775"/>
            <a:ext cx="6186000" cy="826800"/>
          </a:xfrm>
          <a:prstGeom prst="rect">
            <a:avLst/>
          </a:prstGeom>
          <a:noFill/>
          <a:ln>
            <a:noFill/>
          </a:ln>
        </p:spPr>
        <p:txBody>
          <a:bodyPr anchorCtr="0" anchor="t" bIns="91425" lIns="91425" spcFirstLastPara="1" rIns="91425" wrap="square" tIns="91425">
            <a:noAutofit/>
          </a:bodyPr>
          <a:lstStyle/>
          <a:p>
            <a:pPr indent="0" lvl="0" marL="0" rtl="0" algn="l">
              <a:spcBef>
                <a:spcPts val="1000"/>
              </a:spcBef>
              <a:spcAft>
                <a:spcPts val="0"/>
              </a:spcAft>
              <a:buNone/>
            </a:pPr>
            <a:r>
              <a:rPr lang="en" sz="1600">
                <a:solidFill>
                  <a:schemeClr val="dk1"/>
                </a:solidFill>
                <a:latin typeface="Lato"/>
                <a:ea typeface="Lato"/>
                <a:cs typeface="Lato"/>
                <a:sym typeface="Lato"/>
              </a:rPr>
              <a:t>Our architecture enables users to add </a:t>
            </a:r>
            <a:r>
              <a:rPr b="1" lang="en" sz="1600">
                <a:solidFill>
                  <a:schemeClr val="dk1"/>
                </a:solidFill>
                <a:latin typeface="Lato"/>
                <a:ea typeface="Lato"/>
                <a:cs typeface="Lato"/>
                <a:sym typeface="Lato"/>
              </a:rPr>
              <a:t>new defects</a:t>
            </a:r>
            <a:r>
              <a:rPr lang="en" sz="1600">
                <a:solidFill>
                  <a:schemeClr val="dk1"/>
                </a:solidFill>
                <a:latin typeface="Lato"/>
                <a:ea typeface="Lato"/>
                <a:cs typeface="Lato"/>
                <a:sym typeface="Lato"/>
              </a:rPr>
              <a:t> as needed </a:t>
            </a:r>
            <a:r>
              <a:rPr lang="en" sz="1600">
                <a:solidFill>
                  <a:schemeClr val="dk1"/>
                </a:solidFill>
                <a:latin typeface="Lato"/>
                <a:ea typeface="Lato"/>
                <a:cs typeface="Lato"/>
                <a:sym typeface="Lato"/>
              </a:rPr>
              <a:t>with </a:t>
            </a:r>
            <a:br>
              <a:rPr lang="en" sz="1600">
                <a:solidFill>
                  <a:schemeClr val="dk1"/>
                </a:solidFill>
                <a:latin typeface="Lato"/>
                <a:ea typeface="Lato"/>
                <a:cs typeface="Lato"/>
                <a:sym typeface="Lato"/>
              </a:rPr>
            </a:br>
            <a:r>
              <a:rPr b="1" lang="en" sz="1600">
                <a:solidFill>
                  <a:schemeClr val="dk1"/>
                </a:solidFill>
                <a:latin typeface="Lato"/>
                <a:ea typeface="Lato"/>
                <a:cs typeface="Lato"/>
                <a:sym typeface="Lato"/>
              </a:rPr>
              <a:t>80% accuracy </a:t>
            </a:r>
            <a:r>
              <a:rPr lang="en" sz="1600">
                <a:solidFill>
                  <a:schemeClr val="dk1"/>
                </a:solidFill>
                <a:latin typeface="Lato"/>
                <a:ea typeface="Lato"/>
                <a:cs typeface="Lato"/>
                <a:sym typeface="Lato"/>
              </a:rPr>
              <a:t>after a</a:t>
            </a:r>
            <a:r>
              <a:rPr b="1" lang="en" sz="1600">
                <a:solidFill>
                  <a:schemeClr val="dk1"/>
                </a:solidFill>
                <a:latin typeface="Lato"/>
                <a:ea typeface="Lato"/>
                <a:cs typeface="Lato"/>
                <a:sym typeface="Lato"/>
              </a:rPr>
              <a:t> single labeled sample</a:t>
            </a:r>
            <a:r>
              <a:rPr lang="en" sz="1600">
                <a:solidFill>
                  <a:schemeClr val="dk1"/>
                </a:solidFill>
                <a:latin typeface="Lato"/>
                <a:ea typeface="Lato"/>
                <a:cs typeface="Lato"/>
                <a:sym typeface="Lato"/>
              </a:rPr>
              <a:t>. No retraining needed.</a:t>
            </a:r>
            <a:endParaRPr sz="1600">
              <a:solidFill>
                <a:schemeClr val="dk1"/>
              </a:solidFill>
              <a:latin typeface="Lato"/>
              <a:ea typeface="Lato"/>
              <a:cs typeface="Lato"/>
              <a:sym typeface="Lato"/>
            </a:endParaRPr>
          </a:p>
        </p:txBody>
      </p:sp>
      <p:sp>
        <p:nvSpPr>
          <p:cNvPr id="528" name="Google Shape;528;p53"/>
          <p:cNvSpPr txBox="1"/>
          <p:nvPr/>
        </p:nvSpPr>
        <p:spPr>
          <a:xfrm>
            <a:off x="920550" y="2246250"/>
            <a:ext cx="6236100" cy="1239900"/>
          </a:xfrm>
          <a:prstGeom prst="rect">
            <a:avLst/>
          </a:prstGeom>
          <a:noFill/>
          <a:ln>
            <a:noFill/>
          </a:ln>
        </p:spPr>
        <p:txBody>
          <a:bodyPr anchorCtr="0" anchor="t" bIns="91425" lIns="91425" spcFirstLastPara="1" rIns="91425" wrap="square" tIns="91425">
            <a:noAutofit/>
          </a:bodyPr>
          <a:lstStyle/>
          <a:p>
            <a:pPr indent="0" lvl="0" marL="0" rtl="0" algn="l">
              <a:spcBef>
                <a:spcPts val="1000"/>
              </a:spcBef>
              <a:spcAft>
                <a:spcPts val="0"/>
              </a:spcAft>
              <a:buNone/>
            </a:pPr>
            <a:r>
              <a:rPr lang="en" sz="1600">
                <a:solidFill>
                  <a:schemeClr val="dk1"/>
                </a:solidFill>
                <a:latin typeface="Lato"/>
                <a:ea typeface="Lato"/>
                <a:cs typeface="Lato"/>
                <a:sym typeface="Lato"/>
              </a:rPr>
              <a:t>Just as a human expert learns a new defect type from one reference image – so does our model.</a:t>
            </a:r>
            <a:endParaRPr sz="1600">
              <a:solidFill>
                <a:schemeClr val="dk1"/>
              </a:solidFill>
              <a:latin typeface="Lato"/>
              <a:ea typeface="Lato"/>
              <a:cs typeface="Lato"/>
              <a:sym typeface="Lato"/>
            </a:endParaRPr>
          </a:p>
          <a:p>
            <a:pPr indent="0" lvl="0" marL="0" rtl="0" algn="l">
              <a:spcBef>
                <a:spcPts val="1000"/>
              </a:spcBef>
              <a:spcAft>
                <a:spcPts val="0"/>
              </a:spcAft>
              <a:buNone/>
            </a:pPr>
            <a:r>
              <a:rPr lang="en" sz="1600">
                <a:solidFill>
                  <a:schemeClr val="dk1"/>
                </a:solidFill>
                <a:latin typeface="Lato"/>
                <a:ea typeface="Lato"/>
                <a:cs typeface="Lato"/>
                <a:sym typeface="Lato"/>
              </a:rPr>
              <a:t>Only takes a few lines to implement:</a:t>
            </a:r>
            <a:endParaRPr sz="1600">
              <a:solidFill>
                <a:schemeClr val="dk1"/>
              </a:solidFill>
              <a:latin typeface="Lato"/>
              <a:ea typeface="Lato"/>
              <a:cs typeface="Lato"/>
              <a:sym typeface="Lato"/>
            </a:endParaRPr>
          </a:p>
        </p:txBody>
      </p:sp>
      <p:pic>
        <p:nvPicPr>
          <p:cNvPr id="529" name="Google Shape;529;p53"/>
          <p:cNvPicPr preferRelativeResize="0"/>
          <p:nvPr/>
        </p:nvPicPr>
        <p:blipFill rotWithShape="1">
          <a:blip r:embed="rId4">
            <a:alphaModFix/>
          </a:blip>
          <a:srcRect b="0" l="0" r="20147" t="0"/>
          <a:stretch/>
        </p:blipFill>
        <p:spPr>
          <a:xfrm>
            <a:off x="1006495" y="3370933"/>
            <a:ext cx="6929175" cy="1181100"/>
          </a:xfrm>
          <a:prstGeom prst="rect">
            <a:avLst/>
          </a:prstGeom>
          <a:noFill/>
          <a:ln cap="flat" cmpd="sng" w="28575">
            <a:solidFill>
              <a:schemeClr val="dk2"/>
            </a:solidFill>
            <a:prstDash val="solid"/>
            <a:round/>
            <a:headEnd len="sm" w="sm" type="none"/>
            <a:tailEnd len="sm" w="sm" type="none"/>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54"/>
          <p:cNvSpPr txBox="1"/>
          <p:nvPr>
            <p:ph type="title"/>
          </p:nvPr>
        </p:nvSpPr>
        <p:spPr>
          <a:xfrm>
            <a:off x="920550" y="904500"/>
            <a:ext cx="7226700" cy="619500"/>
          </a:xfrm>
          <a:prstGeom prst="rect">
            <a:avLst/>
          </a:prstGeom>
        </p:spPr>
        <p:txBody>
          <a:bodyPr anchorCtr="0" anchor="t" bIns="0" lIns="0" spcFirstLastPara="1" rIns="91425" wrap="square" tIns="0">
            <a:noAutofit/>
          </a:bodyPr>
          <a:lstStyle/>
          <a:p>
            <a:pPr indent="0" lvl="0" marL="0" rtl="0" algn="l">
              <a:spcBef>
                <a:spcPts val="0"/>
              </a:spcBef>
              <a:spcAft>
                <a:spcPts val="0"/>
              </a:spcAft>
              <a:buSzPts val="3000"/>
              <a:buNone/>
            </a:pPr>
            <a:r>
              <a:rPr lang="en" u="sng"/>
              <a:t>Assumptions</a:t>
            </a:r>
            <a:r>
              <a:rPr lang="en" u="sng"/>
              <a:t>:</a:t>
            </a:r>
            <a:endParaRPr u="sng"/>
          </a:p>
        </p:txBody>
      </p:sp>
      <p:sp>
        <p:nvSpPr>
          <p:cNvPr id="535" name="Google Shape;535;p54"/>
          <p:cNvSpPr txBox="1"/>
          <p:nvPr>
            <p:ph idx="2" type="title"/>
          </p:nvPr>
        </p:nvSpPr>
        <p:spPr>
          <a:xfrm>
            <a:off x="920550" y="1504500"/>
            <a:ext cx="7002900" cy="1740300"/>
          </a:xfrm>
          <a:prstGeom prst="rect">
            <a:avLst/>
          </a:prstGeom>
        </p:spPr>
        <p:txBody>
          <a:bodyPr anchorCtr="0" anchor="t" bIns="0" lIns="0" spcFirstLastPara="1" rIns="91425" wrap="square" tIns="0">
            <a:noAutofit/>
          </a:bodyPr>
          <a:lstStyle/>
          <a:p>
            <a:pPr indent="0" lvl="0" marL="0" rtl="0" algn="l">
              <a:lnSpc>
                <a:spcPct val="100000"/>
              </a:lnSpc>
              <a:spcBef>
                <a:spcPts val="1000"/>
              </a:spcBef>
              <a:spcAft>
                <a:spcPts val="0"/>
              </a:spcAft>
              <a:buClr>
                <a:schemeClr val="dk1"/>
              </a:buClr>
              <a:buSzPts val="1100"/>
              <a:buFont typeface="Arial"/>
              <a:buNone/>
            </a:pPr>
            <a:r>
              <a:rPr lang="en"/>
              <a:t>→</a:t>
            </a:r>
            <a:r>
              <a:rPr lang="en"/>
              <a:t> We convert all images to 224 x 224, as is proven to be sufficient for defect detection.</a:t>
            </a:r>
            <a:endParaRPr/>
          </a:p>
          <a:p>
            <a:pPr indent="0" lvl="0" marL="0" rtl="0" algn="l">
              <a:lnSpc>
                <a:spcPct val="100000"/>
              </a:lnSpc>
              <a:spcBef>
                <a:spcPts val="1000"/>
              </a:spcBef>
              <a:spcAft>
                <a:spcPts val="0"/>
              </a:spcAft>
              <a:buClr>
                <a:schemeClr val="dk1"/>
              </a:buClr>
              <a:buSzPts val="1100"/>
              <a:buFont typeface="Arial"/>
              <a:buNone/>
            </a:pPr>
            <a:r>
              <a:rPr lang="en"/>
              <a:t>→ All images are converted from Grayscale to RGB as is required by DINOv2. No pixel information is lost here.</a:t>
            </a:r>
            <a:endParaRPr/>
          </a:p>
          <a:p>
            <a:pPr indent="0" lvl="0" marL="0" rtl="0" algn="l">
              <a:lnSpc>
                <a:spcPct val="100000"/>
              </a:lnSpc>
              <a:spcBef>
                <a:spcPts val="1000"/>
              </a:spcBef>
              <a:spcAft>
                <a:spcPts val="0"/>
              </a:spcAft>
              <a:buClr>
                <a:schemeClr val="dk1"/>
              </a:buClr>
              <a:buSzPts val="1100"/>
              <a:buFont typeface="Arial"/>
              <a:buNone/>
            </a:pPr>
            <a:r>
              <a:rPr lang="en"/>
              <a:t>→ We assume images gathered from </a:t>
            </a:r>
            <a:r>
              <a:rPr lang="en"/>
              <a:t>production</a:t>
            </a:r>
            <a:r>
              <a:rPr lang="en"/>
              <a:t> will be representative of the given training set.</a:t>
            </a:r>
            <a:endParaRPr/>
          </a:p>
          <a:p>
            <a:pPr indent="0" lvl="0" marL="0" rtl="0" algn="l">
              <a:lnSpc>
                <a:spcPct val="90000"/>
              </a:lnSpc>
              <a:spcBef>
                <a:spcPts val="1000"/>
              </a:spcBef>
              <a:spcAft>
                <a:spcPts val="0"/>
              </a:spcAft>
              <a:buClr>
                <a:schemeClr val="dk1"/>
              </a:buClr>
              <a:buSzPts val="1100"/>
              <a:buNone/>
            </a:pPr>
            <a:r>
              <a:t/>
            </a:r>
            <a:endParaRPr/>
          </a:p>
          <a:p>
            <a:pPr indent="0" lvl="0" marL="0" rtl="0" algn="l">
              <a:spcBef>
                <a:spcPts val="1000"/>
              </a:spcBef>
              <a:spcAft>
                <a:spcPts val="0"/>
              </a:spcAft>
              <a:buClr>
                <a:schemeClr val="dk1"/>
              </a:buClr>
              <a:buSzPts val="1100"/>
              <a:buNone/>
            </a:pPr>
            <a:r>
              <a:t/>
            </a:r>
            <a:endParaRPr/>
          </a:p>
          <a:p>
            <a:pPr indent="0" lvl="0" marL="0" rtl="0" algn="l">
              <a:spcBef>
                <a:spcPts val="1000"/>
              </a:spcBef>
              <a:spcAft>
                <a:spcPts val="0"/>
              </a:spcAft>
              <a:buSzPts val="1600"/>
              <a:buNone/>
            </a:pPr>
            <a:r>
              <a:t/>
            </a:r>
            <a:endParaRPr/>
          </a:p>
        </p:txBody>
      </p:sp>
      <p:sp>
        <p:nvSpPr>
          <p:cNvPr id="536" name="Google Shape;536;p54"/>
          <p:cNvSpPr txBox="1"/>
          <p:nvPr>
            <p:ph type="title"/>
          </p:nvPr>
        </p:nvSpPr>
        <p:spPr>
          <a:xfrm>
            <a:off x="920550" y="3323325"/>
            <a:ext cx="7226700" cy="619500"/>
          </a:xfrm>
          <a:prstGeom prst="rect">
            <a:avLst/>
          </a:prstGeom>
        </p:spPr>
        <p:txBody>
          <a:bodyPr anchorCtr="0" anchor="t" bIns="0" lIns="0" spcFirstLastPara="1" rIns="91425" wrap="square" tIns="0">
            <a:noAutofit/>
          </a:bodyPr>
          <a:lstStyle/>
          <a:p>
            <a:pPr indent="0" lvl="0" marL="0" rtl="0" algn="l">
              <a:spcBef>
                <a:spcPts val="0"/>
              </a:spcBef>
              <a:spcAft>
                <a:spcPts val="0"/>
              </a:spcAft>
              <a:buSzPts val="3000"/>
              <a:buNone/>
            </a:pPr>
            <a:r>
              <a:rPr lang="en" u="sng"/>
              <a:t>Future Improvements:</a:t>
            </a:r>
            <a:endParaRPr u="sng"/>
          </a:p>
        </p:txBody>
      </p:sp>
      <p:sp>
        <p:nvSpPr>
          <p:cNvPr id="537" name="Google Shape;537;p54"/>
          <p:cNvSpPr txBox="1"/>
          <p:nvPr>
            <p:ph idx="2" type="title"/>
          </p:nvPr>
        </p:nvSpPr>
        <p:spPr>
          <a:xfrm>
            <a:off x="920550" y="3923325"/>
            <a:ext cx="7463700" cy="1220100"/>
          </a:xfrm>
          <a:prstGeom prst="rect">
            <a:avLst/>
          </a:prstGeom>
        </p:spPr>
        <p:txBody>
          <a:bodyPr anchorCtr="0" anchor="t" bIns="0" lIns="0" spcFirstLastPara="1" rIns="91425" wrap="square" tIns="0">
            <a:noAutofit/>
          </a:bodyPr>
          <a:lstStyle/>
          <a:p>
            <a:pPr indent="0" lvl="0" marL="0" rtl="0" algn="l">
              <a:lnSpc>
                <a:spcPct val="100000"/>
              </a:lnSpc>
              <a:spcBef>
                <a:spcPts val="1000"/>
              </a:spcBef>
              <a:spcAft>
                <a:spcPts val="0"/>
              </a:spcAft>
              <a:buClr>
                <a:schemeClr val="dk1"/>
              </a:buClr>
              <a:buSzPts val="1100"/>
              <a:buFont typeface="Arial"/>
              <a:buNone/>
            </a:pPr>
            <a:r>
              <a:rPr lang="en"/>
              <a:t>→ Our local version of the dataset was restricted to roughly </a:t>
            </a:r>
            <a:r>
              <a:rPr lang="en"/>
              <a:t>1/3 of the full training data available. Thus, training and validation on the full dataset would be ideal to increase accuracy and validation tests.</a:t>
            </a:r>
            <a:endParaRPr/>
          </a:p>
          <a:p>
            <a:pPr indent="0" lvl="0" marL="0" rtl="0" algn="l">
              <a:lnSpc>
                <a:spcPct val="100000"/>
              </a:lnSpc>
              <a:spcBef>
                <a:spcPts val="1000"/>
              </a:spcBef>
              <a:spcAft>
                <a:spcPts val="0"/>
              </a:spcAft>
              <a:buClr>
                <a:schemeClr val="dk1"/>
              </a:buClr>
              <a:buSzPts val="1100"/>
              <a:buFont typeface="Arial"/>
              <a:buNone/>
            </a:pPr>
            <a:r>
              <a:rPr lang="en"/>
              <a:t>→ Class embeddings are currently static, but ideally change with new labeled data.</a:t>
            </a:r>
            <a:endParaRPr/>
          </a:p>
          <a:p>
            <a:pPr indent="0" lvl="0" marL="0" rtl="0" algn="l">
              <a:lnSpc>
                <a:spcPct val="90000"/>
              </a:lnSpc>
              <a:spcBef>
                <a:spcPts val="1000"/>
              </a:spcBef>
              <a:spcAft>
                <a:spcPts val="0"/>
              </a:spcAft>
              <a:buClr>
                <a:schemeClr val="dk1"/>
              </a:buClr>
              <a:buSzPts val="1100"/>
              <a:buNone/>
            </a:pPr>
            <a:r>
              <a:t/>
            </a:r>
            <a:endParaRPr/>
          </a:p>
          <a:p>
            <a:pPr indent="0" lvl="0" marL="0" rtl="0" algn="l">
              <a:spcBef>
                <a:spcPts val="1000"/>
              </a:spcBef>
              <a:spcAft>
                <a:spcPts val="0"/>
              </a:spcAft>
              <a:buClr>
                <a:schemeClr val="dk1"/>
              </a:buClr>
              <a:buSzPts val="1100"/>
              <a:buNone/>
            </a:pPr>
            <a:r>
              <a:t/>
            </a:r>
            <a:endParaRPr/>
          </a:p>
          <a:p>
            <a:pPr indent="0" lvl="0" marL="0" rtl="0" algn="l">
              <a:spcBef>
                <a:spcPts val="1000"/>
              </a:spcBef>
              <a:spcAft>
                <a:spcPts val="0"/>
              </a:spcAft>
              <a:buSzPts val="160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55"/>
          <p:cNvSpPr txBox="1"/>
          <p:nvPr>
            <p:ph type="title"/>
          </p:nvPr>
        </p:nvSpPr>
        <p:spPr>
          <a:xfrm>
            <a:off x="920550" y="904500"/>
            <a:ext cx="7226700" cy="908700"/>
          </a:xfrm>
          <a:prstGeom prst="rect">
            <a:avLst/>
          </a:prstGeom>
        </p:spPr>
        <p:txBody>
          <a:bodyPr anchorCtr="0" anchor="t" bIns="0" lIns="0" spcFirstLastPara="1" rIns="91425" wrap="square" tIns="0">
            <a:noAutofit/>
          </a:bodyPr>
          <a:lstStyle/>
          <a:p>
            <a:pPr indent="0" lvl="0" marL="0" rtl="0" algn="l">
              <a:spcBef>
                <a:spcPts val="0"/>
              </a:spcBef>
              <a:spcAft>
                <a:spcPts val="0"/>
              </a:spcAft>
              <a:buSzPts val="3000"/>
              <a:buNone/>
            </a:pPr>
            <a:r>
              <a:rPr lang="en" u="sng"/>
              <a:t>Conclusion</a:t>
            </a:r>
            <a:r>
              <a:rPr lang="en" u="sng"/>
              <a:t>:</a:t>
            </a:r>
            <a:endParaRPr u="sng"/>
          </a:p>
        </p:txBody>
      </p:sp>
      <p:sp>
        <p:nvSpPr>
          <p:cNvPr id="543" name="Google Shape;543;p55"/>
          <p:cNvSpPr txBox="1"/>
          <p:nvPr>
            <p:ph idx="2" type="title"/>
          </p:nvPr>
        </p:nvSpPr>
        <p:spPr>
          <a:xfrm>
            <a:off x="965850" y="1524000"/>
            <a:ext cx="7939200" cy="839400"/>
          </a:xfrm>
          <a:prstGeom prst="rect">
            <a:avLst/>
          </a:prstGeom>
        </p:spPr>
        <p:txBody>
          <a:bodyPr anchorCtr="0" anchor="t" bIns="0" lIns="0" spcFirstLastPara="1" rIns="91425" wrap="square" tIns="0">
            <a:noAutofit/>
          </a:bodyPr>
          <a:lstStyle/>
          <a:p>
            <a:pPr indent="0" lvl="0" marL="0" rtl="0" algn="l">
              <a:lnSpc>
                <a:spcPct val="100000"/>
              </a:lnSpc>
              <a:spcBef>
                <a:spcPts val="1000"/>
              </a:spcBef>
              <a:spcAft>
                <a:spcPts val="0"/>
              </a:spcAft>
              <a:buClr>
                <a:schemeClr val="dk1"/>
              </a:buClr>
              <a:buSzPts val="1100"/>
              <a:buFont typeface="Arial"/>
              <a:buNone/>
            </a:pPr>
            <a:r>
              <a:rPr lang="en"/>
              <a:t>Built a 2-stage DINOv2-based classifier that separates "good" vs. defective wafers first, then identifies which of 8 defect types — bypassing the class imbalance problem entirely</a:t>
            </a:r>
            <a:endParaRPr/>
          </a:p>
          <a:p>
            <a:pPr indent="0" lvl="0" marL="0" rtl="0" algn="l">
              <a:lnSpc>
                <a:spcPct val="100000"/>
              </a:lnSpc>
              <a:spcBef>
                <a:spcPts val="1000"/>
              </a:spcBef>
              <a:spcAft>
                <a:spcPts val="0"/>
              </a:spcAft>
              <a:buClr>
                <a:schemeClr val="dk1"/>
              </a:buClr>
              <a:buSzPts val="1100"/>
              <a:buFont typeface="Arial"/>
              <a:buNone/>
            </a:pPr>
            <a:r>
              <a:rPr lang="en"/>
              <a:t>Exceeded the 85% accuracy target → 87.7% overall / 90.9% balanced accuracy, with 100% recall on 6 of 8 defect classes</a:t>
            </a:r>
            <a:endParaRPr/>
          </a:p>
          <a:p>
            <a:pPr indent="0" lvl="0" marL="0" rtl="0" algn="l">
              <a:lnSpc>
                <a:spcPct val="100000"/>
              </a:lnSpc>
              <a:spcBef>
                <a:spcPts val="1000"/>
              </a:spcBef>
              <a:spcAft>
                <a:spcPts val="0"/>
              </a:spcAft>
              <a:buClr>
                <a:schemeClr val="dk1"/>
              </a:buClr>
              <a:buSzPts val="1100"/>
              <a:buFont typeface="Arial"/>
              <a:buNone/>
            </a:pPr>
            <a:r>
              <a:rPr lang="en"/>
              <a:t>Achieved true few-shot capability: new defect types registered from a single labeled image, no retraining — matching how a human expert learns</a:t>
            </a:r>
            <a:endParaRPr/>
          </a:p>
          <a:p>
            <a:pPr indent="0" lvl="0" marL="0" rtl="0" algn="l">
              <a:lnSpc>
                <a:spcPct val="100000"/>
              </a:lnSpc>
              <a:spcBef>
                <a:spcPts val="1000"/>
              </a:spcBef>
              <a:spcAft>
                <a:spcPts val="0"/>
              </a:spcAft>
              <a:buClr>
                <a:schemeClr val="dk1"/>
              </a:buClr>
              <a:buSzPts val="1100"/>
              <a:buFont typeface="Arial"/>
              <a:buNone/>
            </a:pPr>
            <a:r>
              <a:rPr lang="en"/>
              <a:t>Inference at ~46ms/image on GPU, well within the 1-second requirement</a:t>
            </a:r>
            <a:endParaRPr/>
          </a:p>
          <a:p>
            <a:pPr indent="0" lvl="0" marL="0" rtl="0" algn="l">
              <a:lnSpc>
                <a:spcPct val="100000"/>
              </a:lnSpc>
              <a:spcBef>
                <a:spcPts val="1000"/>
              </a:spcBef>
              <a:spcAft>
                <a:spcPts val="0"/>
              </a:spcAft>
              <a:buClr>
                <a:schemeClr val="dk1"/>
              </a:buClr>
              <a:buSzPts val="1100"/>
              <a:buFont typeface="Arial"/>
              <a:buNone/>
            </a:pPr>
            <a:r>
              <a:rPr lang="en"/>
              <a:t>Key insight: cascade decomposition + focal loss + logit adjustment + TTA prototypes together solved what simpler CNNs cannot — learning from as few as 1–2 examples per class</a:t>
            </a:r>
            <a:endParaRPr/>
          </a:p>
          <a:p>
            <a:pPr indent="0" lvl="0" marL="0" rtl="0" algn="l">
              <a:spcBef>
                <a:spcPts val="1000"/>
              </a:spcBef>
              <a:spcAft>
                <a:spcPts val="0"/>
              </a:spcAft>
              <a:buClr>
                <a:schemeClr val="dk1"/>
              </a:buClr>
              <a:buSzPts val="1100"/>
              <a:buFont typeface="Arial"/>
              <a:buNone/>
            </a:pPr>
            <a:r>
              <a:rPr lang="en"/>
              <a:t>We are grateful to ASU and Intel for providing us with the opportunity to work on this project.</a:t>
            </a:r>
            <a:endParaRPr/>
          </a:p>
          <a:p>
            <a:pPr indent="0" lvl="0" marL="0" rtl="0" algn="l">
              <a:lnSpc>
                <a:spcPct val="90000"/>
              </a:lnSpc>
              <a:spcBef>
                <a:spcPts val="1000"/>
              </a:spcBef>
              <a:spcAft>
                <a:spcPts val="0"/>
              </a:spcAft>
              <a:buClr>
                <a:schemeClr val="dk1"/>
              </a:buClr>
              <a:buSzPts val="1100"/>
              <a:buFont typeface="Arial"/>
              <a:buNone/>
            </a:pPr>
            <a:r>
              <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0"/>
              </a:spcAft>
              <a:buClr>
                <a:schemeClr val="dk1"/>
              </a:buClr>
              <a:buSzPts val="1600"/>
              <a:buFont typeface="Arial"/>
              <a:buNone/>
            </a:pPr>
            <a:r>
              <a:t/>
            </a:r>
            <a:endParaRPr/>
          </a:p>
          <a:p>
            <a:pPr indent="0" lvl="0" marL="0" rtl="0" algn="l">
              <a:lnSpc>
                <a:spcPct val="100000"/>
              </a:lnSpc>
              <a:spcBef>
                <a:spcPts val="1000"/>
              </a:spcBef>
              <a:spcAft>
                <a:spcPts val="0"/>
              </a:spcAft>
              <a:buClr>
                <a:schemeClr val="dk1"/>
              </a:buClr>
              <a:buSzPts val="1100"/>
              <a:buFont typeface="Arial"/>
              <a:buNone/>
            </a:pPr>
            <a:r>
              <a:t/>
            </a:r>
            <a:endParaRPr/>
          </a:p>
          <a:p>
            <a:pPr indent="0" lvl="0" marL="0" rtl="0" algn="l">
              <a:lnSpc>
                <a:spcPct val="90000"/>
              </a:lnSpc>
              <a:spcBef>
                <a:spcPts val="1000"/>
              </a:spcBef>
              <a:spcAft>
                <a:spcPts val="0"/>
              </a:spcAft>
              <a:buClr>
                <a:schemeClr val="dk1"/>
              </a:buClr>
              <a:buSzPts val="1100"/>
              <a:buNone/>
            </a:pPr>
            <a:r>
              <a:t/>
            </a:r>
            <a:endParaRPr/>
          </a:p>
          <a:p>
            <a:pPr indent="0" lvl="0" marL="0" rtl="0" algn="l">
              <a:spcBef>
                <a:spcPts val="1000"/>
              </a:spcBef>
              <a:spcAft>
                <a:spcPts val="0"/>
              </a:spcAft>
              <a:buClr>
                <a:schemeClr val="dk1"/>
              </a:buClr>
              <a:buSzPts val="1100"/>
              <a:buNone/>
            </a:pPr>
            <a:r>
              <a:t/>
            </a:r>
            <a:endParaRPr/>
          </a:p>
          <a:p>
            <a:pPr indent="0" lvl="0" marL="0" rtl="0" algn="l">
              <a:spcBef>
                <a:spcPts val="1000"/>
              </a:spcBef>
              <a:spcAft>
                <a:spcPts val="0"/>
              </a:spcAft>
              <a:buSzPts val="1600"/>
              <a:buNone/>
            </a:pPr>
            <a:r>
              <a:t/>
            </a:r>
            <a:endParaR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007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8229600" cy="502920"/>
          </a:xfrm>
          <a:prstGeom prst="rect">
            <a:avLst/>
          </a:prstGeom>
          <a:noFill/>
        </p:spPr>
        <p:txBody>
          <a:bodyPr wrap="square">
            <a:spAutoFit/>
          </a:bodyPr>
          <a:lstStyle/>
          <a:p>
            <a:pPr algn="l"/>
            <a:r>
              <a:rPr sz="2400" b="1" i="0">
                <a:solidFill>
                  <a:srgbClr val="FFFFFF"/>
                </a:solidFill>
              </a:rPr>
              <a:t>Supporting Analysis: Classification Performance</a:t>
            </a:r>
          </a:p>
        </p:txBody>
      </p:sp>
      <p:pic>
        <p:nvPicPr>
          <p:cNvPr id="4" name="Picture 3" descr="plot_cascade_confusion.png"/>
          <p:cNvPicPr>
            <a:picLocks noChangeAspect="1"/>
          </p:cNvPicPr>
          <p:nvPr/>
        </p:nvPicPr>
        <p:blipFill>
          <a:blip r:embed="rId2"/>
          <a:stretch>
            <a:fillRect/>
          </a:stretch>
        </p:blipFill>
        <p:spPr>
          <a:xfrm>
            <a:off x="457200" y="777240"/>
            <a:ext cx="3977640" cy="3535680"/>
          </a:xfrm>
          <a:prstGeom prst="rect">
            <a:avLst/>
          </a:prstGeom>
        </p:spPr>
      </p:pic>
      <p:sp>
        <p:nvSpPr>
          <p:cNvPr id="5" name="TextBox 4"/>
          <p:cNvSpPr txBox="1"/>
          <p:nvPr/>
        </p:nvSpPr>
        <p:spPr>
          <a:xfrm>
            <a:off x="457200" y="4732020"/>
            <a:ext cx="3977640" cy="320040"/>
          </a:xfrm>
          <a:prstGeom prst="rect">
            <a:avLst/>
          </a:prstGeom>
          <a:noFill/>
        </p:spPr>
        <p:txBody>
          <a:bodyPr wrap="square">
            <a:spAutoFit/>
          </a:bodyPr>
          <a:lstStyle/>
          <a:p>
            <a:pPr algn="ctr"/>
            <a:r>
              <a:rPr sz="1100" b="0" i="1">
                <a:solidFill>
                  <a:srgbClr val="333333"/>
                </a:solidFill>
              </a:rPr>
              <a:t>Cascade Confusion Matrix</a:t>
            </a:r>
          </a:p>
        </p:txBody>
      </p:sp>
      <p:pic>
        <p:nvPicPr>
          <p:cNvPr id="6" name="Picture 5" descr="plot5_roc_curves.png"/>
          <p:cNvPicPr>
            <a:picLocks noChangeAspect="1"/>
          </p:cNvPicPr>
          <p:nvPr/>
        </p:nvPicPr>
        <p:blipFill>
          <a:blip r:embed="rId3"/>
          <a:stretch>
            <a:fillRect/>
          </a:stretch>
        </p:blipFill>
        <p:spPr>
          <a:xfrm>
            <a:off x="4709160" y="777240"/>
            <a:ext cx="3977640" cy="2983230"/>
          </a:xfrm>
          <a:prstGeom prst="rect">
            <a:avLst/>
          </a:prstGeom>
        </p:spPr>
      </p:pic>
      <p:sp>
        <p:nvSpPr>
          <p:cNvPr id="7" name="TextBox 6"/>
          <p:cNvSpPr txBox="1"/>
          <p:nvPr/>
        </p:nvSpPr>
        <p:spPr>
          <a:xfrm>
            <a:off x="4709160" y="4732020"/>
            <a:ext cx="3977640" cy="320040"/>
          </a:xfrm>
          <a:prstGeom prst="rect">
            <a:avLst/>
          </a:prstGeom>
          <a:noFill/>
        </p:spPr>
        <p:txBody>
          <a:bodyPr wrap="square">
            <a:spAutoFit/>
          </a:bodyPr>
          <a:lstStyle/>
          <a:p>
            <a:pPr algn="ctr"/>
            <a:r>
              <a:rPr sz="1100" b="0" i="1">
                <a:solidFill>
                  <a:srgbClr val="333333"/>
                </a:solidFill>
              </a:rPr>
              <a:t>Per-Class ROC Curves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007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8229600" cy="502920"/>
          </a:xfrm>
          <a:prstGeom prst="rect">
            <a:avLst/>
          </a:prstGeom>
          <a:noFill/>
        </p:spPr>
        <p:txBody>
          <a:bodyPr wrap="square">
            <a:spAutoFit/>
          </a:bodyPr>
          <a:lstStyle/>
          <a:p>
            <a:pPr algn="l"/>
            <a:r>
              <a:rPr sz="2400" b="1" i="0">
                <a:solidFill>
                  <a:srgbClr val="FFFFFF"/>
                </a:solidFill>
              </a:rPr>
              <a:t>Supporting Analysis: Embedding Quality</a:t>
            </a:r>
          </a:p>
        </p:txBody>
      </p:sp>
      <p:pic>
        <p:nvPicPr>
          <p:cNvPr id="4" name="Picture 3" descr="plot6_tsne_embeddings.png"/>
          <p:cNvPicPr>
            <a:picLocks noChangeAspect="1"/>
          </p:cNvPicPr>
          <p:nvPr/>
        </p:nvPicPr>
        <p:blipFill>
          <a:blip r:embed="rId2"/>
          <a:stretch>
            <a:fillRect/>
          </a:stretch>
        </p:blipFill>
        <p:spPr>
          <a:xfrm>
            <a:off x="457200" y="777240"/>
            <a:ext cx="3977640" cy="3093720"/>
          </a:xfrm>
          <a:prstGeom prst="rect">
            <a:avLst/>
          </a:prstGeom>
        </p:spPr>
      </p:pic>
      <p:sp>
        <p:nvSpPr>
          <p:cNvPr id="5" name="TextBox 4"/>
          <p:cNvSpPr txBox="1"/>
          <p:nvPr/>
        </p:nvSpPr>
        <p:spPr>
          <a:xfrm>
            <a:off x="457200" y="4732020"/>
            <a:ext cx="3977640" cy="320040"/>
          </a:xfrm>
          <a:prstGeom prst="rect">
            <a:avLst/>
          </a:prstGeom>
          <a:noFill/>
        </p:spPr>
        <p:txBody>
          <a:bodyPr wrap="square">
            <a:spAutoFit/>
          </a:bodyPr>
          <a:lstStyle/>
          <a:p>
            <a:pPr algn="ctr"/>
            <a:r>
              <a:rPr sz="1100" b="0" i="1">
                <a:solidFill>
                  <a:srgbClr val="333333"/>
                </a:solidFill>
              </a:rPr>
              <a:t>t-SNE Embedding Space</a:t>
            </a:r>
          </a:p>
        </p:txBody>
      </p:sp>
      <p:pic>
        <p:nvPicPr>
          <p:cNvPr id="6" name="Picture 5" descr="plot3_class_accuracy_vs_occurrence.png"/>
          <p:cNvPicPr>
            <a:picLocks noChangeAspect="1"/>
          </p:cNvPicPr>
          <p:nvPr/>
        </p:nvPicPr>
        <p:blipFill>
          <a:blip r:embed="rId3"/>
          <a:stretch>
            <a:fillRect/>
          </a:stretch>
        </p:blipFill>
        <p:spPr>
          <a:xfrm>
            <a:off x="4709160" y="777240"/>
            <a:ext cx="3977640" cy="1420586"/>
          </a:xfrm>
          <a:prstGeom prst="rect">
            <a:avLst/>
          </a:prstGeom>
        </p:spPr>
      </p:pic>
      <p:sp>
        <p:nvSpPr>
          <p:cNvPr id="7" name="TextBox 6"/>
          <p:cNvSpPr txBox="1"/>
          <p:nvPr/>
        </p:nvSpPr>
        <p:spPr>
          <a:xfrm>
            <a:off x="4709160" y="4732020"/>
            <a:ext cx="3977640" cy="320040"/>
          </a:xfrm>
          <a:prstGeom prst="rect">
            <a:avLst/>
          </a:prstGeom>
          <a:noFill/>
        </p:spPr>
        <p:txBody>
          <a:bodyPr wrap="square">
            <a:spAutoFit/>
          </a:bodyPr>
          <a:lstStyle/>
          <a:p>
            <a:pPr algn="ctr"/>
            <a:r>
              <a:rPr sz="1100" b="0" i="1">
                <a:solidFill>
                  <a:srgbClr val="333333"/>
                </a:solidFill>
              </a:rPr>
              <a:t>Accuracy vs. Training Set Size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007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8229600" cy="502920"/>
          </a:xfrm>
          <a:prstGeom prst="rect">
            <a:avLst/>
          </a:prstGeom>
          <a:noFill/>
        </p:spPr>
        <p:txBody>
          <a:bodyPr wrap="square">
            <a:spAutoFit/>
          </a:bodyPr>
          <a:lstStyle/>
          <a:p>
            <a:pPr algn="l"/>
            <a:r>
              <a:rPr sz="2400" b="1" i="0">
                <a:solidFill>
                  <a:srgbClr val="FFFFFF"/>
                </a:solidFill>
              </a:rPr>
              <a:t>Feasibility &amp; Deployment</a:t>
            </a:r>
          </a:p>
        </p:txBody>
      </p:sp>
      <p:sp>
        <p:nvSpPr>
          <p:cNvPr id="4" name="TextBox 3"/>
          <p:cNvSpPr txBox="1"/>
          <p:nvPr/>
        </p:nvSpPr>
        <p:spPr>
          <a:xfrm>
            <a:off x="457200" y="914400"/>
            <a:ext cx="8229600" cy="3954780"/>
          </a:xfrm>
          <a:prstGeom prst="rect">
            <a:avLst/>
          </a:prstGeom>
          <a:noFill/>
        </p:spPr>
        <p:txBody>
          <a:bodyPr wrap="square">
            <a:spAutoFit/>
          </a:bodyPr>
          <a:lstStyle/>
          <a:p>
            <a:pPr>
              <a:spcBef>
                <a:spcPts val="400"/>
              </a:spcBef>
              <a:spcAft>
                <a:spcPts val="1000"/>
              </a:spcAft>
            </a:pPr>
            <a:r>
              <a:rPr sz="1600">
                <a:solidFill>
                  <a:srgbClr val="333333"/>
                </a:solidFill>
              </a:rPr>
              <a:t>• Production-ready: model is 84 MB total — runs on any CUDA GPU or CPU</a:t>
            </a:r>
          </a:p>
          <a:p>
            <a:pPr>
              <a:spcBef>
                <a:spcPts val="400"/>
              </a:spcBef>
              <a:spcAft>
                <a:spcPts val="1000"/>
              </a:spcAft>
            </a:pPr>
            <a:r>
              <a:rPr sz="1600">
                <a:solidFill>
                  <a:srgbClr val="333333"/>
                </a:solidFill>
              </a:rPr>
              <a:t>• Inference: 46 ms/image on GPU (well under the 1-second requirement)</a:t>
            </a:r>
          </a:p>
          <a:p>
            <a:pPr>
              <a:spcBef>
                <a:spcPts val="0"/>
              </a:spcBef>
              <a:spcAft>
                <a:spcPts val="1000"/>
              </a:spcAft>
            </a:pPr>
            <a:r>
              <a:rPr sz="1400">
                <a:solidFill>
                  <a:srgbClr val="333333"/>
                </a:solidFill>
              </a:rPr>
              <a:t>    • Cold start with model loading: ~600 ms (one-time cost)</a:t>
            </a:r>
          </a:p>
          <a:p>
            <a:pPr>
              <a:spcBef>
                <a:spcPts val="400"/>
              </a:spcBef>
              <a:spcAft>
                <a:spcPts val="1000"/>
              </a:spcAft>
            </a:pPr>
            <a:r>
              <a:rPr sz="1600">
                <a:solidFill>
                  <a:srgbClr val="333333"/>
                </a:solidFill>
              </a:rPr>
              <a:t>• Scalability: new defect types via few-shot prototype registration — no retraining pipeline needed</a:t>
            </a:r>
          </a:p>
          <a:p>
            <a:pPr>
              <a:spcBef>
                <a:spcPts val="0"/>
              </a:spcBef>
              <a:spcAft>
                <a:spcPts val="1000"/>
              </a:spcAft>
            </a:pPr>
            <a:r>
              <a:rPr sz="1400">
                <a:solidFill>
                  <a:srgbClr val="333333"/>
                </a:solidFill>
              </a:rPr>
              <a:t>    • Register a new class from a single labelled image in seconds</a:t>
            </a:r>
          </a:p>
          <a:p>
            <a:pPr>
              <a:spcBef>
                <a:spcPts val="400"/>
              </a:spcBef>
              <a:spcAft>
                <a:spcPts val="1000"/>
              </a:spcAft>
            </a:pPr>
            <a:r>
              <a:rPr sz="1600">
                <a:solidFill>
                  <a:srgbClr val="333333"/>
                </a:solidFill>
              </a:rPr>
              <a:t>• Domain generalization: frozen DINOv2 backbone (pretrained on 142M images) transfers across fabs</a:t>
            </a:r>
          </a:p>
          <a:p>
            <a:pPr>
              <a:spcBef>
                <a:spcPts val="0"/>
              </a:spcBef>
              <a:spcAft>
                <a:spcPts val="1000"/>
              </a:spcAft>
            </a:pPr>
            <a:r>
              <a:rPr sz="1400">
                <a:solidFill>
                  <a:srgbClr val="333333"/>
                </a:solidFill>
              </a:rPr>
              <a:t>    • Only class prototypes need updating — not model weights</a:t>
            </a:r>
          </a:p>
          <a:p>
            <a:pPr>
              <a:spcBef>
                <a:spcPts val="400"/>
              </a:spcBef>
              <a:spcAft>
                <a:spcPts val="1000"/>
              </a:spcAft>
            </a:pPr>
            <a:r>
              <a:rPr sz="1600">
                <a:solidFill>
                  <a:srgbClr val="333333"/>
                </a:solidFill>
              </a:rPr>
              <a:t>• Minimal infrastructure: single Python script, no cloud dependency, no MLOps pipeline required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007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8229600" cy="502920"/>
          </a:xfrm>
          <a:prstGeom prst="rect">
            <a:avLst/>
          </a:prstGeom>
          <a:noFill/>
        </p:spPr>
        <p:txBody>
          <a:bodyPr wrap="square">
            <a:spAutoFit/>
          </a:bodyPr>
          <a:lstStyle/>
          <a:p>
            <a:pPr algn="l"/>
            <a:r>
              <a:rPr sz="2400" b="1" i="0">
                <a:solidFill>
                  <a:srgbClr val="FFFFFF"/>
                </a:solidFill>
              </a:rPr>
              <a:t>Business Impact</a:t>
            </a:r>
          </a:p>
        </p:txBody>
      </p:sp>
      <p:sp>
        <p:nvSpPr>
          <p:cNvPr id="4" name="TextBox 3"/>
          <p:cNvSpPr txBox="1"/>
          <p:nvPr/>
        </p:nvSpPr>
        <p:spPr>
          <a:xfrm>
            <a:off x="457200" y="914400"/>
            <a:ext cx="8229600" cy="3954780"/>
          </a:xfrm>
          <a:prstGeom prst="rect">
            <a:avLst/>
          </a:prstGeom>
          <a:noFill/>
        </p:spPr>
        <p:txBody>
          <a:bodyPr wrap="square">
            <a:spAutoFit/>
          </a:bodyPr>
          <a:lstStyle/>
          <a:p>
            <a:pPr>
              <a:spcBef>
                <a:spcPts val="400"/>
              </a:spcBef>
              <a:spcAft>
                <a:spcPts val="1000"/>
              </a:spcAft>
            </a:pPr>
            <a:r>
              <a:rPr sz="1600">
                <a:solidFill>
                  <a:srgbClr val="333333"/>
                </a:solidFill>
              </a:rPr>
              <a:t>• 91% defect recall: ~9 in 10 defective chips caught before shipping</a:t>
            </a:r>
          </a:p>
          <a:p>
            <a:pPr>
              <a:spcBef>
                <a:spcPts val="0"/>
              </a:spcBef>
              <a:spcAft>
                <a:spcPts val="1000"/>
              </a:spcAft>
            </a:pPr>
            <a:r>
              <a:rPr sz="1400">
                <a:solidFill>
                  <a:srgbClr val="333333"/>
                </a:solidFill>
              </a:rPr>
              <a:t>    • Reduces costly field returns and customer-facing failures</a:t>
            </a:r>
          </a:p>
          <a:p>
            <a:pPr>
              <a:spcBef>
                <a:spcPts val="400"/>
              </a:spcBef>
              <a:spcAft>
                <a:spcPts val="1000"/>
              </a:spcAft>
            </a:pPr>
            <a:r>
              <a:rPr sz="1600">
                <a:solidFill>
                  <a:srgbClr val="333333"/>
                </a:solidFill>
              </a:rPr>
              <a:t>• Asymmetric cost advantage: false alarms are cheap; missed defects are not</a:t>
            </a:r>
          </a:p>
          <a:p>
            <a:pPr>
              <a:spcBef>
                <a:spcPts val="0"/>
              </a:spcBef>
              <a:spcAft>
                <a:spcPts val="1000"/>
              </a:spcAft>
            </a:pPr>
            <a:r>
              <a:rPr sz="1400">
                <a:solidFill>
                  <a:srgbClr val="333333"/>
                </a:solidFill>
              </a:rPr>
              <a:t>    • Model is tuned to err on the side of flagging — not passing</a:t>
            </a:r>
          </a:p>
          <a:p>
            <a:pPr>
              <a:spcBef>
                <a:spcPts val="400"/>
              </a:spcBef>
              <a:spcAft>
                <a:spcPts val="1000"/>
              </a:spcAft>
            </a:pPr>
            <a:r>
              <a:rPr sz="1600">
                <a:solidFill>
                  <a:srgbClr val="333333"/>
                </a:solidFill>
              </a:rPr>
              <a:t>• Automation: reduces manual inspection burden, frees expert time for edge cases</a:t>
            </a:r>
          </a:p>
          <a:p>
            <a:pPr>
              <a:spcBef>
                <a:spcPts val="400"/>
              </a:spcBef>
              <a:spcAft>
                <a:spcPts val="1000"/>
              </a:spcAft>
            </a:pPr>
            <a:r>
              <a:rPr sz="1600">
                <a:solidFill>
                  <a:srgbClr val="333333"/>
                </a:solidFill>
              </a:rPr>
              <a:t>• Rapid adaptation: new defect types registered in seconds, not days of retraining</a:t>
            </a:r>
          </a:p>
          <a:p>
            <a:pPr>
              <a:spcBef>
                <a:spcPts val="0"/>
              </a:spcBef>
              <a:spcAft>
                <a:spcPts val="1000"/>
              </a:spcAft>
            </a:pPr>
            <a:r>
              <a:rPr sz="1400">
                <a:solidFill>
                  <a:srgbClr val="333333"/>
                </a:solidFill>
              </a:rPr>
              <a:t>    • Production lines can respond to novel failure modes immediately</a:t>
            </a:r>
          </a:p>
          <a:p>
            <a:pPr>
              <a:spcBef>
                <a:spcPts val="400"/>
              </a:spcBef>
              <a:spcAft>
                <a:spcPts val="1000"/>
              </a:spcAft>
            </a:pPr>
            <a:r>
              <a:rPr sz="1600">
                <a:solidFill>
                  <a:srgbClr val="333333"/>
                </a:solidFill>
              </a:rPr>
              <a:t>• Consistent quality: eliminates inspector fatigue and subjective variability</a:t>
            </a: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lides Pitch 2024">
  <a:themeElements>
    <a:clrScheme name="Google Colours">
      <a:dk1>
        <a:srgbClr val="000000"/>
      </a:dk1>
      <a:lt1>
        <a:srgbClr val="182A43"/>
      </a:lt1>
      <a:dk2>
        <a:srgbClr val="253851"/>
      </a:dk2>
      <a:lt2>
        <a:srgbClr val="364D6C"/>
      </a:lt2>
      <a:accent1>
        <a:srgbClr val="4F6887"/>
      </a:accent1>
      <a:accent2>
        <a:srgbClr val="6C87A6"/>
      </a:accent2>
      <a:accent3>
        <a:srgbClr val="86A3C3"/>
      </a:accent3>
      <a:accent4>
        <a:srgbClr val="97C5EF"/>
      </a:accent4>
      <a:accent5>
        <a:srgbClr val="A7D4FF"/>
      </a:accent5>
      <a:accent6>
        <a:srgbClr val="BEDEFF"/>
      </a:accent6>
      <a:hlink>
        <a:srgbClr val="FFFFFF"/>
      </a:hlink>
      <a:folHlink>
        <a:srgbClr val="7B1FA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